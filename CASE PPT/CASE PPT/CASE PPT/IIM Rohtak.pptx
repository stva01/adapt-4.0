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oLa3x3CRRUUqFYKM8Sczy6iaz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081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2" name="Google Shape;5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8" name="Google Shape;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0" name="Google Shape;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6076950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2023-02-14T04:14:03.445Z</dcterms:created>
  <dc:creator>PptxGenJS</dc:creator>
</cp:coreProperties>
</file>