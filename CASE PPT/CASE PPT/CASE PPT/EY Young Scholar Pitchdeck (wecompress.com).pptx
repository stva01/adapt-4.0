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Default ContentType="image/png" Extension="png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Default ContentType="image/jpg" Extension="jpg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Default ContentType="image/jpeg" Extension="jpeg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0104100" cy="12655550"/>
  <p:notesSz cx="20104100" cy="126555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923220"/>
            <a:ext cx="17088486" cy="2657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087108"/>
            <a:ext cx="14072870" cy="3163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910776"/>
            <a:ext cx="8745284" cy="8352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910776"/>
            <a:ext cx="8745284" cy="8352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9" cy="126542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06222"/>
            <a:ext cx="18093690" cy="2024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910776"/>
            <a:ext cx="18093690" cy="8352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1769662"/>
            <a:ext cx="6433312" cy="632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1769662"/>
            <a:ext cx="4623943" cy="632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1769662"/>
            <a:ext cx="4623943" cy="632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jpg"/><Relationship Id="rId14" Type="http://schemas.openxmlformats.org/officeDocument/2006/relationships/image" Target="../media/image62.jp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jp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png"/><Relationship Id="rId21" Type="http://schemas.openxmlformats.org/officeDocument/2006/relationships/image" Target="../media/image69.png"/><Relationship Id="rId22" Type="http://schemas.openxmlformats.org/officeDocument/2006/relationships/image" Target="../media/image7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471478" cy="1265421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32851" y="1158077"/>
            <a:ext cx="9705340" cy="66040"/>
          </a:xfrm>
          <a:custGeom>
            <a:avLst/>
            <a:gdLst/>
            <a:ahLst/>
            <a:cxnLst/>
            <a:rect l="l" t="t" r="r" b="b"/>
            <a:pathLst>
              <a:path w="9705340" h="66040">
                <a:moveTo>
                  <a:pt x="32951" y="0"/>
                </a:moveTo>
                <a:lnTo>
                  <a:pt x="20124" y="2589"/>
                </a:lnTo>
                <a:lnTo>
                  <a:pt x="9651" y="9651"/>
                </a:lnTo>
                <a:lnTo>
                  <a:pt x="2589" y="20124"/>
                </a:lnTo>
                <a:lnTo>
                  <a:pt x="0" y="32951"/>
                </a:lnTo>
                <a:lnTo>
                  <a:pt x="2589" y="45777"/>
                </a:lnTo>
                <a:lnTo>
                  <a:pt x="9651" y="56250"/>
                </a:lnTo>
                <a:lnTo>
                  <a:pt x="20124" y="63312"/>
                </a:lnTo>
                <a:lnTo>
                  <a:pt x="32951" y="65902"/>
                </a:lnTo>
                <a:lnTo>
                  <a:pt x="32951" y="0"/>
                </a:lnTo>
                <a:close/>
              </a:path>
              <a:path w="9705340" h="66040">
                <a:moveTo>
                  <a:pt x="9672144" y="0"/>
                </a:moveTo>
                <a:lnTo>
                  <a:pt x="32951" y="0"/>
                </a:lnTo>
                <a:lnTo>
                  <a:pt x="32951" y="65902"/>
                </a:lnTo>
                <a:lnTo>
                  <a:pt x="9672144" y="65902"/>
                </a:lnTo>
                <a:lnTo>
                  <a:pt x="9672144" y="0"/>
                </a:lnTo>
                <a:close/>
              </a:path>
              <a:path w="9705340" h="66040">
                <a:moveTo>
                  <a:pt x="9672144" y="0"/>
                </a:moveTo>
                <a:lnTo>
                  <a:pt x="9672144" y="65902"/>
                </a:lnTo>
                <a:lnTo>
                  <a:pt x="9684970" y="63312"/>
                </a:lnTo>
                <a:lnTo>
                  <a:pt x="9695444" y="56250"/>
                </a:lnTo>
                <a:lnTo>
                  <a:pt x="9702505" y="45777"/>
                </a:lnTo>
                <a:lnTo>
                  <a:pt x="9705095" y="32951"/>
                </a:lnTo>
                <a:lnTo>
                  <a:pt x="9702505" y="20124"/>
                </a:lnTo>
                <a:lnTo>
                  <a:pt x="9695444" y="9651"/>
                </a:lnTo>
                <a:lnTo>
                  <a:pt x="9684970" y="2589"/>
                </a:lnTo>
                <a:lnTo>
                  <a:pt x="9672144" y="0"/>
                </a:lnTo>
                <a:close/>
              </a:path>
            </a:pathLst>
          </a:custGeom>
          <a:solidFill>
            <a:srgbClr val="A3E5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1727" y="2286921"/>
            <a:ext cx="7828925" cy="35505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1633" y="6669132"/>
            <a:ext cx="8273546" cy="3534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1998" y="7956969"/>
            <a:ext cx="3739901" cy="3351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30727" y="9100777"/>
            <a:ext cx="6742353" cy="1904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757" y="695683"/>
            <a:ext cx="7837993" cy="4570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6175" y="1590209"/>
            <a:ext cx="8702781" cy="11565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519" y="1590209"/>
            <a:ext cx="9281039" cy="39899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09414" y="708635"/>
            <a:ext cx="2599690" cy="347980"/>
          </a:xfrm>
          <a:custGeom>
            <a:avLst/>
            <a:gdLst/>
            <a:ahLst/>
            <a:cxnLst/>
            <a:rect l="l" t="t" r="r" b="b"/>
            <a:pathLst>
              <a:path w="2599690" h="347980">
                <a:moveTo>
                  <a:pt x="126754" y="60601"/>
                </a:moveTo>
                <a:lnTo>
                  <a:pt x="63377" y="60601"/>
                </a:lnTo>
                <a:lnTo>
                  <a:pt x="63377" y="341866"/>
                </a:lnTo>
                <a:lnTo>
                  <a:pt x="126754" y="341866"/>
                </a:lnTo>
                <a:lnTo>
                  <a:pt x="126754" y="60601"/>
                </a:lnTo>
                <a:close/>
              </a:path>
              <a:path w="2599690" h="347980">
                <a:moveTo>
                  <a:pt x="190131" y="0"/>
                </a:moveTo>
                <a:lnTo>
                  <a:pt x="0" y="0"/>
                </a:lnTo>
                <a:lnTo>
                  <a:pt x="0" y="60601"/>
                </a:lnTo>
                <a:lnTo>
                  <a:pt x="190131" y="60601"/>
                </a:lnTo>
                <a:lnTo>
                  <a:pt x="190131" y="0"/>
                </a:lnTo>
                <a:close/>
              </a:path>
              <a:path w="2599690" h="347980">
                <a:moveTo>
                  <a:pt x="277527" y="0"/>
                </a:moveTo>
                <a:lnTo>
                  <a:pt x="216001" y="0"/>
                </a:lnTo>
                <a:lnTo>
                  <a:pt x="216001" y="341866"/>
                </a:lnTo>
                <a:lnTo>
                  <a:pt x="277527" y="341866"/>
                </a:lnTo>
                <a:lnTo>
                  <a:pt x="277618" y="210948"/>
                </a:lnTo>
                <a:lnTo>
                  <a:pt x="281040" y="176209"/>
                </a:lnTo>
                <a:lnTo>
                  <a:pt x="291405" y="152775"/>
                </a:lnTo>
                <a:lnTo>
                  <a:pt x="308363" y="139923"/>
                </a:lnTo>
                <a:lnTo>
                  <a:pt x="331652" y="136006"/>
                </a:lnTo>
                <a:lnTo>
                  <a:pt x="432204" y="136006"/>
                </a:lnTo>
                <a:lnTo>
                  <a:pt x="416020" y="106515"/>
                </a:lnTo>
                <a:lnTo>
                  <a:pt x="410925" y="103161"/>
                </a:lnTo>
                <a:lnTo>
                  <a:pt x="277527" y="103161"/>
                </a:lnTo>
                <a:lnTo>
                  <a:pt x="277527" y="0"/>
                </a:lnTo>
                <a:close/>
              </a:path>
              <a:path w="2599690" h="347980">
                <a:moveTo>
                  <a:pt x="432204" y="136006"/>
                </a:moveTo>
                <a:lnTo>
                  <a:pt x="331652" y="136006"/>
                </a:lnTo>
                <a:lnTo>
                  <a:pt x="354681" y="140169"/>
                </a:lnTo>
                <a:lnTo>
                  <a:pt x="370164" y="153354"/>
                </a:lnTo>
                <a:lnTo>
                  <a:pt x="378881" y="176599"/>
                </a:lnTo>
                <a:lnTo>
                  <a:pt x="381614" y="210948"/>
                </a:lnTo>
                <a:lnTo>
                  <a:pt x="381614" y="341866"/>
                </a:lnTo>
                <a:lnTo>
                  <a:pt x="443140" y="341866"/>
                </a:lnTo>
                <a:lnTo>
                  <a:pt x="443140" y="197070"/>
                </a:lnTo>
                <a:lnTo>
                  <a:pt x="436107" y="143118"/>
                </a:lnTo>
                <a:lnTo>
                  <a:pt x="432204" y="136006"/>
                </a:lnTo>
                <a:close/>
              </a:path>
              <a:path w="2599690" h="347980">
                <a:moveTo>
                  <a:pt x="342755" y="79105"/>
                </a:moveTo>
                <a:lnTo>
                  <a:pt x="324041" y="80522"/>
                </a:lnTo>
                <a:lnTo>
                  <a:pt x="307192" y="84888"/>
                </a:lnTo>
                <a:lnTo>
                  <a:pt x="291817" y="92376"/>
                </a:lnTo>
                <a:lnTo>
                  <a:pt x="277527" y="103161"/>
                </a:lnTo>
                <a:lnTo>
                  <a:pt x="410925" y="103161"/>
                </a:lnTo>
                <a:lnTo>
                  <a:pt x="384396" y="85697"/>
                </a:lnTo>
                <a:lnTo>
                  <a:pt x="342755" y="79105"/>
                </a:lnTo>
                <a:close/>
              </a:path>
              <a:path w="2599690" h="347980">
                <a:moveTo>
                  <a:pt x="617362" y="79568"/>
                </a:moveTo>
                <a:lnTo>
                  <a:pt x="574358" y="86377"/>
                </a:lnTo>
                <a:lnTo>
                  <a:pt x="537239" y="105400"/>
                </a:lnTo>
                <a:lnTo>
                  <a:pt x="508113" y="134525"/>
                </a:lnTo>
                <a:lnTo>
                  <a:pt x="489091" y="171645"/>
                </a:lnTo>
                <a:lnTo>
                  <a:pt x="482281" y="214649"/>
                </a:lnTo>
                <a:lnTo>
                  <a:pt x="489209" y="257283"/>
                </a:lnTo>
                <a:lnTo>
                  <a:pt x="508616" y="293921"/>
                </a:lnTo>
                <a:lnTo>
                  <a:pt x="538438" y="322566"/>
                </a:lnTo>
                <a:lnTo>
                  <a:pt x="576608" y="341218"/>
                </a:lnTo>
                <a:lnTo>
                  <a:pt x="621063" y="347879"/>
                </a:lnTo>
                <a:lnTo>
                  <a:pt x="659597" y="342502"/>
                </a:lnTo>
                <a:lnTo>
                  <a:pt x="695138" y="326715"/>
                </a:lnTo>
                <a:lnTo>
                  <a:pt x="724174" y="301041"/>
                </a:lnTo>
                <a:lnTo>
                  <a:pt x="729383" y="291442"/>
                </a:lnTo>
                <a:lnTo>
                  <a:pt x="619675" y="291442"/>
                </a:lnTo>
                <a:lnTo>
                  <a:pt x="594239" y="287921"/>
                </a:lnTo>
                <a:lnTo>
                  <a:pt x="573357" y="277852"/>
                </a:lnTo>
                <a:lnTo>
                  <a:pt x="557939" y="261972"/>
                </a:lnTo>
                <a:lnTo>
                  <a:pt x="548896" y="241017"/>
                </a:lnTo>
                <a:lnTo>
                  <a:pt x="747354" y="241017"/>
                </a:lnTo>
                <a:lnTo>
                  <a:pt x="749205" y="232228"/>
                </a:lnTo>
                <a:lnTo>
                  <a:pt x="749668" y="226677"/>
                </a:lnTo>
                <a:lnTo>
                  <a:pt x="749668" y="217424"/>
                </a:lnTo>
                <a:lnTo>
                  <a:pt x="745293" y="186892"/>
                </a:lnTo>
                <a:lnTo>
                  <a:pt x="547046" y="186892"/>
                </a:lnTo>
                <a:lnTo>
                  <a:pt x="557137" y="165085"/>
                </a:lnTo>
                <a:lnTo>
                  <a:pt x="572605" y="149132"/>
                </a:lnTo>
                <a:lnTo>
                  <a:pt x="593104" y="139338"/>
                </a:lnTo>
                <a:lnTo>
                  <a:pt x="618287" y="136006"/>
                </a:lnTo>
                <a:lnTo>
                  <a:pt x="725786" y="136006"/>
                </a:lnTo>
                <a:lnTo>
                  <a:pt x="725079" y="134525"/>
                </a:lnTo>
                <a:lnTo>
                  <a:pt x="696908" y="105178"/>
                </a:lnTo>
                <a:lnTo>
                  <a:pt x="660433" y="86266"/>
                </a:lnTo>
                <a:lnTo>
                  <a:pt x="617362" y="79568"/>
                </a:lnTo>
                <a:close/>
              </a:path>
              <a:path w="2599690" h="347980">
                <a:moveTo>
                  <a:pt x="743191" y="265998"/>
                </a:moveTo>
                <a:lnTo>
                  <a:pt x="676113" y="265998"/>
                </a:lnTo>
                <a:lnTo>
                  <a:pt x="664237" y="277780"/>
                </a:lnTo>
                <a:lnTo>
                  <a:pt x="651537" y="285659"/>
                </a:lnTo>
                <a:lnTo>
                  <a:pt x="637016" y="290068"/>
                </a:lnTo>
                <a:lnTo>
                  <a:pt x="619675" y="291442"/>
                </a:lnTo>
                <a:lnTo>
                  <a:pt x="729383" y="291442"/>
                </a:lnTo>
                <a:lnTo>
                  <a:pt x="743191" y="265998"/>
                </a:lnTo>
                <a:close/>
              </a:path>
              <a:path w="2599690" h="347980">
                <a:moveTo>
                  <a:pt x="725786" y="136006"/>
                </a:moveTo>
                <a:lnTo>
                  <a:pt x="618287" y="136006"/>
                </a:lnTo>
                <a:lnTo>
                  <a:pt x="644244" y="139338"/>
                </a:lnTo>
                <a:lnTo>
                  <a:pt x="664953" y="149132"/>
                </a:lnTo>
                <a:lnTo>
                  <a:pt x="680024" y="165085"/>
                </a:lnTo>
                <a:lnTo>
                  <a:pt x="689066" y="186892"/>
                </a:lnTo>
                <a:lnTo>
                  <a:pt x="745293" y="186892"/>
                </a:lnTo>
                <a:lnTo>
                  <a:pt x="743235" y="172533"/>
                </a:lnTo>
                <a:lnTo>
                  <a:pt x="725786" y="136006"/>
                </a:lnTo>
                <a:close/>
              </a:path>
              <a:path w="2599690" h="347980">
                <a:moveTo>
                  <a:pt x="1010079" y="0"/>
                </a:moveTo>
                <a:lnTo>
                  <a:pt x="925422" y="0"/>
                </a:lnTo>
                <a:lnTo>
                  <a:pt x="925422" y="341866"/>
                </a:lnTo>
                <a:lnTo>
                  <a:pt x="988799" y="341866"/>
                </a:lnTo>
                <a:lnTo>
                  <a:pt x="988799" y="211873"/>
                </a:lnTo>
                <a:lnTo>
                  <a:pt x="1009154" y="211873"/>
                </a:lnTo>
                <a:lnTo>
                  <a:pt x="1065129" y="208577"/>
                </a:lnTo>
                <a:lnTo>
                  <a:pt x="1117620" y="180676"/>
                </a:lnTo>
                <a:lnTo>
                  <a:pt x="1134579" y="151272"/>
                </a:lnTo>
                <a:lnTo>
                  <a:pt x="988799" y="151272"/>
                </a:lnTo>
                <a:lnTo>
                  <a:pt x="988799" y="60601"/>
                </a:lnTo>
                <a:lnTo>
                  <a:pt x="1134631" y="60601"/>
                </a:lnTo>
                <a:lnTo>
                  <a:pt x="1131744" y="52621"/>
                </a:lnTo>
                <a:lnTo>
                  <a:pt x="1097511" y="15728"/>
                </a:lnTo>
                <a:lnTo>
                  <a:pt x="1040134" y="831"/>
                </a:lnTo>
                <a:lnTo>
                  <a:pt x="1010079" y="0"/>
                </a:lnTo>
                <a:close/>
              </a:path>
              <a:path w="2599690" h="347980">
                <a:moveTo>
                  <a:pt x="1134631" y="60601"/>
                </a:moveTo>
                <a:lnTo>
                  <a:pt x="1010079" y="60601"/>
                </a:lnTo>
                <a:lnTo>
                  <a:pt x="1041485" y="62683"/>
                </a:lnTo>
                <a:lnTo>
                  <a:pt x="1063221" y="69969"/>
                </a:lnTo>
                <a:lnTo>
                  <a:pt x="1075848" y="84020"/>
                </a:lnTo>
                <a:lnTo>
                  <a:pt x="1079932" y="106399"/>
                </a:lnTo>
                <a:lnTo>
                  <a:pt x="1076586" y="125901"/>
                </a:lnTo>
                <a:lnTo>
                  <a:pt x="1064955" y="139938"/>
                </a:lnTo>
                <a:lnTo>
                  <a:pt x="1042656" y="148424"/>
                </a:lnTo>
                <a:lnTo>
                  <a:pt x="1007303" y="151272"/>
                </a:lnTo>
                <a:lnTo>
                  <a:pt x="1134579" y="151272"/>
                </a:lnTo>
                <a:lnTo>
                  <a:pt x="1140664" y="133895"/>
                </a:lnTo>
                <a:lnTo>
                  <a:pt x="1143772" y="105474"/>
                </a:lnTo>
                <a:lnTo>
                  <a:pt x="1140707" y="77399"/>
                </a:lnTo>
                <a:lnTo>
                  <a:pt x="1134631" y="60601"/>
                </a:lnTo>
                <a:close/>
              </a:path>
              <a:path w="2599690" h="347980">
                <a:moveTo>
                  <a:pt x="1234244" y="85582"/>
                </a:moveTo>
                <a:lnTo>
                  <a:pt x="1177806" y="85582"/>
                </a:lnTo>
                <a:lnTo>
                  <a:pt x="1177806" y="341866"/>
                </a:lnTo>
                <a:lnTo>
                  <a:pt x="1239333" y="341866"/>
                </a:lnTo>
                <a:lnTo>
                  <a:pt x="1239333" y="199383"/>
                </a:lnTo>
                <a:lnTo>
                  <a:pt x="1242730" y="173260"/>
                </a:lnTo>
                <a:lnTo>
                  <a:pt x="1252980" y="154510"/>
                </a:lnTo>
                <a:lnTo>
                  <a:pt x="1270168" y="143046"/>
                </a:lnTo>
                <a:lnTo>
                  <a:pt x="1294383" y="138781"/>
                </a:lnTo>
                <a:lnTo>
                  <a:pt x="1294383" y="110562"/>
                </a:lnTo>
                <a:lnTo>
                  <a:pt x="1234244" y="110562"/>
                </a:lnTo>
                <a:lnTo>
                  <a:pt x="1234244" y="85582"/>
                </a:lnTo>
                <a:close/>
              </a:path>
              <a:path w="2599690" h="347980">
                <a:moveTo>
                  <a:pt x="1294383" y="79568"/>
                </a:moveTo>
                <a:lnTo>
                  <a:pt x="1289757" y="79568"/>
                </a:lnTo>
                <a:lnTo>
                  <a:pt x="1272236" y="81093"/>
                </a:lnTo>
                <a:lnTo>
                  <a:pt x="1258184" y="86218"/>
                </a:lnTo>
                <a:lnTo>
                  <a:pt x="1246041" y="95766"/>
                </a:lnTo>
                <a:lnTo>
                  <a:pt x="1234244" y="110562"/>
                </a:lnTo>
                <a:lnTo>
                  <a:pt x="1294383" y="110562"/>
                </a:lnTo>
                <a:lnTo>
                  <a:pt x="1294383" y="79568"/>
                </a:lnTo>
                <a:close/>
              </a:path>
              <a:path w="2599690" h="347980">
                <a:moveTo>
                  <a:pt x="1441390" y="79568"/>
                </a:moveTo>
                <a:lnTo>
                  <a:pt x="1398694" y="86459"/>
                </a:lnTo>
                <a:lnTo>
                  <a:pt x="1361504" y="105607"/>
                </a:lnTo>
                <a:lnTo>
                  <a:pt x="1332108" y="134725"/>
                </a:lnTo>
                <a:lnTo>
                  <a:pt x="1312793" y="171527"/>
                </a:lnTo>
                <a:lnTo>
                  <a:pt x="1305847" y="213724"/>
                </a:lnTo>
                <a:lnTo>
                  <a:pt x="1312797" y="256098"/>
                </a:lnTo>
                <a:lnTo>
                  <a:pt x="1332138" y="292922"/>
                </a:lnTo>
                <a:lnTo>
                  <a:pt x="1361604" y="321974"/>
                </a:lnTo>
                <a:lnTo>
                  <a:pt x="1398931" y="341033"/>
                </a:lnTo>
                <a:lnTo>
                  <a:pt x="1441853" y="347879"/>
                </a:lnTo>
                <a:lnTo>
                  <a:pt x="1484675" y="341033"/>
                </a:lnTo>
                <a:lnTo>
                  <a:pt x="1522065" y="322092"/>
                </a:lnTo>
                <a:lnTo>
                  <a:pt x="1551735" y="293322"/>
                </a:lnTo>
                <a:lnTo>
                  <a:pt x="1552748" y="291442"/>
                </a:lnTo>
                <a:lnTo>
                  <a:pt x="1442316" y="291442"/>
                </a:lnTo>
                <a:lnTo>
                  <a:pt x="1413114" y="285334"/>
                </a:lnTo>
                <a:lnTo>
                  <a:pt x="1389463" y="268600"/>
                </a:lnTo>
                <a:lnTo>
                  <a:pt x="1373619" y="243627"/>
                </a:lnTo>
                <a:lnTo>
                  <a:pt x="1367836" y="212798"/>
                </a:lnTo>
                <a:lnTo>
                  <a:pt x="1373741" y="183040"/>
                </a:lnTo>
                <a:lnTo>
                  <a:pt x="1389752" y="158616"/>
                </a:lnTo>
                <a:lnTo>
                  <a:pt x="1413309" y="142085"/>
                </a:lnTo>
                <a:lnTo>
                  <a:pt x="1441853" y="136006"/>
                </a:lnTo>
                <a:lnTo>
                  <a:pt x="1553027" y="136006"/>
                </a:lnTo>
                <a:lnTo>
                  <a:pt x="1552372" y="134725"/>
                </a:lnTo>
                <a:lnTo>
                  <a:pt x="1522965" y="105459"/>
                </a:lnTo>
                <a:lnTo>
                  <a:pt x="1485297" y="86385"/>
                </a:lnTo>
                <a:lnTo>
                  <a:pt x="1441390" y="79568"/>
                </a:lnTo>
                <a:close/>
              </a:path>
              <a:path w="2599690" h="347980">
                <a:moveTo>
                  <a:pt x="1553027" y="136006"/>
                </a:moveTo>
                <a:lnTo>
                  <a:pt x="1441853" y="136006"/>
                </a:lnTo>
                <a:lnTo>
                  <a:pt x="1470860" y="142164"/>
                </a:lnTo>
                <a:lnTo>
                  <a:pt x="1494532" y="158905"/>
                </a:lnTo>
                <a:lnTo>
                  <a:pt x="1510485" y="183625"/>
                </a:lnTo>
                <a:lnTo>
                  <a:pt x="1516333" y="213724"/>
                </a:lnTo>
                <a:lnTo>
                  <a:pt x="1510492" y="244017"/>
                </a:lnTo>
                <a:lnTo>
                  <a:pt x="1494590" y="268716"/>
                </a:lnTo>
                <a:lnTo>
                  <a:pt x="1471055" y="285348"/>
                </a:lnTo>
                <a:lnTo>
                  <a:pt x="1442316" y="291442"/>
                </a:lnTo>
                <a:lnTo>
                  <a:pt x="1552748" y="291442"/>
                </a:lnTo>
                <a:lnTo>
                  <a:pt x="1571279" y="257046"/>
                </a:lnTo>
                <a:lnTo>
                  <a:pt x="1578322" y="215574"/>
                </a:lnTo>
                <a:lnTo>
                  <a:pt x="1571498" y="172119"/>
                </a:lnTo>
                <a:lnTo>
                  <a:pt x="1553027" y="136006"/>
                </a:lnTo>
                <a:close/>
              </a:path>
              <a:path w="2599690" h="347980">
                <a:moveTo>
                  <a:pt x="1729894" y="76330"/>
                </a:moveTo>
                <a:lnTo>
                  <a:pt x="1689033" y="83198"/>
                </a:lnTo>
                <a:lnTo>
                  <a:pt x="1653812" y="102413"/>
                </a:lnTo>
                <a:lnTo>
                  <a:pt x="1626207" y="131887"/>
                </a:lnTo>
                <a:lnTo>
                  <a:pt x="1608195" y="169532"/>
                </a:lnTo>
                <a:lnTo>
                  <a:pt x="1601752" y="213261"/>
                </a:lnTo>
                <a:lnTo>
                  <a:pt x="1608155" y="256394"/>
                </a:lnTo>
                <a:lnTo>
                  <a:pt x="1626104" y="293421"/>
                </a:lnTo>
                <a:lnTo>
                  <a:pt x="1653712" y="322344"/>
                </a:lnTo>
                <a:lnTo>
                  <a:pt x="1689092" y="341162"/>
                </a:lnTo>
                <a:lnTo>
                  <a:pt x="1730357" y="347879"/>
                </a:lnTo>
                <a:lnTo>
                  <a:pt x="1754774" y="345639"/>
                </a:lnTo>
                <a:lnTo>
                  <a:pt x="1776502" y="338627"/>
                </a:lnTo>
                <a:lnTo>
                  <a:pt x="1796322" y="326412"/>
                </a:lnTo>
                <a:lnTo>
                  <a:pt x="1815014" y="308558"/>
                </a:lnTo>
                <a:lnTo>
                  <a:pt x="1871452" y="308558"/>
                </a:lnTo>
                <a:lnTo>
                  <a:pt x="1871452" y="291442"/>
                </a:lnTo>
                <a:lnTo>
                  <a:pt x="1740072" y="291442"/>
                </a:lnTo>
                <a:lnTo>
                  <a:pt x="1709995" y="285167"/>
                </a:lnTo>
                <a:lnTo>
                  <a:pt x="1685773" y="267964"/>
                </a:lnTo>
                <a:lnTo>
                  <a:pt x="1669618" y="242261"/>
                </a:lnTo>
                <a:lnTo>
                  <a:pt x="1663741" y="210485"/>
                </a:lnTo>
                <a:lnTo>
                  <a:pt x="1669531" y="179997"/>
                </a:lnTo>
                <a:lnTo>
                  <a:pt x="1685426" y="155320"/>
                </a:lnTo>
                <a:lnTo>
                  <a:pt x="1709214" y="138796"/>
                </a:lnTo>
                <a:lnTo>
                  <a:pt x="1738684" y="132768"/>
                </a:lnTo>
                <a:lnTo>
                  <a:pt x="1871452" y="132768"/>
                </a:lnTo>
                <a:lnTo>
                  <a:pt x="1871452" y="108249"/>
                </a:lnTo>
                <a:lnTo>
                  <a:pt x="1809925" y="108249"/>
                </a:lnTo>
                <a:lnTo>
                  <a:pt x="1794363" y="94870"/>
                </a:lnTo>
                <a:lnTo>
                  <a:pt x="1775287" y="84830"/>
                </a:lnTo>
                <a:lnTo>
                  <a:pt x="1753523" y="78520"/>
                </a:lnTo>
                <a:lnTo>
                  <a:pt x="1729894" y="76330"/>
                </a:lnTo>
                <a:close/>
              </a:path>
              <a:path w="2599690" h="347980">
                <a:moveTo>
                  <a:pt x="1871452" y="308558"/>
                </a:moveTo>
                <a:lnTo>
                  <a:pt x="1815014" y="308558"/>
                </a:lnTo>
                <a:lnTo>
                  <a:pt x="1815014" y="341866"/>
                </a:lnTo>
                <a:lnTo>
                  <a:pt x="1871452" y="341866"/>
                </a:lnTo>
                <a:lnTo>
                  <a:pt x="1871452" y="308558"/>
                </a:lnTo>
                <a:close/>
              </a:path>
              <a:path w="2599690" h="347980">
                <a:moveTo>
                  <a:pt x="1871452" y="132768"/>
                </a:moveTo>
                <a:lnTo>
                  <a:pt x="1738684" y="132768"/>
                </a:lnTo>
                <a:lnTo>
                  <a:pt x="1768688" y="138890"/>
                </a:lnTo>
                <a:lnTo>
                  <a:pt x="1792751" y="155724"/>
                </a:lnTo>
                <a:lnTo>
                  <a:pt x="1808747" y="180973"/>
                </a:lnTo>
                <a:lnTo>
                  <a:pt x="1814551" y="212336"/>
                </a:lnTo>
                <a:lnTo>
                  <a:pt x="1808769" y="243432"/>
                </a:lnTo>
                <a:lnTo>
                  <a:pt x="1792924" y="268542"/>
                </a:lnTo>
                <a:lnTo>
                  <a:pt x="1769274" y="285326"/>
                </a:lnTo>
                <a:lnTo>
                  <a:pt x="1740072" y="291442"/>
                </a:lnTo>
                <a:lnTo>
                  <a:pt x="1871452" y="291442"/>
                </a:lnTo>
                <a:lnTo>
                  <a:pt x="1871452" y="132768"/>
                </a:lnTo>
                <a:close/>
              </a:path>
              <a:path w="2599690" h="347980">
                <a:moveTo>
                  <a:pt x="1871452" y="0"/>
                </a:moveTo>
                <a:lnTo>
                  <a:pt x="1809925" y="0"/>
                </a:lnTo>
                <a:lnTo>
                  <a:pt x="1809925" y="108249"/>
                </a:lnTo>
                <a:lnTo>
                  <a:pt x="1871452" y="108249"/>
                </a:lnTo>
                <a:lnTo>
                  <a:pt x="1871452" y="0"/>
                </a:lnTo>
                <a:close/>
              </a:path>
              <a:path w="2599690" h="347980">
                <a:moveTo>
                  <a:pt x="1979774" y="85582"/>
                </a:moveTo>
                <a:lnTo>
                  <a:pt x="1918247" y="85582"/>
                </a:lnTo>
                <a:lnTo>
                  <a:pt x="1918247" y="222976"/>
                </a:lnTo>
                <a:lnTo>
                  <a:pt x="1925107" y="280549"/>
                </a:lnTo>
                <a:lnTo>
                  <a:pt x="1944674" y="319256"/>
                </a:lnTo>
                <a:lnTo>
                  <a:pt x="1975430" y="341049"/>
                </a:lnTo>
                <a:lnTo>
                  <a:pt x="2015857" y="347879"/>
                </a:lnTo>
                <a:lnTo>
                  <a:pt x="2037173" y="346296"/>
                </a:lnTo>
                <a:lnTo>
                  <a:pt x="2055584" y="341114"/>
                </a:lnTo>
                <a:lnTo>
                  <a:pt x="2072519" y="331681"/>
                </a:lnTo>
                <a:lnTo>
                  <a:pt x="2089412" y="317347"/>
                </a:lnTo>
                <a:lnTo>
                  <a:pt x="2146312" y="317347"/>
                </a:lnTo>
                <a:lnTo>
                  <a:pt x="2146312" y="291442"/>
                </a:lnTo>
                <a:lnTo>
                  <a:pt x="2028348" y="291442"/>
                </a:lnTo>
                <a:lnTo>
                  <a:pt x="2008268" y="288427"/>
                </a:lnTo>
                <a:lnTo>
                  <a:pt x="1992958" y="276696"/>
                </a:lnTo>
                <a:lnTo>
                  <a:pt x="1983200" y="252214"/>
                </a:lnTo>
                <a:lnTo>
                  <a:pt x="1979774" y="210948"/>
                </a:lnTo>
                <a:lnTo>
                  <a:pt x="1979774" y="85582"/>
                </a:lnTo>
                <a:close/>
              </a:path>
              <a:path w="2599690" h="347980">
                <a:moveTo>
                  <a:pt x="2146312" y="317347"/>
                </a:moveTo>
                <a:lnTo>
                  <a:pt x="2089412" y="317347"/>
                </a:lnTo>
                <a:lnTo>
                  <a:pt x="2089412" y="341866"/>
                </a:lnTo>
                <a:lnTo>
                  <a:pt x="2146312" y="341866"/>
                </a:lnTo>
                <a:lnTo>
                  <a:pt x="2146312" y="317347"/>
                </a:lnTo>
                <a:close/>
              </a:path>
              <a:path w="2599690" h="347980">
                <a:moveTo>
                  <a:pt x="2146312" y="85582"/>
                </a:moveTo>
                <a:lnTo>
                  <a:pt x="2084786" y="85582"/>
                </a:lnTo>
                <a:lnTo>
                  <a:pt x="2084674" y="210948"/>
                </a:lnTo>
                <a:lnTo>
                  <a:pt x="2084243" y="228751"/>
                </a:lnTo>
                <a:lnTo>
                  <a:pt x="2075071" y="267849"/>
                </a:lnTo>
                <a:lnTo>
                  <a:pt x="2043129" y="289837"/>
                </a:lnTo>
                <a:lnTo>
                  <a:pt x="2028348" y="291442"/>
                </a:lnTo>
                <a:lnTo>
                  <a:pt x="2146312" y="291442"/>
                </a:lnTo>
                <a:lnTo>
                  <a:pt x="2146312" y="85582"/>
                </a:lnTo>
                <a:close/>
              </a:path>
              <a:path w="2599690" h="347980">
                <a:moveTo>
                  <a:pt x="2319609" y="79568"/>
                </a:moveTo>
                <a:lnTo>
                  <a:pt x="2276427" y="86281"/>
                </a:lnTo>
                <a:lnTo>
                  <a:pt x="2239286" y="105074"/>
                </a:lnTo>
                <a:lnTo>
                  <a:pt x="2210227" y="133926"/>
                </a:lnTo>
                <a:lnTo>
                  <a:pt x="2191293" y="170816"/>
                </a:lnTo>
                <a:lnTo>
                  <a:pt x="2184528" y="213724"/>
                </a:lnTo>
                <a:lnTo>
                  <a:pt x="2191485" y="256276"/>
                </a:lnTo>
                <a:lnTo>
                  <a:pt x="2210878" y="293122"/>
                </a:lnTo>
                <a:lnTo>
                  <a:pt x="2240485" y="322107"/>
                </a:lnTo>
                <a:lnTo>
                  <a:pt x="2278085" y="341077"/>
                </a:lnTo>
                <a:lnTo>
                  <a:pt x="2321459" y="347879"/>
                </a:lnTo>
                <a:lnTo>
                  <a:pt x="2363520" y="341851"/>
                </a:lnTo>
                <a:lnTo>
                  <a:pt x="2399466" y="324287"/>
                </a:lnTo>
                <a:lnTo>
                  <a:pt x="2428213" y="295966"/>
                </a:lnTo>
                <a:lnTo>
                  <a:pt x="2430631" y="291442"/>
                </a:lnTo>
                <a:lnTo>
                  <a:pt x="2320997" y="291442"/>
                </a:lnTo>
                <a:lnTo>
                  <a:pt x="2291404" y="285536"/>
                </a:lnTo>
                <a:lnTo>
                  <a:pt x="2267797" y="269179"/>
                </a:lnTo>
                <a:lnTo>
                  <a:pt x="2252169" y="244407"/>
                </a:lnTo>
                <a:lnTo>
                  <a:pt x="2246517" y="213261"/>
                </a:lnTo>
                <a:lnTo>
                  <a:pt x="2251953" y="182259"/>
                </a:lnTo>
                <a:lnTo>
                  <a:pt x="2267103" y="157806"/>
                </a:lnTo>
                <a:lnTo>
                  <a:pt x="2290233" y="141767"/>
                </a:lnTo>
                <a:lnTo>
                  <a:pt x="2319609" y="136006"/>
                </a:lnTo>
                <a:lnTo>
                  <a:pt x="2430366" y="136006"/>
                </a:lnTo>
                <a:lnTo>
                  <a:pt x="2428314" y="132066"/>
                </a:lnTo>
                <a:lnTo>
                  <a:pt x="2398541" y="103334"/>
                </a:lnTo>
                <a:lnTo>
                  <a:pt x="2361569" y="85618"/>
                </a:lnTo>
                <a:lnTo>
                  <a:pt x="2319609" y="79568"/>
                </a:lnTo>
                <a:close/>
              </a:path>
              <a:path w="2599690" h="347980">
                <a:moveTo>
                  <a:pt x="2448676" y="257671"/>
                </a:moveTo>
                <a:lnTo>
                  <a:pt x="2379285" y="257671"/>
                </a:lnTo>
                <a:lnTo>
                  <a:pt x="2367315" y="272901"/>
                </a:lnTo>
                <a:lnTo>
                  <a:pt x="2353957" y="283404"/>
                </a:lnTo>
                <a:lnTo>
                  <a:pt x="2338691" y="289483"/>
                </a:lnTo>
                <a:lnTo>
                  <a:pt x="2320997" y="291442"/>
                </a:lnTo>
                <a:lnTo>
                  <a:pt x="2430631" y="291442"/>
                </a:lnTo>
                <a:lnTo>
                  <a:pt x="2448676" y="257671"/>
                </a:lnTo>
                <a:close/>
              </a:path>
              <a:path w="2599690" h="347980">
                <a:moveTo>
                  <a:pt x="2430366" y="136006"/>
                </a:moveTo>
                <a:lnTo>
                  <a:pt x="2319609" y="136006"/>
                </a:lnTo>
                <a:lnTo>
                  <a:pt x="2338887" y="138181"/>
                </a:lnTo>
                <a:lnTo>
                  <a:pt x="2355172" y="144737"/>
                </a:lnTo>
                <a:lnTo>
                  <a:pt x="2368595" y="155717"/>
                </a:lnTo>
                <a:lnTo>
                  <a:pt x="2379285" y="171164"/>
                </a:lnTo>
                <a:lnTo>
                  <a:pt x="2448676" y="171164"/>
                </a:lnTo>
                <a:lnTo>
                  <a:pt x="2430366" y="136006"/>
                </a:lnTo>
                <a:close/>
              </a:path>
              <a:path w="2599690" h="347980">
                <a:moveTo>
                  <a:pt x="2562315" y="141557"/>
                </a:moveTo>
                <a:lnTo>
                  <a:pt x="2500788" y="141557"/>
                </a:lnTo>
                <a:lnTo>
                  <a:pt x="2500788" y="341866"/>
                </a:lnTo>
                <a:lnTo>
                  <a:pt x="2562315" y="341866"/>
                </a:lnTo>
                <a:lnTo>
                  <a:pt x="2562315" y="141557"/>
                </a:lnTo>
                <a:close/>
              </a:path>
              <a:path w="2599690" h="347980">
                <a:moveTo>
                  <a:pt x="2599323" y="85582"/>
                </a:moveTo>
                <a:lnTo>
                  <a:pt x="2470719" y="85582"/>
                </a:lnTo>
                <a:lnTo>
                  <a:pt x="2470719" y="141557"/>
                </a:lnTo>
                <a:lnTo>
                  <a:pt x="2599323" y="141557"/>
                </a:lnTo>
                <a:lnTo>
                  <a:pt x="2599323" y="85582"/>
                </a:lnTo>
                <a:close/>
              </a:path>
              <a:path w="2599690" h="347980">
                <a:moveTo>
                  <a:pt x="2562315" y="0"/>
                </a:moveTo>
                <a:lnTo>
                  <a:pt x="2500788" y="0"/>
                </a:lnTo>
                <a:lnTo>
                  <a:pt x="2500788" y="85582"/>
                </a:lnTo>
                <a:lnTo>
                  <a:pt x="2562315" y="85582"/>
                </a:lnTo>
                <a:lnTo>
                  <a:pt x="25623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29768" y="3184157"/>
            <a:ext cx="5969820" cy="330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5112" y="5998346"/>
            <a:ext cx="7961421" cy="3303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01156" y="6707792"/>
            <a:ext cx="4761230" cy="2640965"/>
            <a:chOff x="501156" y="6707792"/>
            <a:chExt cx="4761230" cy="2640965"/>
          </a:xfrm>
        </p:grpSpPr>
        <p:sp>
          <p:nvSpPr>
            <p:cNvPr id="9" name="object 9"/>
            <p:cNvSpPr/>
            <p:nvPr/>
          </p:nvSpPr>
          <p:spPr>
            <a:xfrm>
              <a:off x="501156" y="6707792"/>
              <a:ext cx="4761230" cy="2640965"/>
            </a:xfrm>
            <a:custGeom>
              <a:avLst/>
              <a:gdLst/>
              <a:ahLst/>
              <a:cxnLst/>
              <a:rect l="l" t="t" r="r" b="b"/>
              <a:pathLst>
                <a:path w="4761230" h="2640965">
                  <a:moveTo>
                    <a:pt x="4683888" y="0"/>
                  </a:moveTo>
                  <a:lnTo>
                    <a:pt x="77101" y="0"/>
                  </a:lnTo>
                  <a:lnTo>
                    <a:pt x="47089" y="6058"/>
                  </a:lnTo>
                  <a:lnTo>
                    <a:pt x="22582" y="22582"/>
                  </a:lnTo>
                  <a:lnTo>
                    <a:pt x="6058" y="47089"/>
                  </a:lnTo>
                  <a:lnTo>
                    <a:pt x="0" y="77101"/>
                  </a:lnTo>
                  <a:lnTo>
                    <a:pt x="0" y="2563610"/>
                  </a:lnTo>
                  <a:lnTo>
                    <a:pt x="6058" y="2593621"/>
                  </a:lnTo>
                  <a:lnTo>
                    <a:pt x="22582" y="2618128"/>
                  </a:lnTo>
                  <a:lnTo>
                    <a:pt x="47089" y="2634652"/>
                  </a:lnTo>
                  <a:lnTo>
                    <a:pt x="77101" y="2640711"/>
                  </a:lnTo>
                  <a:lnTo>
                    <a:pt x="4683888" y="2640711"/>
                  </a:lnTo>
                  <a:lnTo>
                    <a:pt x="4713900" y="2634652"/>
                  </a:lnTo>
                  <a:lnTo>
                    <a:pt x="4738407" y="2618128"/>
                  </a:lnTo>
                  <a:lnTo>
                    <a:pt x="4754931" y="2593621"/>
                  </a:lnTo>
                  <a:lnTo>
                    <a:pt x="4760990" y="2563610"/>
                  </a:lnTo>
                  <a:lnTo>
                    <a:pt x="4760990" y="77101"/>
                  </a:lnTo>
                  <a:lnTo>
                    <a:pt x="4754931" y="47089"/>
                  </a:lnTo>
                  <a:lnTo>
                    <a:pt x="4738407" y="22582"/>
                  </a:lnTo>
                  <a:lnTo>
                    <a:pt x="4713900" y="6058"/>
                  </a:lnTo>
                  <a:lnTo>
                    <a:pt x="4683888" y="0"/>
                  </a:lnTo>
                  <a:close/>
                </a:path>
              </a:pathLst>
            </a:custGeom>
            <a:solidFill>
              <a:srgbClr val="E1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156" y="6707792"/>
              <a:ext cx="4760990" cy="9926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61558" y="7097036"/>
              <a:ext cx="3467100" cy="330835"/>
            </a:xfrm>
            <a:custGeom>
              <a:avLst/>
              <a:gdLst/>
              <a:ahLst/>
              <a:cxnLst/>
              <a:rect l="l" t="t" r="r" b="b"/>
              <a:pathLst>
                <a:path w="3467100" h="330834">
                  <a:moveTo>
                    <a:pt x="65227" y="9714"/>
                  </a:moveTo>
                  <a:lnTo>
                    <a:pt x="0" y="9714"/>
                  </a:lnTo>
                  <a:lnTo>
                    <a:pt x="0" y="266114"/>
                  </a:lnTo>
                  <a:lnTo>
                    <a:pt x="47532" y="266114"/>
                  </a:lnTo>
                  <a:lnTo>
                    <a:pt x="47532" y="73901"/>
                  </a:lnTo>
                  <a:lnTo>
                    <a:pt x="88036" y="73901"/>
                  </a:lnTo>
                  <a:lnTo>
                    <a:pt x="65227" y="9714"/>
                  </a:lnTo>
                  <a:close/>
                </a:path>
                <a:path w="3467100" h="330834">
                  <a:moveTo>
                    <a:pt x="88036" y="73901"/>
                  </a:moveTo>
                  <a:lnTo>
                    <a:pt x="47532" y="73901"/>
                  </a:lnTo>
                  <a:lnTo>
                    <a:pt x="114495" y="266114"/>
                  </a:lnTo>
                  <a:lnTo>
                    <a:pt x="153353" y="266114"/>
                  </a:lnTo>
                  <a:lnTo>
                    <a:pt x="174989" y="204009"/>
                  </a:lnTo>
                  <a:lnTo>
                    <a:pt x="134271" y="204009"/>
                  </a:lnTo>
                  <a:lnTo>
                    <a:pt x="88036" y="73901"/>
                  </a:lnTo>
                  <a:close/>
                </a:path>
                <a:path w="3467100" h="330834">
                  <a:moveTo>
                    <a:pt x="267849" y="73901"/>
                  </a:moveTo>
                  <a:lnTo>
                    <a:pt x="220316" y="73901"/>
                  </a:lnTo>
                  <a:lnTo>
                    <a:pt x="220316" y="266114"/>
                  </a:lnTo>
                  <a:lnTo>
                    <a:pt x="267849" y="266114"/>
                  </a:lnTo>
                  <a:lnTo>
                    <a:pt x="267849" y="73901"/>
                  </a:lnTo>
                  <a:close/>
                </a:path>
                <a:path w="3467100" h="330834">
                  <a:moveTo>
                    <a:pt x="267849" y="9714"/>
                  </a:moveTo>
                  <a:lnTo>
                    <a:pt x="202621" y="9714"/>
                  </a:lnTo>
                  <a:lnTo>
                    <a:pt x="134271" y="204009"/>
                  </a:lnTo>
                  <a:lnTo>
                    <a:pt x="174989" y="204009"/>
                  </a:lnTo>
                  <a:lnTo>
                    <a:pt x="220316" y="73901"/>
                  </a:lnTo>
                  <a:lnTo>
                    <a:pt x="267849" y="73901"/>
                  </a:lnTo>
                  <a:lnTo>
                    <a:pt x="267849" y="9714"/>
                  </a:lnTo>
                  <a:close/>
                </a:path>
                <a:path w="3467100" h="330834">
                  <a:moveTo>
                    <a:pt x="353682" y="73901"/>
                  </a:moveTo>
                  <a:lnTo>
                    <a:pt x="307537" y="73901"/>
                  </a:lnTo>
                  <a:lnTo>
                    <a:pt x="307537" y="176946"/>
                  </a:lnTo>
                  <a:lnTo>
                    <a:pt x="312682" y="220126"/>
                  </a:lnTo>
                  <a:lnTo>
                    <a:pt x="327357" y="249156"/>
                  </a:lnTo>
                  <a:lnTo>
                    <a:pt x="350424" y="265501"/>
                  </a:lnTo>
                  <a:lnTo>
                    <a:pt x="380744" y="270624"/>
                  </a:lnTo>
                  <a:lnTo>
                    <a:pt x="396731" y="269437"/>
                  </a:lnTo>
                  <a:lnTo>
                    <a:pt x="410539" y="265550"/>
                  </a:lnTo>
                  <a:lnTo>
                    <a:pt x="423241" y="258475"/>
                  </a:lnTo>
                  <a:lnTo>
                    <a:pt x="435910" y="247725"/>
                  </a:lnTo>
                  <a:lnTo>
                    <a:pt x="478586" y="247725"/>
                  </a:lnTo>
                  <a:lnTo>
                    <a:pt x="478586" y="228296"/>
                  </a:lnTo>
                  <a:lnTo>
                    <a:pt x="390112" y="228296"/>
                  </a:lnTo>
                  <a:lnTo>
                    <a:pt x="375052" y="226035"/>
                  </a:lnTo>
                  <a:lnTo>
                    <a:pt x="363570" y="217237"/>
                  </a:lnTo>
                  <a:lnTo>
                    <a:pt x="356252" y="198875"/>
                  </a:lnTo>
                  <a:lnTo>
                    <a:pt x="353682" y="167926"/>
                  </a:lnTo>
                  <a:lnTo>
                    <a:pt x="353682" y="73901"/>
                  </a:lnTo>
                  <a:close/>
                </a:path>
                <a:path w="3467100" h="330834">
                  <a:moveTo>
                    <a:pt x="478586" y="247725"/>
                  </a:moveTo>
                  <a:lnTo>
                    <a:pt x="435910" y="247725"/>
                  </a:lnTo>
                  <a:lnTo>
                    <a:pt x="435910" y="266114"/>
                  </a:lnTo>
                  <a:lnTo>
                    <a:pt x="478586" y="266114"/>
                  </a:lnTo>
                  <a:lnTo>
                    <a:pt x="478586" y="247725"/>
                  </a:lnTo>
                  <a:close/>
                </a:path>
                <a:path w="3467100" h="330834">
                  <a:moveTo>
                    <a:pt x="478586" y="73901"/>
                  </a:moveTo>
                  <a:lnTo>
                    <a:pt x="432441" y="73901"/>
                  </a:lnTo>
                  <a:lnTo>
                    <a:pt x="432357" y="167926"/>
                  </a:lnTo>
                  <a:lnTo>
                    <a:pt x="432034" y="181278"/>
                  </a:lnTo>
                  <a:lnTo>
                    <a:pt x="418947" y="218050"/>
                  </a:lnTo>
                  <a:lnTo>
                    <a:pt x="390112" y="228296"/>
                  </a:lnTo>
                  <a:lnTo>
                    <a:pt x="478586" y="228296"/>
                  </a:lnTo>
                  <a:lnTo>
                    <a:pt x="478586" y="73901"/>
                  </a:lnTo>
                  <a:close/>
                </a:path>
                <a:path w="3467100" h="330834">
                  <a:moveTo>
                    <a:pt x="561719" y="9714"/>
                  </a:moveTo>
                  <a:lnTo>
                    <a:pt x="515574" y="9714"/>
                  </a:lnTo>
                  <a:lnTo>
                    <a:pt x="515574" y="266114"/>
                  </a:lnTo>
                  <a:lnTo>
                    <a:pt x="561719" y="266114"/>
                  </a:lnTo>
                  <a:lnTo>
                    <a:pt x="561719" y="9714"/>
                  </a:lnTo>
                  <a:close/>
                </a:path>
                <a:path w="3467100" h="330834">
                  <a:moveTo>
                    <a:pt x="652009" y="115882"/>
                  </a:moveTo>
                  <a:lnTo>
                    <a:pt x="605864" y="115882"/>
                  </a:lnTo>
                  <a:lnTo>
                    <a:pt x="605864" y="266114"/>
                  </a:lnTo>
                  <a:lnTo>
                    <a:pt x="652009" y="266114"/>
                  </a:lnTo>
                  <a:lnTo>
                    <a:pt x="652009" y="115882"/>
                  </a:lnTo>
                  <a:close/>
                </a:path>
                <a:path w="3467100" h="330834">
                  <a:moveTo>
                    <a:pt x="679765" y="73901"/>
                  </a:moveTo>
                  <a:lnTo>
                    <a:pt x="583312" y="73901"/>
                  </a:lnTo>
                  <a:lnTo>
                    <a:pt x="583312" y="115882"/>
                  </a:lnTo>
                  <a:lnTo>
                    <a:pt x="679765" y="115882"/>
                  </a:lnTo>
                  <a:lnTo>
                    <a:pt x="679765" y="73901"/>
                  </a:lnTo>
                  <a:close/>
                </a:path>
                <a:path w="3467100" h="330834">
                  <a:moveTo>
                    <a:pt x="652009" y="9714"/>
                  </a:moveTo>
                  <a:lnTo>
                    <a:pt x="605864" y="9714"/>
                  </a:lnTo>
                  <a:lnTo>
                    <a:pt x="605864" y="73901"/>
                  </a:lnTo>
                  <a:lnTo>
                    <a:pt x="652009" y="73901"/>
                  </a:lnTo>
                  <a:lnTo>
                    <a:pt x="652009" y="9714"/>
                  </a:lnTo>
                  <a:close/>
                </a:path>
                <a:path w="3467100" h="330834">
                  <a:moveTo>
                    <a:pt x="749088" y="73901"/>
                  </a:moveTo>
                  <a:lnTo>
                    <a:pt x="702943" y="73901"/>
                  </a:lnTo>
                  <a:lnTo>
                    <a:pt x="702943" y="266114"/>
                  </a:lnTo>
                  <a:lnTo>
                    <a:pt x="749088" y="266114"/>
                  </a:lnTo>
                  <a:lnTo>
                    <a:pt x="749088" y="73901"/>
                  </a:lnTo>
                  <a:close/>
                </a:path>
                <a:path w="3467100" h="330834">
                  <a:moveTo>
                    <a:pt x="749435" y="0"/>
                  </a:moveTo>
                  <a:lnTo>
                    <a:pt x="703290" y="0"/>
                  </a:lnTo>
                  <a:lnTo>
                    <a:pt x="703290" y="46145"/>
                  </a:lnTo>
                  <a:lnTo>
                    <a:pt x="749435" y="46145"/>
                  </a:lnTo>
                  <a:lnTo>
                    <a:pt x="749435" y="0"/>
                  </a:lnTo>
                  <a:close/>
                </a:path>
                <a:path w="3467100" h="330834">
                  <a:moveTo>
                    <a:pt x="828622" y="73901"/>
                  </a:moveTo>
                  <a:lnTo>
                    <a:pt x="786294" y="73901"/>
                  </a:lnTo>
                  <a:lnTo>
                    <a:pt x="786294" y="330300"/>
                  </a:lnTo>
                  <a:lnTo>
                    <a:pt x="832439" y="330300"/>
                  </a:lnTo>
                  <a:lnTo>
                    <a:pt x="832439" y="248072"/>
                  </a:lnTo>
                  <a:lnTo>
                    <a:pt x="951311" y="248072"/>
                  </a:lnTo>
                  <a:lnTo>
                    <a:pt x="960292" y="241827"/>
                  </a:lnTo>
                  <a:lnTo>
                    <a:pt x="968735" y="228296"/>
                  </a:lnTo>
                  <a:lnTo>
                    <a:pt x="886564" y="228296"/>
                  </a:lnTo>
                  <a:lnTo>
                    <a:pt x="863914" y="223867"/>
                  </a:lnTo>
                  <a:lnTo>
                    <a:pt x="845883" y="211599"/>
                  </a:lnTo>
                  <a:lnTo>
                    <a:pt x="833968" y="193020"/>
                  </a:lnTo>
                  <a:lnTo>
                    <a:pt x="829663" y="169660"/>
                  </a:lnTo>
                  <a:lnTo>
                    <a:pt x="833957" y="146702"/>
                  </a:lnTo>
                  <a:lnTo>
                    <a:pt x="845797" y="128329"/>
                  </a:lnTo>
                  <a:lnTo>
                    <a:pt x="863621" y="116137"/>
                  </a:lnTo>
                  <a:lnTo>
                    <a:pt x="885870" y="111719"/>
                  </a:lnTo>
                  <a:lnTo>
                    <a:pt x="969335" y="111719"/>
                  </a:lnTo>
                  <a:lnTo>
                    <a:pt x="960465" y="97624"/>
                  </a:lnTo>
                  <a:lnTo>
                    <a:pt x="958756" y="96453"/>
                  </a:lnTo>
                  <a:lnTo>
                    <a:pt x="828622" y="96453"/>
                  </a:lnTo>
                  <a:lnTo>
                    <a:pt x="828622" y="73901"/>
                  </a:lnTo>
                  <a:close/>
                </a:path>
                <a:path w="3467100" h="330834">
                  <a:moveTo>
                    <a:pt x="951311" y="248072"/>
                  </a:moveTo>
                  <a:lnTo>
                    <a:pt x="832439" y="248072"/>
                  </a:lnTo>
                  <a:lnTo>
                    <a:pt x="845656" y="258183"/>
                  </a:lnTo>
                  <a:lnTo>
                    <a:pt x="859588" y="265203"/>
                  </a:lnTo>
                  <a:lnTo>
                    <a:pt x="874691" y="269296"/>
                  </a:lnTo>
                  <a:lnTo>
                    <a:pt x="891421" y="270624"/>
                  </a:lnTo>
                  <a:lnTo>
                    <a:pt x="929857" y="262991"/>
                  </a:lnTo>
                  <a:lnTo>
                    <a:pt x="951311" y="248072"/>
                  </a:lnTo>
                  <a:close/>
                </a:path>
                <a:path w="3467100" h="330834">
                  <a:moveTo>
                    <a:pt x="969335" y="111719"/>
                  </a:moveTo>
                  <a:lnTo>
                    <a:pt x="885870" y="111719"/>
                  </a:lnTo>
                  <a:lnTo>
                    <a:pt x="907663" y="116197"/>
                  </a:lnTo>
                  <a:lnTo>
                    <a:pt x="925162" y="128546"/>
                  </a:lnTo>
                  <a:lnTo>
                    <a:pt x="936807" y="147141"/>
                  </a:lnTo>
                  <a:lnTo>
                    <a:pt x="941036" y="170354"/>
                  </a:lnTo>
                  <a:lnTo>
                    <a:pt x="936818" y="193167"/>
                  </a:lnTo>
                  <a:lnTo>
                    <a:pt x="925249" y="211555"/>
                  </a:lnTo>
                  <a:lnTo>
                    <a:pt x="907956" y="223829"/>
                  </a:lnTo>
                  <a:lnTo>
                    <a:pt x="886564" y="228296"/>
                  </a:lnTo>
                  <a:lnTo>
                    <a:pt x="968735" y="228296"/>
                  </a:lnTo>
                  <a:lnTo>
                    <a:pt x="980317" y="209734"/>
                  </a:lnTo>
                  <a:lnTo>
                    <a:pt x="987528" y="169313"/>
                  </a:lnTo>
                  <a:lnTo>
                    <a:pt x="980372" y="129256"/>
                  </a:lnTo>
                  <a:lnTo>
                    <a:pt x="969335" y="111719"/>
                  </a:lnTo>
                  <a:close/>
                </a:path>
                <a:path w="3467100" h="330834">
                  <a:moveTo>
                    <a:pt x="891768" y="69390"/>
                  </a:moveTo>
                  <a:lnTo>
                    <a:pt x="873022" y="71179"/>
                  </a:lnTo>
                  <a:lnTo>
                    <a:pt x="856032" y="76416"/>
                  </a:lnTo>
                  <a:lnTo>
                    <a:pt x="841124" y="84906"/>
                  </a:lnTo>
                  <a:lnTo>
                    <a:pt x="828622" y="96453"/>
                  </a:lnTo>
                  <a:lnTo>
                    <a:pt x="958756" y="96453"/>
                  </a:lnTo>
                  <a:lnTo>
                    <a:pt x="930150" y="76855"/>
                  </a:lnTo>
                  <a:lnTo>
                    <a:pt x="891768" y="69390"/>
                  </a:lnTo>
                  <a:close/>
                </a:path>
                <a:path w="3467100" h="330834">
                  <a:moveTo>
                    <a:pt x="1061483" y="9714"/>
                  </a:moveTo>
                  <a:lnTo>
                    <a:pt x="1015338" y="9714"/>
                  </a:lnTo>
                  <a:lnTo>
                    <a:pt x="1015338" y="266114"/>
                  </a:lnTo>
                  <a:lnTo>
                    <a:pt x="1061483" y="266114"/>
                  </a:lnTo>
                  <a:lnTo>
                    <a:pt x="1061483" y="9714"/>
                  </a:lnTo>
                  <a:close/>
                </a:path>
                <a:path w="3467100" h="330834">
                  <a:moveTo>
                    <a:pt x="1191672" y="69390"/>
                  </a:moveTo>
                  <a:lnTo>
                    <a:pt x="1151984" y="77267"/>
                  </a:lnTo>
                  <a:lnTo>
                    <a:pt x="1119810" y="98838"/>
                  </a:lnTo>
                  <a:lnTo>
                    <a:pt x="1098239" y="131013"/>
                  </a:lnTo>
                  <a:lnTo>
                    <a:pt x="1090362" y="170701"/>
                  </a:lnTo>
                  <a:lnTo>
                    <a:pt x="1098380" y="210026"/>
                  </a:lnTo>
                  <a:lnTo>
                    <a:pt x="1120417" y="241740"/>
                  </a:lnTo>
                  <a:lnTo>
                    <a:pt x="1153448" y="262915"/>
                  </a:lnTo>
                  <a:lnTo>
                    <a:pt x="1194448" y="270624"/>
                  </a:lnTo>
                  <a:lnTo>
                    <a:pt x="1223348" y="266591"/>
                  </a:lnTo>
                  <a:lnTo>
                    <a:pt x="1250004" y="254751"/>
                  </a:lnTo>
                  <a:lnTo>
                    <a:pt x="1271781" y="235495"/>
                  </a:lnTo>
                  <a:lnTo>
                    <a:pt x="1275688" y="228296"/>
                  </a:lnTo>
                  <a:lnTo>
                    <a:pt x="1193407" y="228296"/>
                  </a:lnTo>
                  <a:lnTo>
                    <a:pt x="1174330" y="225656"/>
                  </a:lnTo>
                  <a:lnTo>
                    <a:pt x="1158668" y="218104"/>
                  </a:lnTo>
                  <a:lnTo>
                    <a:pt x="1147105" y="206194"/>
                  </a:lnTo>
                  <a:lnTo>
                    <a:pt x="1140323" y="190478"/>
                  </a:lnTo>
                  <a:lnTo>
                    <a:pt x="1289167" y="190478"/>
                  </a:lnTo>
                  <a:lnTo>
                    <a:pt x="1290555" y="183886"/>
                  </a:lnTo>
                  <a:lnTo>
                    <a:pt x="1290902" y="179722"/>
                  </a:lnTo>
                  <a:lnTo>
                    <a:pt x="1290902" y="172783"/>
                  </a:lnTo>
                  <a:lnTo>
                    <a:pt x="1286772" y="149884"/>
                  </a:lnTo>
                  <a:lnTo>
                    <a:pt x="1138935" y="149884"/>
                  </a:lnTo>
                  <a:lnTo>
                    <a:pt x="1146503" y="133528"/>
                  </a:lnTo>
                  <a:lnTo>
                    <a:pt x="1158105" y="121564"/>
                  </a:lnTo>
                  <a:lnTo>
                    <a:pt x="1173479" y="114218"/>
                  </a:lnTo>
                  <a:lnTo>
                    <a:pt x="1192366" y="111719"/>
                  </a:lnTo>
                  <a:lnTo>
                    <a:pt x="1270977" y="111719"/>
                  </a:lnTo>
                  <a:lnTo>
                    <a:pt x="1262755" y="98708"/>
                  </a:lnTo>
                  <a:lnTo>
                    <a:pt x="1231328" y="77154"/>
                  </a:lnTo>
                  <a:lnTo>
                    <a:pt x="1191672" y="69390"/>
                  </a:lnTo>
                  <a:close/>
                </a:path>
                <a:path w="3467100" h="330834">
                  <a:moveTo>
                    <a:pt x="1286044" y="209213"/>
                  </a:moveTo>
                  <a:lnTo>
                    <a:pt x="1235736" y="209213"/>
                  </a:lnTo>
                  <a:lnTo>
                    <a:pt x="1226829" y="218050"/>
                  </a:lnTo>
                  <a:lnTo>
                    <a:pt x="1217304" y="223959"/>
                  </a:lnTo>
                  <a:lnTo>
                    <a:pt x="1206413" y="227266"/>
                  </a:lnTo>
                  <a:lnTo>
                    <a:pt x="1193407" y="228296"/>
                  </a:lnTo>
                  <a:lnTo>
                    <a:pt x="1275688" y="228296"/>
                  </a:lnTo>
                  <a:lnTo>
                    <a:pt x="1286044" y="209213"/>
                  </a:lnTo>
                  <a:close/>
                </a:path>
                <a:path w="3467100" h="330834">
                  <a:moveTo>
                    <a:pt x="1270977" y="111719"/>
                  </a:moveTo>
                  <a:lnTo>
                    <a:pt x="1192366" y="111719"/>
                  </a:lnTo>
                  <a:lnTo>
                    <a:pt x="1211834" y="114218"/>
                  </a:lnTo>
                  <a:lnTo>
                    <a:pt x="1227365" y="121564"/>
                  </a:lnTo>
                  <a:lnTo>
                    <a:pt x="1238669" y="133528"/>
                  </a:lnTo>
                  <a:lnTo>
                    <a:pt x="1245450" y="149884"/>
                  </a:lnTo>
                  <a:lnTo>
                    <a:pt x="1286772" y="149884"/>
                  </a:lnTo>
                  <a:lnTo>
                    <a:pt x="1283447" y="131452"/>
                  </a:lnTo>
                  <a:lnTo>
                    <a:pt x="1270977" y="111719"/>
                  </a:lnTo>
                  <a:close/>
                </a:path>
                <a:path w="3467100" h="330834">
                  <a:moveTo>
                    <a:pt x="1460188" y="73901"/>
                  </a:moveTo>
                  <a:lnTo>
                    <a:pt x="1417860" y="73901"/>
                  </a:lnTo>
                  <a:lnTo>
                    <a:pt x="1417860" y="330300"/>
                  </a:lnTo>
                  <a:lnTo>
                    <a:pt x="1464005" y="330300"/>
                  </a:lnTo>
                  <a:lnTo>
                    <a:pt x="1464005" y="248072"/>
                  </a:lnTo>
                  <a:lnTo>
                    <a:pt x="1582877" y="248072"/>
                  </a:lnTo>
                  <a:lnTo>
                    <a:pt x="1591858" y="241827"/>
                  </a:lnTo>
                  <a:lnTo>
                    <a:pt x="1600301" y="228296"/>
                  </a:lnTo>
                  <a:lnTo>
                    <a:pt x="1518130" y="228296"/>
                  </a:lnTo>
                  <a:lnTo>
                    <a:pt x="1495480" y="223867"/>
                  </a:lnTo>
                  <a:lnTo>
                    <a:pt x="1477449" y="211599"/>
                  </a:lnTo>
                  <a:lnTo>
                    <a:pt x="1465534" y="193020"/>
                  </a:lnTo>
                  <a:lnTo>
                    <a:pt x="1461229" y="169660"/>
                  </a:lnTo>
                  <a:lnTo>
                    <a:pt x="1465523" y="146702"/>
                  </a:lnTo>
                  <a:lnTo>
                    <a:pt x="1477363" y="128329"/>
                  </a:lnTo>
                  <a:lnTo>
                    <a:pt x="1495187" y="116137"/>
                  </a:lnTo>
                  <a:lnTo>
                    <a:pt x="1517436" y="111719"/>
                  </a:lnTo>
                  <a:lnTo>
                    <a:pt x="1600901" y="111719"/>
                  </a:lnTo>
                  <a:lnTo>
                    <a:pt x="1592031" y="97624"/>
                  </a:lnTo>
                  <a:lnTo>
                    <a:pt x="1590322" y="96453"/>
                  </a:lnTo>
                  <a:lnTo>
                    <a:pt x="1460188" y="96453"/>
                  </a:lnTo>
                  <a:lnTo>
                    <a:pt x="1460188" y="73901"/>
                  </a:lnTo>
                  <a:close/>
                </a:path>
                <a:path w="3467100" h="330834">
                  <a:moveTo>
                    <a:pt x="1582877" y="248072"/>
                  </a:moveTo>
                  <a:lnTo>
                    <a:pt x="1464005" y="248072"/>
                  </a:lnTo>
                  <a:lnTo>
                    <a:pt x="1477222" y="258183"/>
                  </a:lnTo>
                  <a:lnTo>
                    <a:pt x="1491154" y="265203"/>
                  </a:lnTo>
                  <a:lnTo>
                    <a:pt x="1506258" y="269296"/>
                  </a:lnTo>
                  <a:lnTo>
                    <a:pt x="1522987" y="270624"/>
                  </a:lnTo>
                  <a:lnTo>
                    <a:pt x="1561423" y="262991"/>
                  </a:lnTo>
                  <a:lnTo>
                    <a:pt x="1582877" y="248072"/>
                  </a:lnTo>
                  <a:close/>
                </a:path>
                <a:path w="3467100" h="330834">
                  <a:moveTo>
                    <a:pt x="1600901" y="111719"/>
                  </a:moveTo>
                  <a:lnTo>
                    <a:pt x="1517436" y="111719"/>
                  </a:lnTo>
                  <a:lnTo>
                    <a:pt x="1539229" y="116197"/>
                  </a:lnTo>
                  <a:lnTo>
                    <a:pt x="1556729" y="128546"/>
                  </a:lnTo>
                  <a:lnTo>
                    <a:pt x="1568373" y="147141"/>
                  </a:lnTo>
                  <a:lnTo>
                    <a:pt x="1572602" y="170354"/>
                  </a:lnTo>
                  <a:lnTo>
                    <a:pt x="1568384" y="193167"/>
                  </a:lnTo>
                  <a:lnTo>
                    <a:pt x="1556815" y="211555"/>
                  </a:lnTo>
                  <a:lnTo>
                    <a:pt x="1539522" y="223829"/>
                  </a:lnTo>
                  <a:lnTo>
                    <a:pt x="1518130" y="228296"/>
                  </a:lnTo>
                  <a:lnTo>
                    <a:pt x="1600301" y="228296"/>
                  </a:lnTo>
                  <a:lnTo>
                    <a:pt x="1611884" y="209734"/>
                  </a:lnTo>
                  <a:lnTo>
                    <a:pt x="1619094" y="169313"/>
                  </a:lnTo>
                  <a:lnTo>
                    <a:pt x="1611938" y="129256"/>
                  </a:lnTo>
                  <a:lnTo>
                    <a:pt x="1600901" y="111719"/>
                  </a:lnTo>
                  <a:close/>
                </a:path>
                <a:path w="3467100" h="330834">
                  <a:moveTo>
                    <a:pt x="1523334" y="69390"/>
                  </a:moveTo>
                  <a:lnTo>
                    <a:pt x="1504588" y="71179"/>
                  </a:lnTo>
                  <a:lnTo>
                    <a:pt x="1487598" y="76416"/>
                  </a:lnTo>
                  <a:lnTo>
                    <a:pt x="1472690" y="84906"/>
                  </a:lnTo>
                  <a:lnTo>
                    <a:pt x="1460188" y="96453"/>
                  </a:lnTo>
                  <a:lnTo>
                    <a:pt x="1590322" y="96453"/>
                  </a:lnTo>
                  <a:lnTo>
                    <a:pt x="1561716" y="76855"/>
                  </a:lnTo>
                  <a:lnTo>
                    <a:pt x="1523334" y="69390"/>
                  </a:lnTo>
                  <a:close/>
                </a:path>
                <a:path w="3467100" h="330834">
                  <a:moveTo>
                    <a:pt x="1689233" y="73901"/>
                  </a:moveTo>
                  <a:lnTo>
                    <a:pt x="1646904" y="73901"/>
                  </a:lnTo>
                  <a:lnTo>
                    <a:pt x="1646904" y="266114"/>
                  </a:lnTo>
                  <a:lnTo>
                    <a:pt x="1693049" y="266114"/>
                  </a:lnTo>
                  <a:lnTo>
                    <a:pt x="1693049" y="159252"/>
                  </a:lnTo>
                  <a:lnTo>
                    <a:pt x="1695597" y="139660"/>
                  </a:lnTo>
                  <a:lnTo>
                    <a:pt x="1703284" y="125597"/>
                  </a:lnTo>
                  <a:lnTo>
                    <a:pt x="1716176" y="116999"/>
                  </a:lnTo>
                  <a:lnTo>
                    <a:pt x="1734337" y="113801"/>
                  </a:lnTo>
                  <a:lnTo>
                    <a:pt x="1734337" y="92636"/>
                  </a:lnTo>
                  <a:lnTo>
                    <a:pt x="1689233" y="92636"/>
                  </a:lnTo>
                  <a:lnTo>
                    <a:pt x="1689233" y="73901"/>
                  </a:lnTo>
                  <a:close/>
                </a:path>
                <a:path w="3467100" h="330834">
                  <a:moveTo>
                    <a:pt x="1734337" y="69390"/>
                  </a:moveTo>
                  <a:lnTo>
                    <a:pt x="1730867" y="69390"/>
                  </a:lnTo>
                  <a:lnTo>
                    <a:pt x="1717726" y="70534"/>
                  </a:lnTo>
                  <a:lnTo>
                    <a:pt x="1707188" y="74378"/>
                  </a:lnTo>
                  <a:lnTo>
                    <a:pt x="1698080" y="81539"/>
                  </a:lnTo>
                  <a:lnTo>
                    <a:pt x="1689233" y="92636"/>
                  </a:lnTo>
                  <a:lnTo>
                    <a:pt x="1734337" y="92636"/>
                  </a:lnTo>
                  <a:lnTo>
                    <a:pt x="1734337" y="69390"/>
                  </a:lnTo>
                  <a:close/>
                </a:path>
                <a:path w="3467100" h="330834">
                  <a:moveTo>
                    <a:pt x="1804183" y="73901"/>
                  </a:moveTo>
                  <a:lnTo>
                    <a:pt x="1758038" y="73901"/>
                  </a:lnTo>
                  <a:lnTo>
                    <a:pt x="1758038" y="266114"/>
                  </a:lnTo>
                  <a:lnTo>
                    <a:pt x="1804183" y="266114"/>
                  </a:lnTo>
                  <a:lnTo>
                    <a:pt x="1804183" y="73901"/>
                  </a:lnTo>
                  <a:close/>
                </a:path>
                <a:path w="3467100" h="330834">
                  <a:moveTo>
                    <a:pt x="1804530" y="0"/>
                  </a:moveTo>
                  <a:lnTo>
                    <a:pt x="1758385" y="0"/>
                  </a:lnTo>
                  <a:lnTo>
                    <a:pt x="1758385" y="46145"/>
                  </a:lnTo>
                  <a:lnTo>
                    <a:pt x="1804530" y="46145"/>
                  </a:lnTo>
                  <a:lnTo>
                    <a:pt x="1804530" y="0"/>
                  </a:lnTo>
                  <a:close/>
                </a:path>
                <a:path w="3467100" h="330834">
                  <a:moveTo>
                    <a:pt x="1934372" y="69390"/>
                  </a:moveTo>
                  <a:lnTo>
                    <a:pt x="1894538" y="77159"/>
                  </a:lnTo>
                  <a:lnTo>
                    <a:pt x="1862379" y="98491"/>
                  </a:lnTo>
                  <a:lnTo>
                    <a:pt x="1840890" y="130427"/>
                  </a:lnTo>
                  <a:lnTo>
                    <a:pt x="1833062" y="170007"/>
                  </a:lnTo>
                  <a:lnTo>
                    <a:pt x="1841107" y="209295"/>
                  </a:lnTo>
                  <a:lnTo>
                    <a:pt x="1863073" y="241263"/>
                  </a:lnTo>
                  <a:lnTo>
                    <a:pt x="1895709" y="262758"/>
                  </a:lnTo>
                  <a:lnTo>
                    <a:pt x="1935760" y="270624"/>
                  </a:lnTo>
                  <a:lnTo>
                    <a:pt x="1967306" y="266103"/>
                  </a:lnTo>
                  <a:lnTo>
                    <a:pt x="1994266" y="252930"/>
                  </a:lnTo>
                  <a:lnTo>
                    <a:pt x="2015826" y="231689"/>
                  </a:lnTo>
                  <a:lnTo>
                    <a:pt x="2017639" y="228296"/>
                  </a:lnTo>
                  <a:lnTo>
                    <a:pt x="1935413" y="228296"/>
                  </a:lnTo>
                  <a:lnTo>
                    <a:pt x="1913219" y="223867"/>
                  </a:lnTo>
                  <a:lnTo>
                    <a:pt x="1895514" y="211599"/>
                  </a:lnTo>
                  <a:lnTo>
                    <a:pt x="1883793" y="193020"/>
                  </a:lnTo>
                  <a:lnTo>
                    <a:pt x="1879554" y="169660"/>
                  </a:lnTo>
                  <a:lnTo>
                    <a:pt x="1883630" y="146409"/>
                  </a:lnTo>
                  <a:lnTo>
                    <a:pt x="1894993" y="128069"/>
                  </a:lnTo>
                  <a:lnTo>
                    <a:pt x="1912341" y="116040"/>
                  </a:lnTo>
                  <a:lnTo>
                    <a:pt x="1934372" y="111719"/>
                  </a:lnTo>
                  <a:lnTo>
                    <a:pt x="2017440" y="111719"/>
                  </a:lnTo>
                  <a:lnTo>
                    <a:pt x="2015901" y="108764"/>
                  </a:lnTo>
                  <a:lnTo>
                    <a:pt x="1993572" y="87215"/>
                  </a:lnTo>
                  <a:lnTo>
                    <a:pt x="1965842" y="73928"/>
                  </a:lnTo>
                  <a:lnTo>
                    <a:pt x="1934372" y="69390"/>
                  </a:lnTo>
                  <a:close/>
                </a:path>
                <a:path w="3467100" h="330834">
                  <a:moveTo>
                    <a:pt x="2031173" y="202968"/>
                  </a:moveTo>
                  <a:lnTo>
                    <a:pt x="1979130" y="202968"/>
                  </a:lnTo>
                  <a:lnTo>
                    <a:pt x="1970152" y="214390"/>
                  </a:lnTo>
                  <a:lnTo>
                    <a:pt x="1960134" y="222267"/>
                  </a:lnTo>
                  <a:lnTo>
                    <a:pt x="1948684" y="226827"/>
                  </a:lnTo>
                  <a:lnTo>
                    <a:pt x="1935413" y="228296"/>
                  </a:lnTo>
                  <a:lnTo>
                    <a:pt x="2017639" y="228296"/>
                  </a:lnTo>
                  <a:lnTo>
                    <a:pt x="2031173" y="202968"/>
                  </a:lnTo>
                  <a:close/>
                </a:path>
                <a:path w="3467100" h="330834">
                  <a:moveTo>
                    <a:pt x="2017440" y="111719"/>
                  </a:moveTo>
                  <a:lnTo>
                    <a:pt x="1934372" y="111719"/>
                  </a:lnTo>
                  <a:lnTo>
                    <a:pt x="1948831" y="113351"/>
                  </a:lnTo>
                  <a:lnTo>
                    <a:pt x="1961045" y="118268"/>
                  </a:lnTo>
                  <a:lnTo>
                    <a:pt x="1971112" y="126502"/>
                  </a:lnTo>
                  <a:lnTo>
                    <a:pt x="1979130" y="138088"/>
                  </a:lnTo>
                  <a:lnTo>
                    <a:pt x="2031173" y="138088"/>
                  </a:lnTo>
                  <a:lnTo>
                    <a:pt x="2017440" y="111719"/>
                  </a:lnTo>
                  <a:close/>
                </a:path>
                <a:path w="3467100" h="330834">
                  <a:moveTo>
                    <a:pt x="2109463" y="9714"/>
                  </a:moveTo>
                  <a:lnTo>
                    <a:pt x="2063318" y="9714"/>
                  </a:lnTo>
                  <a:lnTo>
                    <a:pt x="2063318" y="266114"/>
                  </a:lnTo>
                  <a:lnTo>
                    <a:pt x="2109463" y="266114"/>
                  </a:lnTo>
                  <a:lnTo>
                    <a:pt x="2109463" y="176253"/>
                  </a:lnTo>
                  <a:lnTo>
                    <a:pt x="2164110" y="176253"/>
                  </a:lnTo>
                  <a:lnTo>
                    <a:pt x="2157342" y="167926"/>
                  </a:lnTo>
                  <a:lnTo>
                    <a:pt x="2159877" y="164456"/>
                  </a:lnTo>
                  <a:lnTo>
                    <a:pt x="2109463" y="164456"/>
                  </a:lnTo>
                  <a:lnTo>
                    <a:pt x="2109463" y="9714"/>
                  </a:lnTo>
                  <a:close/>
                </a:path>
                <a:path w="3467100" h="330834">
                  <a:moveTo>
                    <a:pt x="2164110" y="176253"/>
                  </a:moveTo>
                  <a:lnTo>
                    <a:pt x="2109463" y="176253"/>
                  </a:lnTo>
                  <a:lnTo>
                    <a:pt x="2175037" y="266114"/>
                  </a:lnTo>
                  <a:lnTo>
                    <a:pt x="2237142" y="266114"/>
                  </a:lnTo>
                  <a:lnTo>
                    <a:pt x="2164110" y="176253"/>
                  </a:lnTo>
                  <a:close/>
                </a:path>
                <a:path w="3467100" h="330834">
                  <a:moveTo>
                    <a:pt x="2226040" y="73901"/>
                  </a:moveTo>
                  <a:lnTo>
                    <a:pt x="2170874" y="73901"/>
                  </a:lnTo>
                  <a:lnTo>
                    <a:pt x="2109463" y="164456"/>
                  </a:lnTo>
                  <a:lnTo>
                    <a:pt x="2159877" y="164456"/>
                  </a:lnTo>
                  <a:lnTo>
                    <a:pt x="2226040" y="73901"/>
                  </a:lnTo>
                  <a:close/>
                </a:path>
                <a:path w="3467100" h="330834">
                  <a:moveTo>
                    <a:pt x="2288424" y="205050"/>
                  </a:moveTo>
                  <a:lnTo>
                    <a:pt x="2241932" y="205050"/>
                  </a:lnTo>
                  <a:lnTo>
                    <a:pt x="2249619" y="234178"/>
                  </a:lnTo>
                  <a:lnTo>
                    <a:pt x="2264657" y="254621"/>
                  </a:lnTo>
                  <a:lnTo>
                    <a:pt x="2285941" y="266672"/>
                  </a:lnTo>
                  <a:lnTo>
                    <a:pt x="2312364" y="270624"/>
                  </a:lnTo>
                  <a:lnTo>
                    <a:pt x="2339345" y="265550"/>
                  </a:lnTo>
                  <a:lnTo>
                    <a:pt x="2361154" y="251628"/>
                  </a:lnTo>
                  <a:lnTo>
                    <a:pt x="2375742" y="230811"/>
                  </a:lnTo>
                  <a:lnTo>
                    <a:pt x="2376262" y="228296"/>
                  </a:lnTo>
                  <a:lnTo>
                    <a:pt x="2314098" y="228296"/>
                  </a:lnTo>
                  <a:lnTo>
                    <a:pt x="2305012" y="226957"/>
                  </a:lnTo>
                  <a:lnTo>
                    <a:pt x="2297878" y="222788"/>
                  </a:lnTo>
                  <a:lnTo>
                    <a:pt x="2292435" y="215561"/>
                  </a:lnTo>
                  <a:lnTo>
                    <a:pt x="2288424" y="205050"/>
                  </a:lnTo>
                  <a:close/>
                </a:path>
                <a:path w="3467100" h="330834">
                  <a:moveTo>
                    <a:pt x="2312711" y="69390"/>
                  </a:moveTo>
                  <a:lnTo>
                    <a:pt x="2287659" y="73917"/>
                  </a:lnTo>
                  <a:lnTo>
                    <a:pt x="2267389" y="86348"/>
                  </a:lnTo>
                  <a:lnTo>
                    <a:pt x="2253820" y="104959"/>
                  </a:lnTo>
                  <a:lnTo>
                    <a:pt x="2248871" y="128026"/>
                  </a:lnTo>
                  <a:lnTo>
                    <a:pt x="2251852" y="146967"/>
                  </a:lnTo>
                  <a:lnTo>
                    <a:pt x="2261274" y="162201"/>
                  </a:lnTo>
                  <a:lnTo>
                    <a:pt x="2277852" y="174572"/>
                  </a:lnTo>
                  <a:lnTo>
                    <a:pt x="2302302" y="184926"/>
                  </a:lnTo>
                  <a:lnTo>
                    <a:pt x="2320425" y="191605"/>
                  </a:lnTo>
                  <a:lnTo>
                    <a:pt x="2330188" y="196983"/>
                  </a:lnTo>
                  <a:lnTo>
                    <a:pt x="2334162" y="202491"/>
                  </a:lnTo>
                  <a:lnTo>
                    <a:pt x="2334916" y="209560"/>
                  </a:lnTo>
                  <a:lnTo>
                    <a:pt x="2333322" y="217025"/>
                  </a:lnTo>
                  <a:lnTo>
                    <a:pt x="2328931" y="222961"/>
                  </a:lnTo>
                  <a:lnTo>
                    <a:pt x="2322328" y="226881"/>
                  </a:lnTo>
                  <a:lnTo>
                    <a:pt x="2314098" y="228296"/>
                  </a:lnTo>
                  <a:lnTo>
                    <a:pt x="2376262" y="228296"/>
                  </a:lnTo>
                  <a:lnTo>
                    <a:pt x="2381060" y="205050"/>
                  </a:lnTo>
                  <a:lnTo>
                    <a:pt x="2378372" y="186021"/>
                  </a:lnTo>
                  <a:lnTo>
                    <a:pt x="2369438" y="170961"/>
                  </a:lnTo>
                  <a:lnTo>
                    <a:pt x="2352957" y="158894"/>
                  </a:lnTo>
                  <a:lnTo>
                    <a:pt x="2327629" y="148843"/>
                  </a:lnTo>
                  <a:lnTo>
                    <a:pt x="2309214" y="142761"/>
                  </a:lnTo>
                  <a:lnTo>
                    <a:pt x="2299483" y="138434"/>
                  </a:lnTo>
                  <a:lnTo>
                    <a:pt x="2295672" y="134108"/>
                  </a:lnTo>
                  <a:lnTo>
                    <a:pt x="2295016" y="128026"/>
                  </a:lnTo>
                  <a:lnTo>
                    <a:pt x="2295016" y="118658"/>
                  </a:lnTo>
                  <a:lnTo>
                    <a:pt x="2302649" y="111719"/>
                  </a:lnTo>
                  <a:lnTo>
                    <a:pt x="2372067" y="111719"/>
                  </a:lnTo>
                  <a:lnTo>
                    <a:pt x="2369844" y="102763"/>
                  </a:lnTo>
                  <a:lnTo>
                    <a:pt x="2355863" y="84656"/>
                  </a:lnTo>
                  <a:lnTo>
                    <a:pt x="2336092" y="73315"/>
                  </a:lnTo>
                  <a:lnTo>
                    <a:pt x="2312711" y="69390"/>
                  </a:lnTo>
                  <a:close/>
                </a:path>
                <a:path w="3467100" h="330834">
                  <a:moveTo>
                    <a:pt x="2372067" y="111719"/>
                  </a:moveTo>
                  <a:lnTo>
                    <a:pt x="2322425" y="111719"/>
                  </a:lnTo>
                  <a:lnTo>
                    <a:pt x="2328670" y="116923"/>
                  </a:lnTo>
                  <a:lnTo>
                    <a:pt x="2330752" y="126985"/>
                  </a:lnTo>
                  <a:lnTo>
                    <a:pt x="2375856" y="126985"/>
                  </a:lnTo>
                  <a:lnTo>
                    <a:pt x="2372067" y="111719"/>
                  </a:lnTo>
                  <a:close/>
                </a:path>
                <a:path w="3467100" h="330834">
                  <a:moveTo>
                    <a:pt x="2593641" y="69390"/>
                  </a:moveTo>
                  <a:lnTo>
                    <a:pt x="2554348" y="76975"/>
                  </a:lnTo>
                  <a:lnTo>
                    <a:pt x="2523382" y="98058"/>
                  </a:lnTo>
                  <a:lnTo>
                    <a:pt x="2503085" y="130135"/>
                  </a:lnTo>
                  <a:lnTo>
                    <a:pt x="2495799" y="170701"/>
                  </a:lnTo>
                  <a:lnTo>
                    <a:pt x="2503020" y="210758"/>
                  </a:lnTo>
                  <a:lnTo>
                    <a:pt x="2523122" y="242391"/>
                  </a:lnTo>
                  <a:lnTo>
                    <a:pt x="2553763" y="263159"/>
                  </a:lnTo>
                  <a:lnTo>
                    <a:pt x="2592600" y="270624"/>
                  </a:lnTo>
                  <a:lnTo>
                    <a:pt x="2611406" y="268944"/>
                  </a:lnTo>
                  <a:lnTo>
                    <a:pt x="2627772" y="263685"/>
                  </a:lnTo>
                  <a:lnTo>
                    <a:pt x="2642513" y="254523"/>
                  </a:lnTo>
                  <a:lnTo>
                    <a:pt x="2656439" y="241133"/>
                  </a:lnTo>
                  <a:lnTo>
                    <a:pt x="2698768" y="241133"/>
                  </a:lnTo>
                  <a:lnTo>
                    <a:pt x="2698768" y="228296"/>
                  </a:lnTo>
                  <a:lnTo>
                    <a:pt x="2599192" y="228296"/>
                  </a:lnTo>
                  <a:lnTo>
                    <a:pt x="2576103" y="224192"/>
                  </a:lnTo>
                  <a:lnTo>
                    <a:pt x="2558121" y="212639"/>
                  </a:lnTo>
                  <a:lnTo>
                    <a:pt x="2546449" y="194777"/>
                  </a:lnTo>
                  <a:lnTo>
                    <a:pt x="2542291" y="171742"/>
                  </a:lnTo>
                  <a:lnTo>
                    <a:pt x="2546439" y="147580"/>
                  </a:lnTo>
                  <a:lnTo>
                    <a:pt x="2558035" y="128590"/>
                  </a:lnTo>
                  <a:lnTo>
                    <a:pt x="2575811" y="116170"/>
                  </a:lnTo>
                  <a:lnTo>
                    <a:pt x="2598498" y="111719"/>
                  </a:lnTo>
                  <a:lnTo>
                    <a:pt x="2698768" y="111719"/>
                  </a:lnTo>
                  <a:lnTo>
                    <a:pt x="2698768" y="99576"/>
                  </a:lnTo>
                  <a:lnTo>
                    <a:pt x="2656439" y="99576"/>
                  </a:lnTo>
                  <a:lnTo>
                    <a:pt x="2643797" y="85930"/>
                  </a:lnTo>
                  <a:lnTo>
                    <a:pt x="2629464" y="76546"/>
                  </a:lnTo>
                  <a:lnTo>
                    <a:pt x="2612918" y="71131"/>
                  </a:lnTo>
                  <a:lnTo>
                    <a:pt x="2593641" y="69390"/>
                  </a:lnTo>
                  <a:close/>
                </a:path>
                <a:path w="3467100" h="330834">
                  <a:moveTo>
                    <a:pt x="2698768" y="241133"/>
                  </a:moveTo>
                  <a:lnTo>
                    <a:pt x="2656439" y="241133"/>
                  </a:lnTo>
                  <a:lnTo>
                    <a:pt x="2656439" y="266114"/>
                  </a:lnTo>
                  <a:lnTo>
                    <a:pt x="2698768" y="266114"/>
                  </a:lnTo>
                  <a:lnTo>
                    <a:pt x="2698768" y="241133"/>
                  </a:lnTo>
                  <a:close/>
                </a:path>
                <a:path w="3467100" h="330834">
                  <a:moveTo>
                    <a:pt x="2698768" y="111719"/>
                  </a:moveTo>
                  <a:lnTo>
                    <a:pt x="2598498" y="111719"/>
                  </a:lnTo>
                  <a:lnTo>
                    <a:pt x="2621240" y="116116"/>
                  </a:lnTo>
                  <a:lnTo>
                    <a:pt x="2639135" y="128416"/>
                  </a:lnTo>
                  <a:lnTo>
                    <a:pt x="2650850" y="147287"/>
                  </a:lnTo>
                  <a:lnTo>
                    <a:pt x="2654931" y="170701"/>
                  </a:lnTo>
                  <a:lnTo>
                    <a:pt x="2654993" y="171742"/>
                  </a:lnTo>
                  <a:lnTo>
                    <a:pt x="2651252" y="193752"/>
                  </a:lnTo>
                  <a:lnTo>
                    <a:pt x="2640263" y="211815"/>
                  </a:lnTo>
                  <a:lnTo>
                    <a:pt x="2622704" y="223894"/>
                  </a:lnTo>
                  <a:lnTo>
                    <a:pt x="2599192" y="228296"/>
                  </a:lnTo>
                  <a:lnTo>
                    <a:pt x="2698768" y="228296"/>
                  </a:lnTo>
                  <a:lnTo>
                    <a:pt x="2698768" y="111719"/>
                  </a:lnTo>
                  <a:close/>
                </a:path>
                <a:path w="3467100" h="330834">
                  <a:moveTo>
                    <a:pt x="2698768" y="73901"/>
                  </a:moveTo>
                  <a:lnTo>
                    <a:pt x="2656439" y="73901"/>
                  </a:lnTo>
                  <a:lnTo>
                    <a:pt x="2656439" y="99576"/>
                  </a:lnTo>
                  <a:lnTo>
                    <a:pt x="2698768" y="99576"/>
                  </a:lnTo>
                  <a:lnTo>
                    <a:pt x="2698768" y="73901"/>
                  </a:lnTo>
                  <a:close/>
                </a:path>
                <a:path w="3467100" h="330834">
                  <a:moveTo>
                    <a:pt x="2918193" y="66962"/>
                  </a:moveTo>
                  <a:lnTo>
                    <a:pt x="2880488" y="74909"/>
                  </a:lnTo>
                  <a:lnTo>
                    <a:pt x="2849973" y="96713"/>
                  </a:lnTo>
                  <a:lnTo>
                    <a:pt x="2829540" y="129316"/>
                  </a:lnTo>
                  <a:lnTo>
                    <a:pt x="2822086" y="169660"/>
                  </a:lnTo>
                  <a:lnTo>
                    <a:pt x="2829497" y="209441"/>
                  </a:lnTo>
                  <a:lnTo>
                    <a:pt x="2849886" y="241480"/>
                  </a:lnTo>
                  <a:lnTo>
                    <a:pt x="2880488" y="262850"/>
                  </a:lnTo>
                  <a:lnTo>
                    <a:pt x="2918540" y="270624"/>
                  </a:lnTo>
                  <a:lnTo>
                    <a:pt x="2936852" y="268944"/>
                  </a:lnTo>
                  <a:lnTo>
                    <a:pt x="2953148" y="263685"/>
                  </a:lnTo>
                  <a:lnTo>
                    <a:pt x="2968013" y="254523"/>
                  </a:lnTo>
                  <a:lnTo>
                    <a:pt x="2982032" y="241133"/>
                  </a:lnTo>
                  <a:lnTo>
                    <a:pt x="3024361" y="241133"/>
                  </a:lnTo>
                  <a:lnTo>
                    <a:pt x="3024361" y="228296"/>
                  </a:lnTo>
                  <a:lnTo>
                    <a:pt x="2925825" y="228296"/>
                  </a:lnTo>
                  <a:lnTo>
                    <a:pt x="2903268" y="223590"/>
                  </a:lnTo>
                  <a:lnTo>
                    <a:pt x="2885102" y="210688"/>
                  </a:lnTo>
                  <a:lnTo>
                    <a:pt x="2872985" y="191410"/>
                  </a:lnTo>
                  <a:lnTo>
                    <a:pt x="2868578" y="167579"/>
                  </a:lnTo>
                  <a:lnTo>
                    <a:pt x="2872920" y="144712"/>
                  </a:lnTo>
                  <a:lnTo>
                    <a:pt x="2884841" y="126204"/>
                  </a:lnTo>
                  <a:lnTo>
                    <a:pt x="2902682" y="113812"/>
                  </a:lnTo>
                  <a:lnTo>
                    <a:pt x="2924785" y="109290"/>
                  </a:lnTo>
                  <a:lnTo>
                    <a:pt x="3024361" y="109290"/>
                  </a:lnTo>
                  <a:lnTo>
                    <a:pt x="3024361" y="90902"/>
                  </a:lnTo>
                  <a:lnTo>
                    <a:pt x="2978216" y="90902"/>
                  </a:lnTo>
                  <a:lnTo>
                    <a:pt x="2966544" y="80867"/>
                  </a:lnTo>
                  <a:lnTo>
                    <a:pt x="2952237" y="73337"/>
                  </a:lnTo>
                  <a:lnTo>
                    <a:pt x="2935914" y="68604"/>
                  </a:lnTo>
                  <a:lnTo>
                    <a:pt x="2918193" y="66962"/>
                  </a:lnTo>
                  <a:close/>
                </a:path>
                <a:path w="3467100" h="330834">
                  <a:moveTo>
                    <a:pt x="3024361" y="241133"/>
                  </a:moveTo>
                  <a:lnTo>
                    <a:pt x="2982032" y="241133"/>
                  </a:lnTo>
                  <a:lnTo>
                    <a:pt x="2982032" y="266114"/>
                  </a:lnTo>
                  <a:lnTo>
                    <a:pt x="3024361" y="266114"/>
                  </a:lnTo>
                  <a:lnTo>
                    <a:pt x="3024361" y="241133"/>
                  </a:lnTo>
                  <a:close/>
                </a:path>
                <a:path w="3467100" h="330834">
                  <a:moveTo>
                    <a:pt x="3024361" y="109290"/>
                  </a:moveTo>
                  <a:lnTo>
                    <a:pt x="2924785" y="109290"/>
                  </a:lnTo>
                  <a:lnTo>
                    <a:pt x="2947288" y="113882"/>
                  </a:lnTo>
                  <a:lnTo>
                    <a:pt x="2965335" y="126508"/>
                  </a:lnTo>
                  <a:lnTo>
                    <a:pt x="2977332" y="145444"/>
                  </a:lnTo>
                  <a:lnTo>
                    <a:pt x="2981685" y="168966"/>
                  </a:lnTo>
                  <a:lnTo>
                    <a:pt x="2977348" y="192288"/>
                  </a:lnTo>
                  <a:lnTo>
                    <a:pt x="2965465" y="211121"/>
                  </a:lnTo>
                  <a:lnTo>
                    <a:pt x="2947727" y="223709"/>
                  </a:lnTo>
                  <a:lnTo>
                    <a:pt x="2925825" y="228296"/>
                  </a:lnTo>
                  <a:lnTo>
                    <a:pt x="3024361" y="228296"/>
                  </a:lnTo>
                  <a:lnTo>
                    <a:pt x="3024361" y="109290"/>
                  </a:lnTo>
                  <a:close/>
                </a:path>
                <a:path w="3467100" h="330834">
                  <a:moveTo>
                    <a:pt x="3024361" y="9714"/>
                  </a:moveTo>
                  <a:lnTo>
                    <a:pt x="2978216" y="9714"/>
                  </a:lnTo>
                  <a:lnTo>
                    <a:pt x="2978216" y="90902"/>
                  </a:lnTo>
                  <a:lnTo>
                    <a:pt x="3024361" y="90902"/>
                  </a:lnTo>
                  <a:lnTo>
                    <a:pt x="3024361" y="9714"/>
                  </a:lnTo>
                  <a:close/>
                </a:path>
                <a:path w="3467100" h="330834">
                  <a:moveTo>
                    <a:pt x="3148972" y="69390"/>
                  </a:moveTo>
                  <a:lnTo>
                    <a:pt x="3109679" y="76975"/>
                  </a:lnTo>
                  <a:lnTo>
                    <a:pt x="3078713" y="98058"/>
                  </a:lnTo>
                  <a:lnTo>
                    <a:pt x="3058416" y="130135"/>
                  </a:lnTo>
                  <a:lnTo>
                    <a:pt x="3051130" y="170701"/>
                  </a:lnTo>
                  <a:lnTo>
                    <a:pt x="3058351" y="210758"/>
                  </a:lnTo>
                  <a:lnTo>
                    <a:pt x="3078453" y="242391"/>
                  </a:lnTo>
                  <a:lnTo>
                    <a:pt x="3109093" y="263159"/>
                  </a:lnTo>
                  <a:lnTo>
                    <a:pt x="3147931" y="270624"/>
                  </a:lnTo>
                  <a:lnTo>
                    <a:pt x="3166737" y="268944"/>
                  </a:lnTo>
                  <a:lnTo>
                    <a:pt x="3183103" y="263685"/>
                  </a:lnTo>
                  <a:lnTo>
                    <a:pt x="3197843" y="254523"/>
                  </a:lnTo>
                  <a:lnTo>
                    <a:pt x="3211770" y="241133"/>
                  </a:lnTo>
                  <a:lnTo>
                    <a:pt x="3254099" y="241133"/>
                  </a:lnTo>
                  <a:lnTo>
                    <a:pt x="3254099" y="228296"/>
                  </a:lnTo>
                  <a:lnTo>
                    <a:pt x="3154523" y="228296"/>
                  </a:lnTo>
                  <a:lnTo>
                    <a:pt x="3131434" y="224192"/>
                  </a:lnTo>
                  <a:lnTo>
                    <a:pt x="3113452" y="212639"/>
                  </a:lnTo>
                  <a:lnTo>
                    <a:pt x="3101780" y="194777"/>
                  </a:lnTo>
                  <a:lnTo>
                    <a:pt x="3097622" y="171742"/>
                  </a:lnTo>
                  <a:lnTo>
                    <a:pt x="3101769" y="147580"/>
                  </a:lnTo>
                  <a:lnTo>
                    <a:pt x="3113365" y="128590"/>
                  </a:lnTo>
                  <a:lnTo>
                    <a:pt x="3131141" y="116170"/>
                  </a:lnTo>
                  <a:lnTo>
                    <a:pt x="3153829" y="111719"/>
                  </a:lnTo>
                  <a:lnTo>
                    <a:pt x="3254099" y="111719"/>
                  </a:lnTo>
                  <a:lnTo>
                    <a:pt x="3254099" y="99576"/>
                  </a:lnTo>
                  <a:lnTo>
                    <a:pt x="3211770" y="99576"/>
                  </a:lnTo>
                  <a:lnTo>
                    <a:pt x="3199128" y="85930"/>
                  </a:lnTo>
                  <a:lnTo>
                    <a:pt x="3184795" y="76546"/>
                  </a:lnTo>
                  <a:lnTo>
                    <a:pt x="3168249" y="71131"/>
                  </a:lnTo>
                  <a:lnTo>
                    <a:pt x="3148972" y="69390"/>
                  </a:lnTo>
                  <a:close/>
                </a:path>
                <a:path w="3467100" h="330834">
                  <a:moveTo>
                    <a:pt x="3254099" y="241133"/>
                  </a:moveTo>
                  <a:lnTo>
                    <a:pt x="3211770" y="241133"/>
                  </a:lnTo>
                  <a:lnTo>
                    <a:pt x="3211770" y="266114"/>
                  </a:lnTo>
                  <a:lnTo>
                    <a:pt x="3254099" y="266114"/>
                  </a:lnTo>
                  <a:lnTo>
                    <a:pt x="3254099" y="241133"/>
                  </a:lnTo>
                  <a:close/>
                </a:path>
                <a:path w="3467100" h="330834">
                  <a:moveTo>
                    <a:pt x="3254099" y="111719"/>
                  </a:moveTo>
                  <a:lnTo>
                    <a:pt x="3153829" y="111719"/>
                  </a:lnTo>
                  <a:lnTo>
                    <a:pt x="3176571" y="116116"/>
                  </a:lnTo>
                  <a:lnTo>
                    <a:pt x="3194466" y="128416"/>
                  </a:lnTo>
                  <a:lnTo>
                    <a:pt x="3206181" y="147287"/>
                  </a:lnTo>
                  <a:lnTo>
                    <a:pt x="3210262" y="170701"/>
                  </a:lnTo>
                  <a:lnTo>
                    <a:pt x="3210324" y="171742"/>
                  </a:lnTo>
                  <a:lnTo>
                    <a:pt x="3206582" y="193752"/>
                  </a:lnTo>
                  <a:lnTo>
                    <a:pt x="3195594" y="211815"/>
                  </a:lnTo>
                  <a:lnTo>
                    <a:pt x="3178035" y="223894"/>
                  </a:lnTo>
                  <a:lnTo>
                    <a:pt x="3154523" y="228296"/>
                  </a:lnTo>
                  <a:lnTo>
                    <a:pt x="3254099" y="228296"/>
                  </a:lnTo>
                  <a:lnTo>
                    <a:pt x="3254099" y="111719"/>
                  </a:lnTo>
                  <a:close/>
                </a:path>
                <a:path w="3467100" h="330834">
                  <a:moveTo>
                    <a:pt x="3254099" y="73901"/>
                  </a:moveTo>
                  <a:lnTo>
                    <a:pt x="3211770" y="73901"/>
                  </a:lnTo>
                  <a:lnTo>
                    <a:pt x="3211770" y="99576"/>
                  </a:lnTo>
                  <a:lnTo>
                    <a:pt x="3254099" y="99576"/>
                  </a:lnTo>
                  <a:lnTo>
                    <a:pt x="3254099" y="73901"/>
                  </a:lnTo>
                  <a:close/>
                </a:path>
                <a:path w="3467100" h="330834">
                  <a:moveTo>
                    <a:pt x="3324585" y="73901"/>
                  </a:moveTo>
                  <a:lnTo>
                    <a:pt x="3271848" y="73901"/>
                  </a:lnTo>
                  <a:lnTo>
                    <a:pt x="3342280" y="248072"/>
                  </a:lnTo>
                  <a:lnTo>
                    <a:pt x="3306196" y="330300"/>
                  </a:lnTo>
                  <a:lnTo>
                    <a:pt x="3355811" y="330300"/>
                  </a:lnTo>
                  <a:lnTo>
                    <a:pt x="3412901" y="198458"/>
                  </a:lnTo>
                  <a:lnTo>
                    <a:pt x="3367260" y="198458"/>
                  </a:lnTo>
                  <a:lnTo>
                    <a:pt x="3324585" y="73901"/>
                  </a:lnTo>
                  <a:close/>
                </a:path>
                <a:path w="3467100" h="330834">
                  <a:moveTo>
                    <a:pt x="3466836" y="73901"/>
                  </a:moveTo>
                  <a:lnTo>
                    <a:pt x="3413752" y="73901"/>
                  </a:lnTo>
                  <a:lnTo>
                    <a:pt x="3367260" y="198458"/>
                  </a:lnTo>
                  <a:lnTo>
                    <a:pt x="3412901" y="198458"/>
                  </a:lnTo>
                  <a:lnTo>
                    <a:pt x="3466836" y="739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777" y="7896555"/>
              <a:ext cx="4384288" cy="124377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445261" y="6736704"/>
            <a:ext cx="4761230" cy="2640965"/>
            <a:chOff x="5445261" y="6736704"/>
            <a:chExt cx="4761230" cy="2640965"/>
          </a:xfrm>
        </p:grpSpPr>
        <p:sp>
          <p:nvSpPr>
            <p:cNvPr id="14" name="object 14"/>
            <p:cNvSpPr/>
            <p:nvPr/>
          </p:nvSpPr>
          <p:spPr>
            <a:xfrm>
              <a:off x="5445261" y="6736704"/>
              <a:ext cx="4761230" cy="2640965"/>
            </a:xfrm>
            <a:custGeom>
              <a:avLst/>
              <a:gdLst/>
              <a:ahLst/>
              <a:cxnLst/>
              <a:rect l="l" t="t" r="r" b="b"/>
              <a:pathLst>
                <a:path w="4761230" h="2640965">
                  <a:moveTo>
                    <a:pt x="4683888" y="0"/>
                  </a:moveTo>
                  <a:lnTo>
                    <a:pt x="77101" y="0"/>
                  </a:lnTo>
                  <a:lnTo>
                    <a:pt x="47089" y="6058"/>
                  </a:lnTo>
                  <a:lnTo>
                    <a:pt x="22582" y="22582"/>
                  </a:lnTo>
                  <a:lnTo>
                    <a:pt x="6058" y="47089"/>
                  </a:lnTo>
                  <a:lnTo>
                    <a:pt x="0" y="77101"/>
                  </a:lnTo>
                  <a:lnTo>
                    <a:pt x="0" y="2563610"/>
                  </a:lnTo>
                  <a:lnTo>
                    <a:pt x="6058" y="2593621"/>
                  </a:lnTo>
                  <a:lnTo>
                    <a:pt x="22582" y="2618128"/>
                  </a:lnTo>
                  <a:lnTo>
                    <a:pt x="47089" y="2634652"/>
                  </a:lnTo>
                  <a:lnTo>
                    <a:pt x="77101" y="2640711"/>
                  </a:lnTo>
                  <a:lnTo>
                    <a:pt x="4683888" y="2640711"/>
                  </a:lnTo>
                  <a:lnTo>
                    <a:pt x="4713900" y="2634652"/>
                  </a:lnTo>
                  <a:lnTo>
                    <a:pt x="4738407" y="2618128"/>
                  </a:lnTo>
                  <a:lnTo>
                    <a:pt x="4754931" y="2593621"/>
                  </a:lnTo>
                  <a:lnTo>
                    <a:pt x="4760990" y="2563610"/>
                  </a:lnTo>
                  <a:lnTo>
                    <a:pt x="4760990" y="77101"/>
                  </a:lnTo>
                  <a:lnTo>
                    <a:pt x="4754931" y="47089"/>
                  </a:lnTo>
                  <a:lnTo>
                    <a:pt x="4738407" y="22582"/>
                  </a:lnTo>
                  <a:lnTo>
                    <a:pt x="4713900" y="6058"/>
                  </a:lnTo>
                  <a:lnTo>
                    <a:pt x="4683888" y="0"/>
                  </a:lnTo>
                  <a:close/>
                </a:path>
              </a:pathLst>
            </a:custGeom>
            <a:solidFill>
              <a:srgbClr val="E1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45261" y="6736704"/>
              <a:ext cx="4760990" cy="9926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5587" y="7125948"/>
              <a:ext cx="3141980" cy="342900"/>
            </a:xfrm>
            <a:custGeom>
              <a:avLst/>
              <a:gdLst/>
              <a:ahLst/>
              <a:cxnLst/>
              <a:rect l="l" t="t" r="r" b="b"/>
              <a:pathLst>
                <a:path w="3141979" h="342900">
                  <a:moveTo>
                    <a:pt x="47532" y="9714"/>
                  </a:moveTo>
                  <a:lnTo>
                    <a:pt x="0" y="9714"/>
                  </a:lnTo>
                  <a:lnTo>
                    <a:pt x="0" y="266114"/>
                  </a:lnTo>
                  <a:lnTo>
                    <a:pt x="47532" y="266114"/>
                  </a:lnTo>
                  <a:lnTo>
                    <a:pt x="47532" y="158558"/>
                  </a:lnTo>
                  <a:lnTo>
                    <a:pt x="186661" y="158558"/>
                  </a:lnTo>
                  <a:lnTo>
                    <a:pt x="186661" y="113107"/>
                  </a:lnTo>
                  <a:lnTo>
                    <a:pt x="47532" y="113107"/>
                  </a:lnTo>
                  <a:lnTo>
                    <a:pt x="47532" y="9714"/>
                  </a:lnTo>
                  <a:close/>
                </a:path>
                <a:path w="3141979" h="342900">
                  <a:moveTo>
                    <a:pt x="186661" y="158558"/>
                  </a:moveTo>
                  <a:lnTo>
                    <a:pt x="139128" y="158558"/>
                  </a:lnTo>
                  <a:lnTo>
                    <a:pt x="139128" y="266114"/>
                  </a:lnTo>
                  <a:lnTo>
                    <a:pt x="186661" y="266114"/>
                  </a:lnTo>
                  <a:lnTo>
                    <a:pt x="186661" y="158558"/>
                  </a:lnTo>
                  <a:close/>
                </a:path>
                <a:path w="3141979" h="342900">
                  <a:moveTo>
                    <a:pt x="186661" y="9714"/>
                  </a:moveTo>
                  <a:lnTo>
                    <a:pt x="139128" y="9714"/>
                  </a:lnTo>
                  <a:lnTo>
                    <a:pt x="139128" y="113107"/>
                  </a:lnTo>
                  <a:lnTo>
                    <a:pt x="186661" y="113107"/>
                  </a:lnTo>
                  <a:lnTo>
                    <a:pt x="186661" y="9714"/>
                  </a:lnTo>
                  <a:close/>
                </a:path>
                <a:path w="3141979" h="342900">
                  <a:moveTo>
                    <a:pt x="277108" y="73901"/>
                  </a:moveTo>
                  <a:lnTo>
                    <a:pt x="230963" y="73901"/>
                  </a:lnTo>
                  <a:lnTo>
                    <a:pt x="230963" y="266114"/>
                  </a:lnTo>
                  <a:lnTo>
                    <a:pt x="277108" y="266114"/>
                  </a:lnTo>
                  <a:lnTo>
                    <a:pt x="277108" y="73901"/>
                  </a:lnTo>
                  <a:close/>
                </a:path>
                <a:path w="3141979" h="342900">
                  <a:moveTo>
                    <a:pt x="277455" y="0"/>
                  </a:moveTo>
                  <a:lnTo>
                    <a:pt x="231310" y="0"/>
                  </a:lnTo>
                  <a:lnTo>
                    <a:pt x="231310" y="46145"/>
                  </a:lnTo>
                  <a:lnTo>
                    <a:pt x="277455" y="46145"/>
                  </a:lnTo>
                  <a:lnTo>
                    <a:pt x="277455" y="0"/>
                  </a:lnTo>
                  <a:close/>
                </a:path>
                <a:path w="3141979" h="342900">
                  <a:moveTo>
                    <a:pt x="361499" y="281727"/>
                  </a:moveTo>
                  <a:lnTo>
                    <a:pt x="309109" y="281727"/>
                  </a:lnTo>
                  <a:lnTo>
                    <a:pt x="324511" y="307515"/>
                  </a:lnTo>
                  <a:lnTo>
                    <a:pt x="346710" y="326701"/>
                  </a:lnTo>
                  <a:lnTo>
                    <a:pt x="374830" y="338665"/>
                  </a:lnTo>
                  <a:lnTo>
                    <a:pt x="407991" y="342791"/>
                  </a:lnTo>
                  <a:lnTo>
                    <a:pt x="448726" y="336730"/>
                  </a:lnTo>
                  <a:lnTo>
                    <a:pt x="480158" y="317203"/>
                  </a:lnTo>
                  <a:lnTo>
                    <a:pt x="488834" y="302197"/>
                  </a:lnTo>
                  <a:lnTo>
                    <a:pt x="409726" y="302197"/>
                  </a:lnTo>
                  <a:lnTo>
                    <a:pt x="395018" y="301097"/>
                  </a:lnTo>
                  <a:lnTo>
                    <a:pt x="382620" y="297557"/>
                  </a:lnTo>
                  <a:lnTo>
                    <a:pt x="371718" y="291219"/>
                  </a:lnTo>
                  <a:lnTo>
                    <a:pt x="361499" y="281727"/>
                  </a:lnTo>
                  <a:close/>
                </a:path>
                <a:path w="3141979" h="342900">
                  <a:moveTo>
                    <a:pt x="506052" y="240786"/>
                  </a:moveTo>
                  <a:lnTo>
                    <a:pt x="463504" y="240786"/>
                  </a:lnTo>
                  <a:lnTo>
                    <a:pt x="459200" y="267800"/>
                  </a:lnTo>
                  <a:lnTo>
                    <a:pt x="448845" y="286974"/>
                  </a:lnTo>
                  <a:lnTo>
                    <a:pt x="432376" y="298408"/>
                  </a:lnTo>
                  <a:lnTo>
                    <a:pt x="409726" y="302197"/>
                  </a:lnTo>
                  <a:lnTo>
                    <a:pt x="488834" y="302197"/>
                  </a:lnTo>
                  <a:lnTo>
                    <a:pt x="500400" y="282193"/>
                  </a:lnTo>
                  <a:lnTo>
                    <a:pt x="506052" y="240786"/>
                  </a:lnTo>
                  <a:close/>
                </a:path>
                <a:path w="3141979" h="342900">
                  <a:moveTo>
                    <a:pt x="400705" y="69390"/>
                  </a:moveTo>
                  <a:lnTo>
                    <a:pt x="362925" y="76893"/>
                  </a:lnTo>
                  <a:lnTo>
                    <a:pt x="332919" y="97667"/>
                  </a:lnTo>
                  <a:lnTo>
                    <a:pt x="313126" y="129110"/>
                  </a:lnTo>
                  <a:lnTo>
                    <a:pt x="305986" y="168620"/>
                  </a:lnTo>
                  <a:lnTo>
                    <a:pt x="313023" y="209587"/>
                  </a:lnTo>
                  <a:lnTo>
                    <a:pt x="332615" y="241870"/>
                  </a:lnTo>
                  <a:lnTo>
                    <a:pt x="362486" y="263029"/>
                  </a:lnTo>
                  <a:lnTo>
                    <a:pt x="400358" y="270624"/>
                  </a:lnTo>
                  <a:lnTo>
                    <a:pt x="419105" y="268938"/>
                  </a:lnTo>
                  <a:lnTo>
                    <a:pt x="435314" y="263642"/>
                  </a:lnTo>
                  <a:lnTo>
                    <a:pt x="449832" y="254377"/>
                  </a:lnTo>
                  <a:lnTo>
                    <a:pt x="463504" y="240786"/>
                  </a:lnTo>
                  <a:lnTo>
                    <a:pt x="506052" y="240786"/>
                  </a:lnTo>
                  <a:lnTo>
                    <a:pt x="507567" y="229684"/>
                  </a:lnTo>
                  <a:lnTo>
                    <a:pt x="507567" y="228296"/>
                  </a:lnTo>
                  <a:lnTo>
                    <a:pt x="406603" y="228296"/>
                  </a:lnTo>
                  <a:lnTo>
                    <a:pt x="384241" y="224224"/>
                  </a:lnTo>
                  <a:lnTo>
                    <a:pt x="367181" y="212639"/>
                  </a:lnTo>
                  <a:lnTo>
                    <a:pt x="356300" y="194484"/>
                  </a:lnTo>
                  <a:lnTo>
                    <a:pt x="352478" y="170701"/>
                  </a:lnTo>
                  <a:lnTo>
                    <a:pt x="356289" y="146555"/>
                  </a:lnTo>
                  <a:lnTo>
                    <a:pt x="367094" y="127939"/>
                  </a:lnTo>
                  <a:lnTo>
                    <a:pt x="383948" y="115958"/>
                  </a:lnTo>
                  <a:lnTo>
                    <a:pt x="405909" y="111719"/>
                  </a:lnTo>
                  <a:lnTo>
                    <a:pt x="507567" y="111719"/>
                  </a:lnTo>
                  <a:lnTo>
                    <a:pt x="507567" y="98188"/>
                  </a:lnTo>
                  <a:lnTo>
                    <a:pt x="463504" y="98188"/>
                  </a:lnTo>
                  <a:lnTo>
                    <a:pt x="451594" y="85491"/>
                  </a:lnTo>
                  <a:lnTo>
                    <a:pt x="437179" y="76503"/>
                  </a:lnTo>
                  <a:lnTo>
                    <a:pt x="420227" y="71158"/>
                  </a:lnTo>
                  <a:lnTo>
                    <a:pt x="400705" y="69390"/>
                  </a:lnTo>
                  <a:close/>
                </a:path>
                <a:path w="3141979" h="342900">
                  <a:moveTo>
                    <a:pt x="507567" y="111719"/>
                  </a:moveTo>
                  <a:lnTo>
                    <a:pt x="405909" y="111719"/>
                  </a:lnTo>
                  <a:lnTo>
                    <a:pt x="428489" y="116007"/>
                  </a:lnTo>
                  <a:lnTo>
                    <a:pt x="446026" y="128069"/>
                  </a:lnTo>
                  <a:lnTo>
                    <a:pt x="457383" y="146702"/>
                  </a:lnTo>
                  <a:lnTo>
                    <a:pt x="461422" y="170701"/>
                  </a:lnTo>
                  <a:lnTo>
                    <a:pt x="457492" y="194338"/>
                  </a:lnTo>
                  <a:lnTo>
                    <a:pt x="446373" y="212509"/>
                  </a:lnTo>
                  <a:lnTo>
                    <a:pt x="429074" y="224176"/>
                  </a:lnTo>
                  <a:lnTo>
                    <a:pt x="406603" y="228296"/>
                  </a:lnTo>
                  <a:lnTo>
                    <a:pt x="507567" y="228296"/>
                  </a:lnTo>
                  <a:lnTo>
                    <a:pt x="507567" y="111719"/>
                  </a:lnTo>
                  <a:close/>
                </a:path>
                <a:path w="3141979" h="342900">
                  <a:moveTo>
                    <a:pt x="507567" y="73901"/>
                  </a:moveTo>
                  <a:lnTo>
                    <a:pt x="463504" y="73901"/>
                  </a:lnTo>
                  <a:lnTo>
                    <a:pt x="463504" y="98188"/>
                  </a:lnTo>
                  <a:lnTo>
                    <a:pt x="507567" y="98188"/>
                  </a:lnTo>
                  <a:lnTo>
                    <a:pt x="507567" y="73901"/>
                  </a:lnTo>
                  <a:close/>
                </a:path>
                <a:path w="3141979" h="342900">
                  <a:moveTo>
                    <a:pt x="589503" y="9714"/>
                  </a:moveTo>
                  <a:lnTo>
                    <a:pt x="543358" y="9714"/>
                  </a:lnTo>
                  <a:lnTo>
                    <a:pt x="543358" y="266114"/>
                  </a:lnTo>
                  <a:lnTo>
                    <a:pt x="589503" y="266114"/>
                  </a:lnTo>
                  <a:lnTo>
                    <a:pt x="589571" y="167926"/>
                  </a:lnTo>
                  <a:lnTo>
                    <a:pt x="592137" y="141871"/>
                  </a:lnTo>
                  <a:lnTo>
                    <a:pt x="599911" y="124296"/>
                  </a:lnTo>
                  <a:lnTo>
                    <a:pt x="612629" y="114657"/>
                  </a:lnTo>
                  <a:lnTo>
                    <a:pt x="630096" y="111719"/>
                  </a:lnTo>
                  <a:lnTo>
                    <a:pt x="705510" y="111719"/>
                  </a:lnTo>
                  <a:lnTo>
                    <a:pt x="693372" y="89601"/>
                  </a:lnTo>
                  <a:lnTo>
                    <a:pt x="689551" y="87085"/>
                  </a:lnTo>
                  <a:lnTo>
                    <a:pt x="589503" y="87085"/>
                  </a:lnTo>
                  <a:lnTo>
                    <a:pt x="589503" y="9714"/>
                  </a:lnTo>
                  <a:close/>
                </a:path>
                <a:path w="3141979" h="342900">
                  <a:moveTo>
                    <a:pt x="705510" y="111719"/>
                  </a:moveTo>
                  <a:lnTo>
                    <a:pt x="630096" y="111719"/>
                  </a:lnTo>
                  <a:lnTo>
                    <a:pt x="647368" y="114842"/>
                  </a:lnTo>
                  <a:lnTo>
                    <a:pt x="658980" y="124730"/>
                  </a:lnTo>
                  <a:lnTo>
                    <a:pt x="665518" y="142164"/>
                  </a:lnTo>
                  <a:lnTo>
                    <a:pt x="667568" y="167926"/>
                  </a:lnTo>
                  <a:lnTo>
                    <a:pt x="667568" y="266114"/>
                  </a:lnTo>
                  <a:lnTo>
                    <a:pt x="713713" y="266114"/>
                  </a:lnTo>
                  <a:lnTo>
                    <a:pt x="713713" y="157517"/>
                  </a:lnTo>
                  <a:lnTo>
                    <a:pt x="708438" y="117053"/>
                  </a:lnTo>
                  <a:lnTo>
                    <a:pt x="705510" y="111719"/>
                  </a:lnTo>
                  <a:close/>
                </a:path>
                <a:path w="3141979" h="342900">
                  <a:moveTo>
                    <a:pt x="638423" y="69044"/>
                  </a:moveTo>
                  <a:lnTo>
                    <a:pt x="624388" y="70106"/>
                  </a:lnTo>
                  <a:lnTo>
                    <a:pt x="611751" y="73380"/>
                  </a:lnTo>
                  <a:lnTo>
                    <a:pt x="600220" y="78997"/>
                  </a:lnTo>
                  <a:lnTo>
                    <a:pt x="589503" y="87085"/>
                  </a:lnTo>
                  <a:lnTo>
                    <a:pt x="689551" y="87085"/>
                  </a:lnTo>
                  <a:lnTo>
                    <a:pt x="669655" y="73988"/>
                  </a:lnTo>
                  <a:lnTo>
                    <a:pt x="638423" y="69044"/>
                  </a:lnTo>
                  <a:close/>
                </a:path>
                <a:path w="3141979" h="342900">
                  <a:moveTo>
                    <a:pt x="972153" y="5204"/>
                  </a:moveTo>
                  <a:lnTo>
                    <a:pt x="930596" y="11954"/>
                  </a:lnTo>
                  <a:lnTo>
                    <a:pt x="894419" y="30729"/>
                  </a:lnTo>
                  <a:lnTo>
                    <a:pt x="865835" y="59312"/>
                  </a:lnTo>
                  <a:lnTo>
                    <a:pt x="847061" y="95490"/>
                  </a:lnTo>
                  <a:lnTo>
                    <a:pt x="840310" y="137047"/>
                  </a:lnTo>
                  <a:lnTo>
                    <a:pt x="847152" y="179317"/>
                  </a:lnTo>
                  <a:lnTo>
                    <a:pt x="866235" y="215991"/>
                  </a:lnTo>
                  <a:lnTo>
                    <a:pt x="895393" y="244888"/>
                  </a:lnTo>
                  <a:lnTo>
                    <a:pt x="932462" y="263827"/>
                  </a:lnTo>
                  <a:lnTo>
                    <a:pt x="975276" y="270624"/>
                  </a:lnTo>
                  <a:lnTo>
                    <a:pt x="1013034" y="265339"/>
                  </a:lnTo>
                  <a:lnTo>
                    <a:pt x="1046532" y="250197"/>
                  </a:lnTo>
                  <a:lnTo>
                    <a:pt x="1073979" y="226274"/>
                  </a:lnTo>
                  <a:lnTo>
                    <a:pt x="1074876" y="224826"/>
                  </a:lnTo>
                  <a:lnTo>
                    <a:pt x="974235" y="224826"/>
                  </a:lnTo>
                  <a:lnTo>
                    <a:pt x="940884" y="217898"/>
                  </a:lnTo>
                  <a:lnTo>
                    <a:pt x="913518" y="199065"/>
                  </a:lnTo>
                  <a:lnTo>
                    <a:pt x="894999" y="171254"/>
                  </a:lnTo>
                  <a:lnTo>
                    <a:pt x="888190" y="137394"/>
                  </a:lnTo>
                  <a:lnTo>
                    <a:pt x="894593" y="103549"/>
                  </a:lnTo>
                  <a:lnTo>
                    <a:pt x="912347" y="76113"/>
                  </a:lnTo>
                  <a:lnTo>
                    <a:pt x="939274" y="57719"/>
                  </a:lnTo>
                  <a:lnTo>
                    <a:pt x="973194" y="51002"/>
                  </a:lnTo>
                  <a:lnTo>
                    <a:pt x="1073064" y="51002"/>
                  </a:lnTo>
                  <a:lnTo>
                    <a:pt x="1072515" y="50140"/>
                  </a:lnTo>
                  <a:lnTo>
                    <a:pt x="1044190" y="25631"/>
                  </a:lnTo>
                  <a:lnTo>
                    <a:pt x="1010204" y="10424"/>
                  </a:lnTo>
                  <a:lnTo>
                    <a:pt x="972153" y="5204"/>
                  </a:lnTo>
                  <a:close/>
                </a:path>
                <a:path w="3141979" h="342900">
                  <a:moveTo>
                    <a:pt x="1093587" y="194641"/>
                  </a:moveTo>
                  <a:lnTo>
                    <a:pt x="1037728" y="194641"/>
                  </a:lnTo>
                  <a:lnTo>
                    <a:pt x="1022489" y="208579"/>
                  </a:lnTo>
                  <a:lnTo>
                    <a:pt x="1007412" y="217930"/>
                  </a:lnTo>
                  <a:lnTo>
                    <a:pt x="991621" y="223184"/>
                  </a:lnTo>
                  <a:lnTo>
                    <a:pt x="974235" y="224826"/>
                  </a:lnTo>
                  <a:lnTo>
                    <a:pt x="1074876" y="224826"/>
                  </a:lnTo>
                  <a:lnTo>
                    <a:pt x="1093587" y="194641"/>
                  </a:lnTo>
                  <a:close/>
                </a:path>
                <a:path w="3141979" h="342900">
                  <a:moveTo>
                    <a:pt x="1073064" y="51002"/>
                  </a:moveTo>
                  <a:lnTo>
                    <a:pt x="973194" y="51002"/>
                  </a:lnTo>
                  <a:lnTo>
                    <a:pt x="993859" y="52872"/>
                  </a:lnTo>
                  <a:lnTo>
                    <a:pt x="1011533" y="58678"/>
                  </a:lnTo>
                  <a:lnTo>
                    <a:pt x="1026864" y="68713"/>
                  </a:lnTo>
                  <a:lnTo>
                    <a:pt x="1040503" y="83269"/>
                  </a:lnTo>
                  <a:lnTo>
                    <a:pt x="1093587" y="83269"/>
                  </a:lnTo>
                  <a:lnTo>
                    <a:pt x="1073064" y="51002"/>
                  </a:lnTo>
                  <a:close/>
                </a:path>
                <a:path w="3141979" h="342900">
                  <a:moveTo>
                    <a:pt x="1212688" y="69390"/>
                  </a:moveTo>
                  <a:lnTo>
                    <a:pt x="1173238" y="77354"/>
                  </a:lnTo>
                  <a:lnTo>
                    <a:pt x="1140911" y="99012"/>
                  </a:lnTo>
                  <a:lnTo>
                    <a:pt x="1119059" y="131013"/>
                  </a:lnTo>
                  <a:lnTo>
                    <a:pt x="1111030" y="170007"/>
                  </a:lnTo>
                  <a:lnTo>
                    <a:pt x="1119064" y="209148"/>
                  </a:lnTo>
                  <a:lnTo>
                    <a:pt x="1140955" y="241133"/>
                  </a:lnTo>
                  <a:lnTo>
                    <a:pt x="1173384" y="262709"/>
                  </a:lnTo>
                  <a:lnTo>
                    <a:pt x="1213035" y="270624"/>
                  </a:lnTo>
                  <a:lnTo>
                    <a:pt x="1252593" y="262731"/>
                  </a:lnTo>
                  <a:lnTo>
                    <a:pt x="1285158" y="241307"/>
                  </a:lnTo>
                  <a:lnTo>
                    <a:pt x="1294261" y="228296"/>
                  </a:lnTo>
                  <a:lnTo>
                    <a:pt x="1213382" y="228296"/>
                  </a:lnTo>
                  <a:lnTo>
                    <a:pt x="1191480" y="223715"/>
                  </a:lnTo>
                  <a:lnTo>
                    <a:pt x="1173742" y="211165"/>
                  </a:lnTo>
                  <a:lnTo>
                    <a:pt x="1161859" y="192435"/>
                  </a:lnTo>
                  <a:lnTo>
                    <a:pt x="1157522" y="169313"/>
                  </a:lnTo>
                  <a:lnTo>
                    <a:pt x="1161951" y="146994"/>
                  </a:lnTo>
                  <a:lnTo>
                    <a:pt x="1173959" y="128676"/>
                  </a:lnTo>
                  <a:lnTo>
                    <a:pt x="1191626" y="116278"/>
                  </a:lnTo>
                  <a:lnTo>
                    <a:pt x="1213035" y="111719"/>
                  </a:lnTo>
                  <a:lnTo>
                    <a:pt x="1294348" y="111719"/>
                  </a:lnTo>
                  <a:lnTo>
                    <a:pt x="1285765" y="98925"/>
                  </a:lnTo>
                  <a:lnTo>
                    <a:pt x="1253178" y="77278"/>
                  </a:lnTo>
                  <a:lnTo>
                    <a:pt x="1212688" y="69390"/>
                  </a:lnTo>
                  <a:close/>
                </a:path>
                <a:path w="3141979" h="342900">
                  <a:moveTo>
                    <a:pt x="1294348" y="111719"/>
                  </a:moveTo>
                  <a:lnTo>
                    <a:pt x="1213035" y="111719"/>
                  </a:lnTo>
                  <a:lnTo>
                    <a:pt x="1234790" y="116338"/>
                  </a:lnTo>
                  <a:lnTo>
                    <a:pt x="1252544" y="128893"/>
                  </a:lnTo>
                  <a:lnTo>
                    <a:pt x="1264509" y="147434"/>
                  </a:lnTo>
                  <a:lnTo>
                    <a:pt x="1268894" y="170007"/>
                  </a:lnTo>
                  <a:lnTo>
                    <a:pt x="1264514" y="192727"/>
                  </a:lnTo>
                  <a:lnTo>
                    <a:pt x="1252587" y="211252"/>
                  </a:lnTo>
                  <a:lnTo>
                    <a:pt x="1234936" y="223726"/>
                  </a:lnTo>
                  <a:lnTo>
                    <a:pt x="1213382" y="228296"/>
                  </a:lnTo>
                  <a:lnTo>
                    <a:pt x="1294261" y="228296"/>
                  </a:lnTo>
                  <a:lnTo>
                    <a:pt x="1307249" y="209734"/>
                  </a:lnTo>
                  <a:lnTo>
                    <a:pt x="1315386" y="171395"/>
                  </a:lnTo>
                  <a:lnTo>
                    <a:pt x="1307488" y="131306"/>
                  </a:lnTo>
                  <a:lnTo>
                    <a:pt x="1294348" y="111719"/>
                  </a:lnTo>
                  <a:close/>
                </a:path>
                <a:path w="3141979" h="342900">
                  <a:moveTo>
                    <a:pt x="1375634" y="205050"/>
                  </a:moveTo>
                  <a:lnTo>
                    <a:pt x="1329143" y="205050"/>
                  </a:lnTo>
                  <a:lnTo>
                    <a:pt x="1336830" y="234178"/>
                  </a:lnTo>
                  <a:lnTo>
                    <a:pt x="1351868" y="254621"/>
                  </a:lnTo>
                  <a:lnTo>
                    <a:pt x="1373152" y="266672"/>
                  </a:lnTo>
                  <a:lnTo>
                    <a:pt x="1399574" y="270624"/>
                  </a:lnTo>
                  <a:lnTo>
                    <a:pt x="1426555" y="265550"/>
                  </a:lnTo>
                  <a:lnTo>
                    <a:pt x="1448365" y="251628"/>
                  </a:lnTo>
                  <a:lnTo>
                    <a:pt x="1462953" y="230811"/>
                  </a:lnTo>
                  <a:lnTo>
                    <a:pt x="1463472" y="228296"/>
                  </a:lnTo>
                  <a:lnTo>
                    <a:pt x="1401309" y="228296"/>
                  </a:lnTo>
                  <a:lnTo>
                    <a:pt x="1392223" y="226957"/>
                  </a:lnTo>
                  <a:lnTo>
                    <a:pt x="1385089" y="222788"/>
                  </a:lnTo>
                  <a:lnTo>
                    <a:pt x="1379646" y="215561"/>
                  </a:lnTo>
                  <a:lnTo>
                    <a:pt x="1375634" y="205050"/>
                  </a:lnTo>
                  <a:close/>
                </a:path>
                <a:path w="3141979" h="342900">
                  <a:moveTo>
                    <a:pt x="1399921" y="69390"/>
                  </a:moveTo>
                  <a:lnTo>
                    <a:pt x="1374870" y="73917"/>
                  </a:lnTo>
                  <a:lnTo>
                    <a:pt x="1354600" y="86348"/>
                  </a:lnTo>
                  <a:lnTo>
                    <a:pt x="1341031" y="104959"/>
                  </a:lnTo>
                  <a:lnTo>
                    <a:pt x="1336082" y="128026"/>
                  </a:lnTo>
                  <a:lnTo>
                    <a:pt x="1339063" y="146967"/>
                  </a:lnTo>
                  <a:lnTo>
                    <a:pt x="1348485" y="162201"/>
                  </a:lnTo>
                  <a:lnTo>
                    <a:pt x="1365063" y="174572"/>
                  </a:lnTo>
                  <a:lnTo>
                    <a:pt x="1389513" y="184926"/>
                  </a:lnTo>
                  <a:lnTo>
                    <a:pt x="1407636" y="191605"/>
                  </a:lnTo>
                  <a:lnTo>
                    <a:pt x="1417399" y="196983"/>
                  </a:lnTo>
                  <a:lnTo>
                    <a:pt x="1421373" y="202491"/>
                  </a:lnTo>
                  <a:lnTo>
                    <a:pt x="1422126" y="209560"/>
                  </a:lnTo>
                  <a:lnTo>
                    <a:pt x="1420533" y="217025"/>
                  </a:lnTo>
                  <a:lnTo>
                    <a:pt x="1416141" y="222961"/>
                  </a:lnTo>
                  <a:lnTo>
                    <a:pt x="1409538" y="226881"/>
                  </a:lnTo>
                  <a:lnTo>
                    <a:pt x="1401309" y="228296"/>
                  </a:lnTo>
                  <a:lnTo>
                    <a:pt x="1463472" y="228296"/>
                  </a:lnTo>
                  <a:lnTo>
                    <a:pt x="1468271" y="205050"/>
                  </a:lnTo>
                  <a:lnTo>
                    <a:pt x="1465582" y="186021"/>
                  </a:lnTo>
                  <a:lnTo>
                    <a:pt x="1456648" y="170961"/>
                  </a:lnTo>
                  <a:lnTo>
                    <a:pt x="1440168" y="158894"/>
                  </a:lnTo>
                  <a:lnTo>
                    <a:pt x="1414840" y="148843"/>
                  </a:lnTo>
                  <a:lnTo>
                    <a:pt x="1396425" y="142761"/>
                  </a:lnTo>
                  <a:lnTo>
                    <a:pt x="1386694" y="138434"/>
                  </a:lnTo>
                  <a:lnTo>
                    <a:pt x="1382883" y="134108"/>
                  </a:lnTo>
                  <a:lnTo>
                    <a:pt x="1382227" y="128026"/>
                  </a:lnTo>
                  <a:lnTo>
                    <a:pt x="1382227" y="118658"/>
                  </a:lnTo>
                  <a:lnTo>
                    <a:pt x="1389859" y="111719"/>
                  </a:lnTo>
                  <a:lnTo>
                    <a:pt x="1459278" y="111719"/>
                  </a:lnTo>
                  <a:lnTo>
                    <a:pt x="1457055" y="102763"/>
                  </a:lnTo>
                  <a:lnTo>
                    <a:pt x="1443074" y="84656"/>
                  </a:lnTo>
                  <a:lnTo>
                    <a:pt x="1423303" y="73315"/>
                  </a:lnTo>
                  <a:lnTo>
                    <a:pt x="1399921" y="69390"/>
                  </a:lnTo>
                  <a:close/>
                </a:path>
                <a:path w="3141979" h="342900">
                  <a:moveTo>
                    <a:pt x="1459278" y="111719"/>
                  </a:moveTo>
                  <a:lnTo>
                    <a:pt x="1409636" y="111719"/>
                  </a:lnTo>
                  <a:lnTo>
                    <a:pt x="1415881" y="116923"/>
                  </a:lnTo>
                  <a:lnTo>
                    <a:pt x="1417963" y="126985"/>
                  </a:lnTo>
                  <a:lnTo>
                    <a:pt x="1463067" y="126985"/>
                  </a:lnTo>
                  <a:lnTo>
                    <a:pt x="1459278" y="111719"/>
                  </a:lnTo>
                  <a:close/>
                </a:path>
                <a:path w="3141979" h="342900">
                  <a:moveTo>
                    <a:pt x="1550567" y="115882"/>
                  </a:moveTo>
                  <a:lnTo>
                    <a:pt x="1504422" y="115882"/>
                  </a:lnTo>
                  <a:lnTo>
                    <a:pt x="1504422" y="266114"/>
                  </a:lnTo>
                  <a:lnTo>
                    <a:pt x="1550567" y="266114"/>
                  </a:lnTo>
                  <a:lnTo>
                    <a:pt x="1550567" y="115882"/>
                  </a:lnTo>
                  <a:close/>
                </a:path>
                <a:path w="3141979" h="342900">
                  <a:moveTo>
                    <a:pt x="1578324" y="73901"/>
                  </a:moveTo>
                  <a:lnTo>
                    <a:pt x="1481870" y="73901"/>
                  </a:lnTo>
                  <a:lnTo>
                    <a:pt x="1481870" y="115882"/>
                  </a:lnTo>
                  <a:lnTo>
                    <a:pt x="1578324" y="115882"/>
                  </a:lnTo>
                  <a:lnTo>
                    <a:pt x="1578324" y="73901"/>
                  </a:lnTo>
                  <a:close/>
                </a:path>
                <a:path w="3141979" h="342900">
                  <a:moveTo>
                    <a:pt x="1550567" y="9714"/>
                  </a:moveTo>
                  <a:lnTo>
                    <a:pt x="1504422" y="9714"/>
                  </a:lnTo>
                  <a:lnTo>
                    <a:pt x="1504422" y="73901"/>
                  </a:lnTo>
                  <a:lnTo>
                    <a:pt x="1550567" y="73901"/>
                  </a:lnTo>
                  <a:lnTo>
                    <a:pt x="1550567" y="9714"/>
                  </a:lnTo>
                  <a:close/>
                </a:path>
                <a:path w="3141979" h="342900">
                  <a:moveTo>
                    <a:pt x="1792075" y="69390"/>
                  </a:moveTo>
                  <a:lnTo>
                    <a:pt x="1752625" y="77354"/>
                  </a:lnTo>
                  <a:lnTo>
                    <a:pt x="1720299" y="99012"/>
                  </a:lnTo>
                  <a:lnTo>
                    <a:pt x="1698446" y="131013"/>
                  </a:lnTo>
                  <a:lnTo>
                    <a:pt x="1690417" y="170007"/>
                  </a:lnTo>
                  <a:lnTo>
                    <a:pt x="1698451" y="209148"/>
                  </a:lnTo>
                  <a:lnTo>
                    <a:pt x="1720342" y="241133"/>
                  </a:lnTo>
                  <a:lnTo>
                    <a:pt x="1752772" y="262709"/>
                  </a:lnTo>
                  <a:lnTo>
                    <a:pt x="1792422" y="270624"/>
                  </a:lnTo>
                  <a:lnTo>
                    <a:pt x="1831980" y="262731"/>
                  </a:lnTo>
                  <a:lnTo>
                    <a:pt x="1864545" y="241307"/>
                  </a:lnTo>
                  <a:lnTo>
                    <a:pt x="1873649" y="228296"/>
                  </a:lnTo>
                  <a:lnTo>
                    <a:pt x="1792769" y="228296"/>
                  </a:lnTo>
                  <a:lnTo>
                    <a:pt x="1770867" y="223715"/>
                  </a:lnTo>
                  <a:lnTo>
                    <a:pt x="1753129" y="211165"/>
                  </a:lnTo>
                  <a:lnTo>
                    <a:pt x="1741246" y="192435"/>
                  </a:lnTo>
                  <a:lnTo>
                    <a:pt x="1736909" y="169313"/>
                  </a:lnTo>
                  <a:lnTo>
                    <a:pt x="1741338" y="146994"/>
                  </a:lnTo>
                  <a:lnTo>
                    <a:pt x="1753346" y="128676"/>
                  </a:lnTo>
                  <a:lnTo>
                    <a:pt x="1771014" y="116278"/>
                  </a:lnTo>
                  <a:lnTo>
                    <a:pt x="1792422" y="111719"/>
                  </a:lnTo>
                  <a:lnTo>
                    <a:pt x="1873735" y="111719"/>
                  </a:lnTo>
                  <a:lnTo>
                    <a:pt x="1865152" y="98925"/>
                  </a:lnTo>
                  <a:lnTo>
                    <a:pt x="1832566" y="77278"/>
                  </a:lnTo>
                  <a:lnTo>
                    <a:pt x="1792075" y="69390"/>
                  </a:lnTo>
                  <a:close/>
                </a:path>
                <a:path w="3141979" h="342900">
                  <a:moveTo>
                    <a:pt x="1873735" y="111719"/>
                  </a:moveTo>
                  <a:lnTo>
                    <a:pt x="1792422" y="111719"/>
                  </a:lnTo>
                  <a:lnTo>
                    <a:pt x="1814177" y="116338"/>
                  </a:lnTo>
                  <a:lnTo>
                    <a:pt x="1831931" y="128893"/>
                  </a:lnTo>
                  <a:lnTo>
                    <a:pt x="1843896" y="147434"/>
                  </a:lnTo>
                  <a:lnTo>
                    <a:pt x="1848282" y="170007"/>
                  </a:lnTo>
                  <a:lnTo>
                    <a:pt x="1843901" y="192727"/>
                  </a:lnTo>
                  <a:lnTo>
                    <a:pt x="1831975" y="211252"/>
                  </a:lnTo>
                  <a:lnTo>
                    <a:pt x="1814323" y="223726"/>
                  </a:lnTo>
                  <a:lnTo>
                    <a:pt x="1792769" y="228296"/>
                  </a:lnTo>
                  <a:lnTo>
                    <a:pt x="1873649" y="228296"/>
                  </a:lnTo>
                  <a:lnTo>
                    <a:pt x="1886636" y="209734"/>
                  </a:lnTo>
                  <a:lnTo>
                    <a:pt x="1894774" y="171395"/>
                  </a:lnTo>
                  <a:lnTo>
                    <a:pt x="1886875" y="131306"/>
                  </a:lnTo>
                  <a:lnTo>
                    <a:pt x="1873735" y="111719"/>
                  </a:lnTo>
                  <a:close/>
                </a:path>
                <a:path w="3141979" h="342900">
                  <a:moveTo>
                    <a:pt x="1968206" y="115882"/>
                  </a:moveTo>
                  <a:lnTo>
                    <a:pt x="1922061" y="115882"/>
                  </a:lnTo>
                  <a:lnTo>
                    <a:pt x="1922061" y="266114"/>
                  </a:lnTo>
                  <a:lnTo>
                    <a:pt x="1968206" y="266114"/>
                  </a:lnTo>
                  <a:lnTo>
                    <a:pt x="1968206" y="115882"/>
                  </a:lnTo>
                  <a:close/>
                </a:path>
                <a:path w="3141979" h="342900">
                  <a:moveTo>
                    <a:pt x="1994228" y="77370"/>
                  </a:moveTo>
                  <a:lnTo>
                    <a:pt x="1905407" y="77370"/>
                  </a:lnTo>
                  <a:lnTo>
                    <a:pt x="1905407" y="115882"/>
                  </a:lnTo>
                  <a:lnTo>
                    <a:pt x="1994228" y="115882"/>
                  </a:lnTo>
                  <a:lnTo>
                    <a:pt x="1994228" y="77370"/>
                  </a:lnTo>
                  <a:close/>
                </a:path>
                <a:path w="3141979" h="342900">
                  <a:moveTo>
                    <a:pt x="1991452" y="9714"/>
                  </a:moveTo>
                  <a:lnTo>
                    <a:pt x="1985554" y="9714"/>
                  </a:lnTo>
                  <a:lnTo>
                    <a:pt x="1962313" y="13162"/>
                  </a:lnTo>
                  <a:lnTo>
                    <a:pt x="1943269" y="24547"/>
                  </a:lnTo>
                  <a:lnTo>
                    <a:pt x="1929493" y="45429"/>
                  </a:lnTo>
                  <a:lnTo>
                    <a:pt x="1922061" y="77370"/>
                  </a:lnTo>
                  <a:lnTo>
                    <a:pt x="1968206" y="77370"/>
                  </a:lnTo>
                  <a:lnTo>
                    <a:pt x="1969610" y="66420"/>
                  </a:lnTo>
                  <a:lnTo>
                    <a:pt x="1973714" y="59242"/>
                  </a:lnTo>
                  <a:lnTo>
                    <a:pt x="1981135" y="55317"/>
                  </a:lnTo>
                  <a:lnTo>
                    <a:pt x="1992493" y="54124"/>
                  </a:lnTo>
                  <a:lnTo>
                    <a:pt x="1997003" y="54124"/>
                  </a:lnTo>
                  <a:lnTo>
                    <a:pt x="1997003" y="10408"/>
                  </a:lnTo>
                  <a:lnTo>
                    <a:pt x="1991452" y="9714"/>
                  </a:lnTo>
                  <a:close/>
                </a:path>
                <a:path w="3141979" h="342900">
                  <a:moveTo>
                    <a:pt x="2238674" y="5204"/>
                  </a:moveTo>
                  <a:lnTo>
                    <a:pt x="2197117" y="11954"/>
                  </a:lnTo>
                  <a:lnTo>
                    <a:pt x="2160939" y="30729"/>
                  </a:lnTo>
                  <a:lnTo>
                    <a:pt x="2132355" y="59312"/>
                  </a:lnTo>
                  <a:lnTo>
                    <a:pt x="2113581" y="95490"/>
                  </a:lnTo>
                  <a:lnTo>
                    <a:pt x="2106831" y="137047"/>
                  </a:lnTo>
                  <a:lnTo>
                    <a:pt x="2113673" y="179317"/>
                  </a:lnTo>
                  <a:lnTo>
                    <a:pt x="2132755" y="215991"/>
                  </a:lnTo>
                  <a:lnTo>
                    <a:pt x="2161913" y="244888"/>
                  </a:lnTo>
                  <a:lnTo>
                    <a:pt x="2198982" y="263827"/>
                  </a:lnTo>
                  <a:lnTo>
                    <a:pt x="2241796" y="270624"/>
                  </a:lnTo>
                  <a:lnTo>
                    <a:pt x="2279555" y="265339"/>
                  </a:lnTo>
                  <a:lnTo>
                    <a:pt x="2313052" y="250197"/>
                  </a:lnTo>
                  <a:lnTo>
                    <a:pt x="2340499" y="226274"/>
                  </a:lnTo>
                  <a:lnTo>
                    <a:pt x="2341397" y="224826"/>
                  </a:lnTo>
                  <a:lnTo>
                    <a:pt x="2240755" y="224826"/>
                  </a:lnTo>
                  <a:lnTo>
                    <a:pt x="2207404" y="217898"/>
                  </a:lnTo>
                  <a:lnTo>
                    <a:pt x="2180038" y="199065"/>
                  </a:lnTo>
                  <a:lnTo>
                    <a:pt x="2161519" y="171254"/>
                  </a:lnTo>
                  <a:lnTo>
                    <a:pt x="2154710" y="137394"/>
                  </a:lnTo>
                  <a:lnTo>
                    <a:pt x="2161113" y="103549"/>
                  </a:lnTo>
                  <a:lnTo>
                    <a:pt x="2178867" y="76113"/>
                  </a:lnTo>
                  <a:lnTo>
                    <a:pt x="2205794" y="57719"/>
                  </a:lnTo>
                  <a:lnTo>
                    <a:pt x="2239714" y="51002"/>
                  </a:lnTo>
                  <a:lnTo>
                    <a:pt x="2339584" y="51002"/>
                  </a:lnTo>
                  <a:lnTo>
                    <a:pt x="2339036" y="50140"/>
                  </a:lnTo>
                  <a:lnTo>
                    <a:pt x="2310710" y="25631"/>
                  </a:lnTo>
                  <a:lnTo>
                    <a:pt x="2276725" y="10424"/>
                  </a:lnTo>
                  <a:lnTo>
                    <a:pt x="2238674" y="5204"/>
                  </a:lnTo>
                  <a:close/>
                </a:path>
                <a:path w="3141979" h="342900">
                  <a:moveTo>
                    <a:pt x="2360108" y="194641"/>
                  </a:moveTo>
                  <a:lnTo>
                    <a:pt x="2304248" y="194641"/>
                  </a:lnTo>
                  <a:lnTo>
                    <a:pt x="2289009" y="208579"/>
                  </a:lnTo>
                  <a:lnTo>
                    <a:pt x="2273933" y="217930"/>
                  </a:lnTo>
                  <a:lnTo>
                    <a:pt x="2258141" y="223184"/>
                  </a:lnTo>
                  <a:lnTo>
                    <a:pt x="2240755" y="224826"/>
                  </a:lnTo>
                  <a:lnTo>
                    <a:pt x="2341397" y="224826"/>
                  </a:lnTo>
                  <a:lnTo>
                    <a:pt x="2360108" y="194641"/>
                  </a:lnTo>
                  <a:close/>
                </a:path>
                <a:path w="3141979" h="342900">
                  <a:moveTo>
                    <a:pt x="2339584" y="51002"/>
                  </a:moveTo>
                  <a:lnTo>
                    <a:pt x="2239714" y="51002"/>
                  </a:lnTo>
                  <a:lnTo>
                    <a:pt x="2260380" y="52872"/>
                  </a:lnTo>
                  <a:lnTo>
                    <a:pt x="2278053" y="58678"/>
                  </a:lnTo>
                  <a:lnTo>
                    <a:pt x="2293384" y="68713"/>
                  </a:lnTo>
                  <a:lnTo>
                    <a:pt x="2307023" y="83269"/>
                  </a:lnTo>
                  <a:lnTo>
                    <a:pt x="2360108" y="83269"/>
                  </a:lnTo>
                  <a:lnTo>
                    <a:pt x="2339584" y="51002"/>
                  </a:lnTo>
                  <a:close/>
                </a:path>
                <a:path w="3141979" h="342900">
                  <a:moveTo>
                    <a:pt x="2512516" y="5204"/>
                  </a:moveTo>
                  <a:lnTo>
                    <a:pt x="2469702" y="11890"/>
                  </a:lnTo>
                  <a:lnTo>
                    <a:pt x="2432633" y="30551"/>
                  </a:lnTo>
                  <a:lnTo>
                    <a:pt x="2403475" y="59087"/>
                  </a:lnTo>
                  <a:lnTo>
                    <a:pt x="2384392" y="95401"/>
                  </a:lnTo>
                  <a:lnTo>
                    <a:pt x="2377550" y="137394"/>
                  </a:lnTo>
                  <a:lnTo>
                    <a:pt x="2384495" y="180027"/>
                  </a:lnTo>
                  <a:lnTo>
                    <a:pt x="2403963" y="216666"/>
                  </a:lnTo>
                  <a:lnTo>
                    <a:pt x="2433907" y="245310"/>
                  </a:lnTo>
                  <a:lnTo>
                    <a:pt x="2472277" y="263963"/>
                  </a:lnTo>
                  <a:lnTo>
                    <a:pt x="2517026" y="270624"/>
                  </a:lnTo>
                  <a:lnTo>
                    <a:pt x="2569861" y="260264"/>
                  </a:lnTo>
                  <a:lnTo>
                    <a:pt x="2612352" y="232242"/>
                  </a:lnTo>
                  <a:lnTo>
                    <a:pt x="2617460" y="224826"/>
                  </a:lnTo>
                  <a:lnTo>
                    <a:pt x="2514251" y="224826"/>
                  </a:lnTo>
                  <a:lnTo>
                    <a:pt x="2479148" y="218153"/>
                  </a:lnTo>
                  <a:lnTo>
                    <a:pt x="2450975" y="199802"/>
                  </a:lnTo>
                  <a:lnTo>
                    <a:pt x="2432234" y="172279"/>
                  </a:lnTo>
                  <a:lnTo>
                    <a:pt x="2425430" y="138088"/>
                  </a:lnTo>
                  <a:lnTo>
                    <a:pt x="2431751" y="104135"/>
                  </a:lnTo>
                  <a:lnTo>
                    <a:pt x="2449457" y="76460"/>
                  </a:lnTo>
                  <a:lnTo>
                    <a:pt x="2476660" y="57827"/>
                  </a:lnTo>
                  <a:lnTo>
                    <a:pt x="2511475" y="51002"/>
                  </a:lnTo>
                  <a:lnTo>
                    <a:pt x="2616640" y="51002"/>
                  </a:lnTo>
                  <a:lnTo>
                    <a:pt x="2589843" y="27799"/>
                  </a:lnTo>
                  <a:lnTo>
                    <a:pt x="2553310" y="11183"/>
                  </a:lnTo>
                  <a:lnTo>
                    <a:pt x="2512516" y="5204"/>
                  </a:lnTo>
                  <a:close/>
                </a:path>
                <a:path w="3141979" h="342900">
                  <a:moveTo>
                    <a:pt x="2650951" y="135312"/>
                  </a:moveTo>
                  <a:lnTo>
                    <a:pt x="2483371" y="135312"/>
                  </a:lnTo>
                  <a:lnTo>
                    <a:pt x="2483371" y="179722"/>
                  </a:lnTo>
                  <a:lnTo>
                    <a:pt x="2589540" y="179722"/>
                  </a:lnTo>
                  <a:lnTo>
                    <a:pt x="2576653" y="198772"/>
                  </a:lnTo>
                  <a:lnTo>
                    <a:pt x="2559311" y="212943"/>
                  </a:lnTo>
                  <a:lnTo>
                    <a:pt x="2538261" y="221779"/>
                  </a:lnTo>
                  <a:lnTo>
                    <a:pt x="2514251" y="224826"/>
                  </a:lnTo>
                  <a:lnTo>
                    <a:pt x="2617460" y="224826"/>
                  </a:lnTo>
                  <a:lnTo>
                    <a:pt x="2640661" y="191144"/>
                  </a:lnTo>
                  <a:lnTo>
                    <a:pt x="2650951" y="141557"/>
                  </a:lnTo>
                  <a:lnTo>
                    <a:pt x="2650951" y="135312"/>
                  </a:lnTo>
                  <a:close/>
                </a:path>
                <a:path w="3141979" h="342900">
                  <a:moveTo>
                    <a:pt x="2616640" y="51002"/>
                  </a:moveTo>
                  <a:lnTo>
                    <a:pt x="2511475" y="51002"/>
                  </a:lnTo>
                  <a:lnTo>
                    <a:pt x="2532823" y="53192"/>
                  </a:lnTo>
                  <a:lnTo>
                    <a:pt x="2551895" y="59676"/>
                  </a:lnTo>
                  <a:lnTo>
                    <a:pt x="2568364" y="70323"/>
                  </a:lnTo>
                  <a:lnTo>
                    <a:pt x="2581907" y="85003"/>
                  </a:lnTo>
                  <a:lnTo>
                    <a:pt x="2637766" y="85003"/>
                  </a:lnTo>
                  <a:lnTo>
                    <a:pt x="2619025" y="53067"/>
                  </a:lnTo>
                  <a:lnTo>
                    <a:pt x="2616640" y="51002"/>
                  </a:lnTo>
                  <a:close/>
                </a:path>
                <a:path w="3141979" h="342900">
                  <a:moveTo>
                    <a:pt x="2747350" y="9714"/>
                  </a:moveTo>
                  <a:lnTo>
                    <a:pt x="2682122" y="9714"/>
                  </a:lnTo>
                  <a:lnTo>
                    <a:pt x="2682122" y="266114"/>
                  </a:lnTo>
                  <a:lnTo>
                    <a:pt x="2729655" y="266114"/>
                  </a:lnTo>
                  <a:lnTo>
                    <a:pt x="2729655" y="73901"/>
                  </a:lnTo>
                  <a:lnTo>
                    <a:pt x="2770159" y="73901"/>
                  </a:lnTo>
                  <a:lnTo>
                    <a:pt x="2747350" y="9714"/>
                  </a:lnTo>
                  <a:close/>
                </a:path>
                <a:path w="3141979" h="342900">
                  <a:moveTo>
                    <a:pt x="2770159" y="73901"/>
                  </a:moveTo>
                  <a:lnTo>
                    <a:pt x="2729655" y="73901"/>
                  </a:lnTo>
                  <a:lnTo>
                    <a:pt x="2796617" y="266114"/>
                  </a:lnTo>
                  <a:lnTo>
                    <a:pt x="2835476" y="266114"/>
                  </a:lnTo>
                  <a:lnTo>
                    <a:pt x="2857112" y="204009"/>
                  </a:lnTo>
                  <a:lnTo>
                    <a:pt x="2816394" y="204009"/>
                  </a:lnTo>
                  <a:lnTo>
                    <a:pt x="2770159" y="73901"/>
                  </a:lnTo>
                  <a:close/>
                </a:path>
                <a:path w="3141979" h="342900">
                  <a:moveTo>
                    <a:pt x="2949971" y="73901"/>
                  </a:moveTo>
                  <a:lnTo>
                    <a:pt x="2902439" y="73901"/>
                  </a:lnTo>
                  <a:lnTo>
                    <a:pt x="2902439" y="266114"/>
                  </a:lnTo>
                  <a:lnTo>
                    <a:pt x="2949971" y="266114"/>
                  </a:lnTo>
                  <a:lnTo>
                    <a:pt x="2949971" y="73901"/>
                  </a:lnTo>
                  <a:close/>
                </a:path>
                <a:path w="3141979" h="342900">
                  <a:moveTo>
                    <a:pt x="2949971" y="9714"/>
                  </a:moveTo>
                  <a:lnTo>
                    <a:pt x="2884744" y="9714"/>
                  </a:lnTo>
                  <a:lnTo>
                    <a:pt x="2816394" y="204009"/>
                  </a:lnTo>
                  <a:lnTo>
                    <a:pt x="2857112" y="204009"/>
                  </a:lnTo>
                  <a:lnTo>
                    <a:pt x="2902439" y="73901"/>
                  </a:lnTo>
                  <a:lnTo>
                    <a:pt x="2949971" y="73901"/>
                  </a:lnTo>
                  <a:lnTo>
                    <a:pt x="2949971" y="9714"/>
                  </a:lnTo>
                  <a:close/>
                </a:path>
                <a:path w="3141979" h="342900">
                  <a:moveTo>
                    <a:pt x="3025396" y="192906"/>
                  </a:moveTo>
                  <a:lnTo>
                    <a:pt x="2975782" y="192906"/>
                  </a:lnTo>
                  <a:lnTo>
                    <a:pt x="2984369" y="225542"/>
                  </a:lnTo>
                  <a:lnTo>
                    <a:pt x="3002584" y="249980"/>
                  </a:lnTo>
                  <a:lnTo>
                    <a:pt x="3028475" y="265311"/>
                  </a:lnTo>
                  <a:lnTo>
                    <a:pt x="3060092" y="270624"/>
                  </a:lnTo>
                  <a:lnTo>
                    <a:pt x="3092353" y="264314"/>
                  </a:lnTo>
                  <a:lnTo>
                    <a:pt x="3118337" y="246945"/>
                  </a:lnTo>
                  <a:lnTo>
                    <a:pt x="3133032" y="224826"/>
                  </a:lnTo>
                  <a:lnTo>
                    <a:pt x="3060092" y="224826"/>
                  </a:lnTo>
                  <a:lnTo>
                    <a:pt x="3046035" y="222864"/>
                  </a:lnTo>
                  <a:lnTo>
                    <a:pt x="3035588" y="216933"/>
                  </a:lnTo>
                  <a:lnTo>
                    <a:pt x="3028719" y="206969"/>
                  </a:lnTo>
                  <a:lnTo>
                    <a:pt x="3025396" y="192906"/>
                  </a:lnTo>
                  <a:close/>
                </a:path>
                <a:path w="3141979" h="342900">
                  <a:moveTo>
                    <a:pt x="3059745" y="5204"/>
                  </a:moveTo>
                  <a:lnTo>
                    <a:pt x="3030671" y="10880"/>
                  </a:lnTo>
                  <a:lnTo>
                    <a:pt x="3006964" y="26411"/>
                  </a:lnTo>
                  <a:lnTo>
                    <a:pt x="2990999" y="49554"/>
                  </a:lnTo>
                  <a:lnTo>
                    <a:pt x="2985149" y="78064"/>
                  </a:lnTo>
                  <a:lnTo>
                    <a:pt x="2988668" y="100768"/>
                  </a:lnTo>
                  <a:lnTo>
                    <a:pt x="2998984" y="120219"/>
                  </a:lnTo>
                  <a:lnTo>
                    <a:pt x="3015741" y="136027"/>
                  </a:lnTo>
                  <a:lnTo>
                    <a:pt x="3038580" y="147802"/>
                  </a:lnTo>
                  <a:lnTo>
                    <a:pt x="3058790" y="155479"/>
                  </a:lnTo>
                  <a:lnTo>
                    <a:pt x="3070674" y="160293"/>
                  </a:lnTo>
                  <a:lnTo>
                    <a:pt x="3094787" y="193600"/>
                  </a:lnTo>
                  <a:lnTo>
                    <a:pt x="3092244" y="206237"/>
                  </a:lnTo>
                  <a:lnTo>
                    <a:pt x="3085116" y="216109"/>
                  </a:lnTo>
                  <a:lnTo>
                    <a:pt x="3074149" y="222533"/>
                  </a:lnTo>
                  <a:lnTo>
                    <a:pt x="3060092" y="224826"/>
                  </a:lnTo>
                  <a:lnTo>
                    <a:pt x="3133032" y="224826"/>
                  </a:lnTo>
                  <a:lnTo>
                    <a:pt x="3135668" y="220858"/>
                  </a:lnTo>
                  <a:lnTo>
                    <a:pt x="3141973" y="188396"/>
                  </a:lnTo>
                  <a:lnTo>
                    <a:pt x="3138937" y="164510"/>
                  </a:lnTo>
                  <a:lnTo>
                    <a:pt x="3128355" y="144333"/>
                  </a:lnTo>
                  <a:lnTo>
                    <a:pt x="3108015" y="127017"/>
                  </a:lnTo>
                  <a:lnTo>
                    <a:pt x="3075705" y="111719"/>
                  </a:lnTo>
                  <a:lnTo>
                    <a:pt x="3061501" y="106417"/>
                  </a:lnTo>
                  <a:lnTo>
                    <a:pt x="3053673" y="103392"/>
                  </a:lnTo>
                  <a:lnTo>
                    <a:pt x="3033029" y="77023"/>
                  </a:lnTo>
                  <a:lnTo>
                    <a:pt x="3034954" y="66517"/>
                  </a:lnTo>
                  <a:lnTo>
                    <a:pt x="3040359" y="58288"/>
                  </a:lnTo>
                  <a:lnTo>
                    <a:pt x="3048691" y="52921"/>
                  </a:lnTo>
                  <a:lnTo>
                    <a:pt x="3059398" y="51002"/>
                  </a:lnTo>
                  <a:lnTo>
                    <a:pt x="3129418" y="51002"/>
                  </a:lnTo>
                  <a:lnTo>
                    <a:pt x="3128637" y="47652"/>
                  </a:lnTo>
                  <a:lnTo>
                    <a:pt x="3112308" y="24720"/>
                  </a:lnTo>
                  <a:lnTo>
                    <a:pt x="3088694" y="10246"/>
                  </a:lnTo>
                  <a:lnTo>
                    <a:pt x="3059745" y="5204"/>
                  </a:lnTo>
                  <a:close/>
                </a:path>
                <a:path w="3141979" h="342900">
                  <a:moveTo>
                    <a:pt x="3129418" y="51002"/>
                  </a:moveTo>
                  <a:lnTo>
                    <a:pt x="3059398" y="51002"/>
                  </a:lnTo>
                  <a:lnTo>
                    <a:pt x="3070164" y="52791"/>
                  </a:lnTo>
                  <a:lnTo>
                    <a:pt x="3078393" y="58028"/>
                  </a:lnTo>
                  <a:lnTo>
                    <a:pt x="3083891" y="66517"/>
                  </a:lnTo>
                  <a:lnTo>
                    <a:pt x="3086460" y="78064"/>
                  </a:lnTo>
                  <a:lnTo>
                    <a:pt x="3135728" y="78064"/>
                  </a:lnTo>
                  <a:lnTo>
                    <a:pt x="3129418" y="51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4632" y="7925467"/>
              <a:ext cx="4314260" cy="1202641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445261" y="9531618"/>
            <a:ext cx="4761230" cy="2640965"/>
            <a:chOff x="5445261" y="9531618"/>
            <a:chExt cx="4761230" cy="2640965"/>
          </a:xfrm>
        </p:grpSpPr>
        <p:sp>
          <p:nvSpPr>
            <p:cNvPr id="19" name="object 19"/>
            <p:cNvSpPr/>
            <p:nvPr/>
          </p:nvSpPr>
          <p:spPr>
            <a:xfrm>
              <a:off x="5445261" y="9531618"/>
              <a:ext cx="4761230" cy="2640965"/>
            </a:xfrm>
            <a:custGeom>
              <a:avLst/>
              <a:gdLst/>
              <a:ahLst/>
              <a:cxnLst/>
              <a:rect l="l" t="t" r="r" b="b"/>
              <a:pathLst>
                <a:path w="4761230" h="2640965">
                  <a:moveTo>
                    <a:pt x="4683888" y="0"/>
                  </a:moveTo>
                  <a:lnTo>
                    <a:pt x="77101" y="0"/>
                  </a:lnTo>
                  <a:lnTo>
                    <a:pt x="47089" y="6058"/>
                  </a:lnTo>
                  <a:lnTo>
                    <a:pt x="22582" y="22582"/>
                  </a:lnTo>
                  <a:lnTo>
                    <a:pt x="6058" y="47089"/>
                  </a:lnTo>
                  <a:lnTo>
                    <a:pt x="0" y="77101"/>
                  </a:lnTo>
                  <a:lnTo>
                    <a:pt x="0" y="2563610"/>
                  </a:lnTo>
                  <a:lnTo>
                    <a:pt x="6058" y="2593621"/>
                  </a:lnTo>
                  <a:lnTo>
                    <a:pt x="22582" y="2618128"/>
                  </a:lnTo>
                  <a:lnTo>
                    <a:pt x="47089" y="2634652"/>
                  </a:lnTo>
                  <a:lnTo>
                    <a:pt x="77101" y="2640711"/>
                  </a:lnTo>
                  <a:lnTo>
                    <a:pt x="4683888" y="2640711"/>
                  </a:lnTo>
                  <a:lnTo>
                    <a:pt x="4713900" y="2634652"/>
                  </a:lnTo>
                  <a:lnTo>
                    <a:pt x="4738407" y="2618128"/>
                  </a:lnTo>
                  <a:lnTo>
                    <a:pt x="4754931" y="2593621"/>
                  </a:lnTo>
                  <a:lnTo>
                    <a:pt x="4760990" y="2563610"/>
                  </a:lnTo>
                  <a:lnTo>
                    <a:pt x="4760990" y="77101"/>
                  </a:lnTo>
                  <a:lnTo>
                    <a:pt x="4754931" y="47089"/>
                  </a:lnTo>
                  <a:lnTo>
                    <a:pt x="4738407" y="22582"/>
                  </a:lnTo>
                  <a:lnTo>
                    <a:pt x="4713900" y="6058"/>
                  </a:lnTo>
                  <a:lnTo>
                    <a:pt x="4683888" y="0"/>
                  </a:lnTo>
                  <a:close/>
                </a:path>
              </a:pathLst>
            </a:custGeom>
            <a:solidFill>
              <a:srgbClr val="E1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45261" y="9531618"/>
              <a:ext cx="4760990" cy="9926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97917" y="9920862"/>
              <a:ext cx="3670935" cy="271145"/>
            </a:xfrm>
            <a:custGeom>
              <a:avLst/>
              <a:gdLst/>
              <a:ahLst/>
              <a:cxnLst/>
              <a:rect l="l" t="t" r="r" b="b"/>
              <a:pathLst>
                <a:path w="3670934" h="271145">
                  <a:moveTo>
                    <a:pt x="130454" y="9714"/>
                  </a:moveTo>
                  <a:lnTo>
                    <a:pt x="0" y="9714"/>
                  </a:lnTo>
                  <a:lnTo>
                    <a:pt x="0" y="266114"/>
                  </a:lnTo>
                  <a:lnTo>
                    <a:pt x="47532" y="266114"/>
                  </a:lnTo>
                  <a:lnTo>
                    <a:pt x="47532" y="160987"/>
                  </a:lnTo>
                  <a:lnTo>
                    <a:pt x="126638" y="160987"/>
                  </a:lnTo>
                  <a:lnTo>
                    <a:pt x="126638" y="115535"/>
                  </a:lnTo>
                  <a:lnTo>
                    <a:pt x="47532" y="115535"/>
                  </a:lnTo>
                  <a:lnTo>
                    <a:pt x="47532" y="55165"/>
                  </a:lnTo>
                  <a:lnTo>
                    <a:pt x="130454" y="55165"/>
                  </a:lnTo>
                  <a:lnTo>
                    <a:pt x="130454" y="9714"/>
                  </a:lnTo>
                  <a:close/>
                </a:path>
                <a:path w="3670934" h="271145">
                  <a:moveTo>
                    <a:pt x="247969" y="69390"/>
                  </a:moveTo>
                  <a:lnTo>
                    <a:pt x="208677" y="76975"/>
                  </a:lnTo>
                  <a:lnTo>
                    <a:pt x="177711" y="98058"/>
                  </a:lnTo>
                  <a:lnTo>
                    <a:pt x="157414" y="130135"/>
                  </a:lnTo>
                  <a:lnTo>
                    <a:pt x="150128" y="170701"/>
                  </a:lnTo>
                  <a:lnTo>
                    <a:pt x="157349" y="210758"/>
                  </a:lnTo>
                  <a:lnTo>
                    <a:pt x="177451" y="242391"/>
                  </a:lnTo>
                  <a:lnTo>
                    <a:pt x="208091" y="263159"/>
                  </a:lnTo>
                  <a:lnTo>
                    <a:pt x="246928" y="270624"/>
                  </a:lnTo>
                  <a:lnTo>
                    <a:pt x="265734" y="268944"/>
                  </a:lnTo>
                  <a:lnTo>
                    <a:pt x="282101" y="263685"/>
                  </a:lnTo>
                  <a:lnTo>
                    <a:pt x="296841" y="254523"/>
                  </a:lnTo>
                  <a:lnTo>
                    <a:pt x="310768" y="241133"/>
                  </a:lnTo>
                  <a:lnTo>
                    <a:pt x="353096" y="241133"/>
                  </a:lnTo>
                  <a:lnTo>
                    <a:pt x="353096" y="228296"/>
                  </a:lnTo>
                  <a:lnTo>
                    <a:pt x="253520" y="228296"/>
                  </a:lnTo>
                  <a:lnTo>
                    <a:pt x="230432" y="224192"/>
                  </a:lnTo>
                  <a:lnTo>
                    <a:pt x="212450" y="212639"/>
                  </a:lnTo>
                  <a:lnTo>
                    <a:pt x="200778" y="194777"/>
                  </a:lnTo>
                  <a:lnTo>
                    <a:pt x="196620" y="171742"/>
                  </a:lnTo>
                  <a:lnTo>
                    <a:pt x="200767" y="147580"/>
                  </a:lnTo>
                  <a:lnTo>
                    <a:pt x="212363" y="128590"/>
                  </a:lnTo>
                  <a:lnTo>
                    <a:pt x="230139" y="116170"/>
                  </a:lnTo>
                  <a:lnTo>
                    <a:pt x="252827" y="111719"/>
                  </a:lnTo>
                  <a:lnTo>
                    <a:pt x="353096" y="111719"/>
                  </a:lnTo>
                  <a:lnTo>
                    <a:pt x="353096" y="99576"/>
                  </a:lnTo>
                  <a:lnTo>
                    <a:pt x="310768" y="99576"/>
                  </a:lnTo>
                  <a:lnTo>
                    <a:pt x="298126" y="85930"/>
                  </a:lnTo>
                  <a:lnTo>
                    <a:pt x="283792" y="76546"/>
                  </a:lnTo>
                  <a:lnTo>
                    <a:pt x="267247" y="71131"/>
                  </a:lnTo>
                  <a:lnTo>
                    <a:pt x="247969" y="69390"/>
                  </a:lnTo>
                  <a:close/>
                </a:path>
                <a:path w="3670934" h="271145">
                  <a:moveTo>
                    <a:pt x="353096" y="241133"/>
                  </a:moveTo>
                  <a:lnTo>
                    <a:pt x="310768" y="241133"/>
                  </a:lnTo>
                  <a:lnTo>
                    <a:pt x="310768" y="266114"/>
                  </a:lnTo>
                  <a:lnTo>
                    <a:pt x="353096" y="266114"/>
                  </a:lnTo>
                  <a:lnTo>
                    <a:pt x="353096" y="241133"/>
                  </a:lnTo>
                  <a:close/>
                </a:path>
                <a:path w="3670934" h="271145">
                  <a:moveTo>
                    <a:pt x="353096" y="111719"/>
                  </a:moveTo>
                  <a:lnTo>
                    <a:pt x="252827" y="111719"/>
                  </a:lnTo>
                  <a:lnTo>
                    <a:pt x="275568" y="116116"/>
                  </a:lnTo>
                  <a:lnTo>
                    <a:pt x="293464" y="128416"/>
                  </a:lnTo>
                  <a:lnTo>
                    <a:pt x="305179" y="147287"/>
                  </a:lnTo>
                  <a:lnTo>
                    <a:pt x="309259" y="170701"/>
                  </a:lnTo>
                  <a:lnTo>
                    <a:pt x="309321" y="171742"/>
                  </a:lnTo>
                  <a:lnTo>
                    <a:pt x="305580" y="193752"/>
                  </a:lnTo>
                  <a:lnTo>
                    <a:pt x="294591" y="211815"/>
                  </a:lnTo>
                  <a:lnTo>
                    <a:pt x="277032" y="223894"/>
                  </a:lnTo>
                  <a:lnTo>
                    <a:pt x="253520" y="228296"/>
                  </a:lnTo>
                  <a:lnTo>
                    <a:pt x="353096" y="228296"/>
                  </a:lnTo>
                  <a:lnTo>
                    <a:pt x="353096" y="111719"/>
                  </a:lnTo>
                  <a:close/>
                </a:path>
                <a:path w="3670934" h="271145">
                  <a:moveTo>
                    <a:pt x="353096" y="73901"/>
                  </a:moveTo>
                  <a:lnTo>
                    <a:pt x="310768" y="73901"/>
                  </a:lnTo>
                  <a:lnTo>
                    <a:pt x="310768" y="99576"/>
                  </a:lnTo>
                  <a:lnTo>
                    <a:pt x="353096" y="99576"/>
                  </a:lnTo>
                  <a:lnTo>
                    <a:pt x="353096" y="73901"/>
                  </a:lnTo>
                  <a:close/>
                </a:path>
                <a:path w="3670934" h="271145">
                  <a:moveTo>
                    <a:pt x="440583" y="115882"/>
                  </a:moveTo>
                  <a:lnTo>
                    <a:pt x="394438" y="115882"/>
                  </a:lnTo>
                  <a:lnTo>
                    <a:pt x="394438" y="266114"/>
                  </a:lnTo>
                  <a:lnTo>
                    <a:pt x="440583" y="266114"/>
                  </a:lnTo>
                  <a:lnTo>
                    <a:pt x="440583" y="115882"/>
                  </a:lnTo>
                  <a:close/>
                </a:path>
                <a:path w="3670934" h="271145">
                  <a:moveTo>
                    <a:pt x="468340" y="73901"/>
                  </a:moveTo>
                  <a:lnTo>
                    <a:pt x="371886" y="73901"/>
                  </a:lnTo>
                  <a:lnTo>
                    <a:pt x="371886" y="115882"/>
                  </a:lnTo>
                  <a:lnTo>
                    <a:pt x="468340" y="115882"/>
                  </a:lnTo>
                  <a:lnTo>
                    <a:pt x="468340" y="73901"/>
                  </a:lnTo>
                  <a:close/>
                </a:path>
                <a:path w="3670934" h="271145">
                  <a:moveTo>
                    <a:pt x="440583" y="9714"/>
                  </a:moveTo>
                  <a:lnTo>
                    <a:pt x="394438" y="9714"/>
                  </a:lnTo>
                  <a:lnTo>
                    <a:pt x="394438" y="73901"/>
                  </a:lnTo>
                  <a:lnTo>
                    <a:pt x="440583" y="73901"/>
                  </a:lnTo>
                  <a:lnTo>
                    <a:pt x="440583" y="9714"/>
                  </a:lnTo>
                  <a:close/>
                </a:path>
                <a:path w="3670934" h="271145">
                  <a:moveTo>
                    <a:pt x="577644" y="69390"/>
                  </a:moveTo>
                  <a:lnTo>
                    <a:pt x="538351" y="76975"/>
                  </a:lnTo>
                  <a:lnTo>
                    <a:pt x="507386" y="98058"/>
                  </a:lnTo>
                  <a:lnTo>
                    <a:pt x="487089" y="130135"/>
                  </a:lnTo>
                  <a:lnTo>
                    <a:pt x="479803" y="170701"/>
                  </a:lnTo>
                  <a:lnTo>
                    <a:pt x="487024" y="210758"/>
                  </a:lnTo>
                  <a:lnTo>
                    <a:pt x="507125" y="242391"/>
                  </a:lnTo>
                  <a:lnTo>
                    <a:pt x="537766" y="263159"/>
                  </a:lnTo>
                  <a:lnTo>
                    <a:pt x="576603" y="270624"/>
                  </a:lnTo>
                  <a:lnTo>
                    <a:pt x="595409" y="268944"/>
                  </a:lnTo>
                  <a:lnTo>
                    <a:pt x="611776" y="263685"/>
                  </a:lnTo>
                  <a:lnTo>
                    <a:pt x="626516" y="254523"/>
                  </a:lnTo>
                  <a:lnTo>
                    <a:pt x="640443" y="241133"/>
                  </a:lnTo>
                  <a:lnTo>
                    <a:pt x="682771" y="241133"/>
                  </a:lnTo>
                  <a:lnTo>
                    <a:pt x="682771" y="228296"/>
                  </a:lnTo>
                  <a:lnTo>
                    <a:pt x="583195" y="228296"/>
                  </a:lnTo>
                  <a:lnTo>
                    <a:pt x="560106" y="224192"/>
                  </a:lnTo>
                  <a:lnTo>
                    <a:pt x="542124" y="212639"/>
                  </a:lnTo>
                  <a:lnTo>
                    <a:pt x="530453" y="194777"/>
                  </a:lnTo>
                  <a:lnTo>
                    <a:pt x="526295" y="171742"/>
                  </a:lnTo>
                  <a:lnTo>
                    <a:pt x="530442" y="147580"/>
                  </a:lnTo>
                  <a:lnTo>
                    <a:pt x="542038" y="128590"/>
                  </a:lnTo>
                  <a:lnTo>
                    <a:pt x="559814" y="116170"/>
                  </a:lnTo>
                  <a:lnTo>
                    <a:pt x="582501" y="111719"/>
                  </a:lnTo>
                  <a:lnTo>
                    <a:pt x="682771" y="111719"/>
                  </a:lnTo>
                  <a:lnTo>
                    <a:pt x="682771" y="99576"/>
                  </a:lnTo>
                  <a:lnTo>
                    <a:pt x="640443" y="99576"/>
                  </a:lnTo>
                  <a:lnTo>
                    <a:pt x="627801" y="85930"/>
                  </a:lnTo>
                  <a:lnTo>
                    <a:pt x="613467" y="76546"/>
                  </a:lnTo>
                  <a:lnTo>
                    <a:pt x="596922" y="71131"/>
                  </a:lnTo>
                  <a:lnTo>
                    <a:pt x="577644" y="69390"/>
                  </a:lnTo>
                  <a:close/>
                </a:path>
                <a:path w="3670934" h="271145">
                  <a:moveTo>
                    <a:pt x="682771" y="241133"/>
                  </a:moveTo>
                  <a:lnTo>
                    <a:pt x="640443" y="241133"/>
                  </a:lnTo>
                  <a:lnTo>
                    <a:pt x="640443" y="266114"/>
                  </a:lnTo>
                  <a:lnTo>
                    <a:pt x="682771" y="266114"/>
                  </a:lnTo>
                  <a:lnTo>
                    <a:pt x="682771" y="241133"/>
                  </a:lnTo>
                  <a:close/>
                </a:path>
                <a:path w="3670934" h="271145">
                  <a:moveTo>
                    <a:pt x="682771" y="111719"/>
                  </a:moveTo>
                  <a:lnTo>
                    <a:pt x="582501" y="111719"/>
                  </a:lnTo>
                  <a:lnTo>
                    <a:pt x="605243" y="116116"/>
                  </a:lnTo>
                  <a:lnTo>
                    <a:pt x="623138" y="128416"/>
                  </a:lnTo>
                  <a:lnTo>
                    <a:pt x="634854" y="147287"/>
                  </a:lnTo>
                  <a:lnTo>
                    <a:pt x="638934" y="170701"/>
                  </a:lnTo>
                  <a:lnTo>
                    <a:pt x="638996" y="171742"/>
                  </a:lnTo>
                  <a:lnTo>
                    <a:pt x="635255" y="193752"/>
                  </a:lnTo>
                  <a:lnTo>
                    <a:pt x="624266" y="211815"/>
                  </a:lnTo>
                  <a:lnTo>
                    <a:pt x="606707" y="223894"/>
                  </a:lnTo>
                  <a:lnTo>
                    <a:pt x="583195" y="228296"/>
                  </a:lnTo>
                  <a:lnTo>
                    <a:pt x="682771" y="228296"/>
                  </a:lnTo>
                  <a:lnTo>
                    <a:pt x="682771" y="111719"/>
                  </a:lnTo>
                  <a:close/>
                </a:path>
                <a:path w="3670934" h="271145">
                  <a:moveTo>
                    <a:pt x="682771" y="73901"/>
                  </a:moveTo>
                  <a:lnTo>
                    <a:pt x="640443" y="73901"/>
                  </a:lnTo>
                  <a:lnTo>
                    <a:pt x="640443" y="99576"/>
                  </a:lnTo>
                  <a:lnTo>
                    <a:pt x="682771" y="99576"/>
                  </a:lnTo>
                  <a:lnTo>
                    <a:pt x="682771" y="73901"/>
                  </a:lnTo>
                  <a:close/>
                </a:path>
                <a:path w="3670934" h="271145">
                  <a:moveTo>
                    <a:pt x="763319" y="9714"/>
                  </a:moveTo>
                  <a:lnTo>
                    <a:pt x="717174" y="9714"/>
                  </a:lnTo>
                  <a:lnTo>
                    <a:pt x="717174" y="266114"/>
                  </a:lnTo>
                  <a:lnTo>
                    <a:pt x="763319" y="266114"/>
                  </a:lnTo>
                  <a:lnTo>
                    <a:pt x="763319" y="9714"/>
                  </a:lnTo>
                  <a:close/>
                </a:path>
                <a:path w="3670934" h="271145">
                  <a:moveTo>
                    <a:pt x="846669" y="73901"/>
                  </a:moveTo>
                  <a:lnTo>
                    <a:pt x="800524" y="73901"/>
                  </a:lnTo>
                  <a:lnTo>
                    <a:pt x="800524" y="266114"/>
                  </a:lnTo>
                  <a:lnTo>
                    <a:pt x="846669" y="266114"/>
                  </a:lnTo>
                  <a:lnTo>
                    <a:pt x="846669" y="73901"/>
                  </a:lnTo>
                  <a:close/>
                </a:path>
                <a:path w="3670934" h="271145">
                  <a:moveTo>
                    <a:pt x="847016" y="0"/>
                  </a:moveTo>
                  <a:lnTo>
                    <a:pt x="800871" y="0"/>
                  </a:lnTo>
                  <a:lnTo>
                    <a:pt x="800871" y="46145"/>
                  </a:lnTo>
                  <a:lnTo>
                    <a:pt x="847016" y="46145"/>
                  </a:lnTo>
                  <a:lnTo>
                    <a:pt x="847016" y="0"/>
                  </a:lnTo>
                  <a:close/>
                </a:path>
                <a:path w="3670934" h="271145">
                  <a:moveTo>
                    <a:pt x="936959" y="115882"/>
                  </a:moveTo>
                  <a:lnTo>
                    <a:pt x="890814" y="115882"/>
                  </a:lnTo>
                  <a:lnTo>
                    <a:pt x="890814" y="266114"/>
                  </a:lnTo>
                  <a:lnTo>
                    <a:pt x="936959" y="266114"/>
                  </a:lnTo>
                  <a:lnTo>
                    <a:pt x="936959" y="115882"/>
                  </a:lnTo>
                  <a:close/>
                </a:path>
                <a:path w="3670934" h="271145">
                  <a:moveTo>
                    <a:pt x="964715" y="73901"/>
                  </a:moveTo>
                  <a:lnTo>
                    <a:pt x="868262" y="73901"/>
                  </a:lnTo>
                  <a:lnTo>
                    <a:pt x="868262" y="115882"/>
                  </a:lnTo>
                  <a:lnTo>
                    <a:pt x="964715" y="115882"/>
                  </a:lnTo>
                  <a:lnTo>
                    <a:pt x="964715" y="73901"/>
                  </a:lnTo>
                  <a:close/>
                </a:path>
                <a:path w="3670934" h="271145">
                  <a:moveTo>
                    <a:pt x="936959" y="9714"/>
                  </a:moveTo>
                  <a:lnTo>
                    <a:pt x="890814" y="9714"/>
                  </a:lnTo>
                  <a:lnTo>
                    <a:pt x="890814" y="73901"/>
                  </a:lnTo>
                  <a:lnTo>
                    <a:pt x="936959" y="73901"/>
                  </a:lnTo>
                  <a:lnTo>
                    <a:pt x="936959" y="9714"/>
                  </a:lnTo>
                  <a:close/>
                </a:path>
                <a:path w="3670934" h="271145">
                  <a:moveTo>
                    <a:pt x="1034039" y="73901"/>
                  </a:moveTo>
                  <a:lnTo>
                    <a:pt x="987894" y="73901"/>
                  </a:lnTo>
                  <a:lnTo>
                    <a:pt x="987894" y="266114"/>
                  </a:lnTo>
                  <a:lnTo>
                    <a:pt x="1034039" y="266114"/>
                  </a:lnTo>
                  <a:lnTo>
                    <a:pt x="1034039" y="73901"/>
                  </a:lnTo>
                  <a:close/>
                </a:path>
                <a:path w="3670934" h="271145">
                  <a:moveTo>
                    <a:pt x="1034385" y="0"/>
                  </a:moveTo>
                  <a:lnTo>
                    <a:pt x="988241" y="0"/>
                  </a:lnTo>
                  <a:lnTo>
                    <a:pt x="988241" y="46145"/>
                  </a:lnTo>
                  <a:lnTo>
                    <a:pt x="1034385" y="46145"/>
                  </a:lnTo>
                  <a:lnTo>
                    <a:pt x="1034385" y="0"/>
                  </a:lnTo>
                  <a:close/>
                </a:path>
                <a:path w="3670934" h="271145">
                  <a:moveTo>
                    <a:pt x="1164228" y="69390"/>
                  </a:moveTo>
                  <a:lnTo>
                    <a:pt x="1124539" y="77267"/>
                  </a:lnTo>
                  <a:lnTo>
                    <a:pt x="1092365" y="98838"/>
                  </a:lnTo>
                  <a:lnTo>
                    <a:pt x="1070794" y="131013"/>
                  </a:lnTo>
                  <a:lnTo>
                    <a:pt x="1062917" y="170701"/>
                  </a:lnTo>
                  <a:lnTo>
                    <a:pt x="1070935" y="210026"/>
                  </a:lnTo>
                  <a:lnTo>
                    <a:pt x="1092972" y="241740"/>
                  </a:lnTo>
                  <a:lnTo>
                    <a:pt x="1126003" y="262915"/>
                  </a:lnTo>
                  <a:lnTo>
                    <a:pt x="1167004" y="270624"/>
                  </a:lnTo>
                  <a:lnTo>
                    <a:pt x="1195904" y="266591"/>
                  </a:lnTo>
                  <a:lnTo>
                    <a:pt x="1222560" y="254751"/>
                  </a:lnTo>
                  <a:lnTo>
                    <a:pt x="1244336" y="235495"/>
                  </a:lnTo>
                  <a:lnTo>
                    <a:pt x="1248244" y="228296"/>
                  </a:lnTo>
                  <a:lnTo>
                    <a:pt x="1165963" y="228296"/>
                  </a:lnTo>
                  <a:lnTo>
                    <a:pt x="1146886" y="225656"/>
                  </a:lnTo>
                  <a:lnTo>
                    <a:pt x="1131224" y="218104"/>
                  </a:lnTo>
                  <a:lnTo>
                    <a:pt x="1119660" y="206194"/>
                  </a:lnTo>
                  <a:lnTo>
                    <a:pt x="1112879" y="190478"/>
                  </a:lnTo>
                  <a:lnTo>
                    <a:pt x="1261722" y="190478"/>
                  </a:lnTo>
                  <a:lnTo>
                    <a:pt x="1263110" y="183886"/>
                  </a:lnTo>
                  <a:lnTo>
                    <a:pt x="1263457" y="179722"/>
                  </a:lnTo>
                  <a:lnTo>
                    <a:pt x="1263457" y="172783"/>
                  </a:lnTo>
                  <a:lnTo>
                    <a:pt x="1259327" y="149884"/>
                  </a:lnTo>
                  <a:lnTo>
                    <a:pt x="1111491" y="149884"/>
                  </a:lnTo>
                  <a:lnTo>
                    <a:pt x="1119059" y="133528"/>
                  </a:lnTo>
                  <a:lnTo>
                    <a:pt x="1130660" y="121564"/>
                  </a:lnTo>
                  <a:lnTo>
                    <a:pt x="1146034" y="114218"/>
                  </a:lnTo>
                  <a:lnTo>
                    <a:pt x="1164922" y="111719"/>
                  </a:lnTo>
                  <a:lnTo>
                    <a:pt x="1243532" y="111719"/>
                  </a:lnTo>
                  <a:lnTo>
                    <a:pt x="1235310" y="98708"/>
                  </a:lnTo>
                  <a:lnTo>
                    <a:pt x="1203884" y="77154"/>
                  </a:lnTo>
                  <a:lnTo>
                    <a:pt x="1164228" y="69390"/>
                  </a:lnTo>
                  <a:close/>
                </a:path>
                <a:path w="3670934" h="271145">
                  <a:moveTo>
                    <a:pt x="1258600" y="209213"/>
                  </a:moveTo>
                  <a:lnTo>
                    <a:pt x="1208291" y="209213"/>
                  </a:lnTo>
                  <a:lnTo>
                    <a:pt x="1199384" y="218050"/>
                  </a:lnTo>
                  <a:lnTo>
                    <a:pt x="1189859" y="223959"/>
                  </a:lnTo>
                  <a:lnTo>
                    <a:pt x="1178968" y="227266"/>
                  </a:lnTo>
                  <a:lnTo>
                    <a:pt x="1165963" y="228296"/>
                  </a:lnTo>
                  <a:lnTo>
                    <a:pt x="1248244" y="228296"/>
                  </a:lnTo>
                  <a:lnTo>
                    <a:pt x="1258600" y="209213"/>
                  </a:lnTo>
                  <a:close/>
                </a:path>
                <a:path w="3670934" h="271145">
                  <a:moveTo>
                    <a:pt x="1243532" y="111719"/>
                  </a:moveTo>
                  <a:lnTo>
                    <a:pt x="1164922" y="111719"/>
                  </a:lnTo>
                  <a:lnTo>
                    <a:pt x="1184389" y="114218"/>
                  </a:lnTo>
                  <a:lnTo>
                    <a:pt x="1199921" y="121564"/>
                  </a:lnTo>
                  <a:lnTo>
                    <a:pt x="1211224" y="133528"/>
                  </a:lnTo>
                  <a:lnTo>
                    <a:pt x="1218006" y="149884"/>
                  </a:lnTo>
                  <a:lnTo>
                    <a:pt x="1259327" y="149884"/>
                  </a:lnTo>
                  <a:lnTo>
                    <a:pt x="1256003" y="131452"/>
                  </a:lnTo>
                  <a:lnTo>
                    <a:pt x="1243532" y="111719"/>
                  </a:lnTo>
                  <a:close/>
                </a:path>
                <a:path w="3670934" h="271145">
                  <a:moveTo>
                    <a:pt x="1327522" y="205050"/>
                  </a:moveTo>
                  <a:lnTo>
                    <a:pt x="1281030" y="205050"/>
                  </a:lnTo>
                  <a:lnTo>
                    <a:pt x="1288717" y="234178"/>
                  </a:lnTo>
                  <a:lnTo>
                    <a:pt x="1303755" y="254621"/>
                  </a:lnTo>
                  <a:lnTo>
                    <a:pt x="1325039" y="266672"/>
                  </a:lnTo>
                  <a:lnTo>
                    <a:pt x="1351461" y="270624"/>
                  </a:lnTo>
                  <a:lnTo>
                    <a:pt x="1378443" y="265550"/>
                  </a:lnTo>
                  <a:lnTo>
                    <a:pt x="1400252" y="251628"/>
                  </a:lnTo>
                  <a:lnTo>
                    <a:pt x="1414840" y="230811"/>
                  </a:lnTo>
                  <a:lnTo>
                    <a:pt x="1415360" y="228296"/>
                  </a:lnTo>
                  <a:lnTo>
                    <a:pt x="1353196" y="228296"/>
                  </a:lnTo>
                  <a:lnTo>
                    <a:pt x="1344110" y="226957"/>
                  </a:lnTo>
                  <a:lnTo>
                    <a:pt x="1336976" y="222788"/>
                  </a:lnTo>
                  <a:lnTo>
                    <a:pt x="1331533" y="215561"/>
                  </a:lnTo>
                  <a:lnTo>
                    <a:pt x="1327522" y="205050"/>
                  </a:lnTo>
                  <a:close/>
                </a:path>
                <a:path w="3670934" h="271145">
                  <a:moveTo>
                    <a:pt x="1351808" y="69390"/>
                  </a:moveTo>
                  <a:lnTo>
                    <a:pt x="1326757" y="73917"/>
                  </a:lnTo>
                  <a:lnTo>
                    <a:pt x="1306487" y="86348"/>
                  </a:lnTo>
                  <a:lnTo>
                    <a:pt x="1292918" y="104959"/>
                  </a:lnTo>
                  <a:lnTo>
                    <a:pt x="1287969" y="128026"/>
                  </a:lnTo>
                  <a:lnTo>
                    <a:pt x="1290950" y="146967"/>
                  </a:lnTo>
                  <a:lnTo>
                    <a:pt x="1300372" y="162201"/>
                  </a:lnTo>
                  <a:lnTo>
                    <a:pt x="1316950" y="174572"/>
                  </a:lnTo>
                  <a:lnTo>
                    <a:pt x="1341400" y="184926"/>
                  </a:lnTo>
                  <a:lnTo>
                    <a:pt x="1359523" y="191605"/>
                  </a:lnTo>
                  <a:lnTo>
                    <a:pt x="1369286" y="196983"/>
                  </a:lnTo>
                  <a:lnTo>
                    <a:pt x="1373260" y="202491"/>
                  </a:lnTo>
                  <a:lnTo>
                    <a:pt x="1374014" y="209560"/>
                  </a:lnTo>
                  <a:lnTo>
                    <a:pt x="1372420" y="217025"/>
                  </a:lnTo>
                  <a:lnTo>
                    <a:pt x="1368029" y="222961"/>
                  </a:lnTo>
                  <a:lnTo>
                    <a:pt x="1361426" y="226881"/>
                  </a:lnTo>
                  <a:lnTo>
                    <a:pt x="1353196" y="228296"/>
                  </a:lnTo>
                  <a:lnTo>
                    <a:pt x="1415360" y="228296"/>
                  </a:lnTo>
                  <a:lnTo>
                    <a:pt x="1420158" y="205050"/>
                  </a:lnTo>
                  <a:lnTo>
                    <a:pt x="1417470" y="186021"/>
                  </a:lnTo>
                  <a:lnTo>
                    <a:pt x="1408535" y="170961"/>
                  </a:lnTo>
                  <a:lnTo>
                    <a:pt x="1392055" y="158894"/>
                  </a:lnTo>
                  <a:lnTo>
                    <a:pt x="1366727" y="148843"/>
                  </a:lnTo>
                  <a:lnTo>
                    <a:pt x="1348312" y="142761"/>
                  </a:lnTo>
                  <a:lnTo>
                    <a:pt x="1338581" y="138434"/>
                  </a:lnTo>
                  <a:lnTo>
                    <a:pt x="1334770" y="134108"/>
                  </a:lnTo>
                  <a:lnTo>
                    <a:pt x="1334114" y="128026"/>
                  </a:lnTo>
                  <a:lnTo>
                    <a:pt x="1334114" y="118658"/>
                  </a:lnTo>
                  <a:lnTo>
                    <a:pt x="1341747" y="111719"/>
                  </a:lnTo>
                  <a:lnTo>
                    <a:pt x="1411165" y="111719"/>
                  </a:lnTo>
                  <a:lnTo>
                    <a:pt x="1408942" y="102763"/>
                  </a:lnTo>
                  <a:lnTo>
                    <a:pt x="1394961" y="84656"/>
                  </a:lnTo>
                  <a:lnTo>
                    <a:pt x="1375190" y="73315"/>
                  </a:lnTo>
                  <a:lnTo>
                    <a:pt x="1351808" y="69390"/>
                  </a:lnTo>
                  <a:close/>
                </a:path>
                <a:path w="3670934" h="271145">
                  <a:moveTo>
                    <a:pt x="1411165" y="111719"/>
                  </a:moveTo>
                  <a:lnTo>
                    <a:pt x="1361523" y="111719"/>
                  </a:lnTo>
                  <a:lnTo>
                    <a:pt x="1367768" y="116923"/>
                  </a:lnTo>
                  <a:lnTo>
                    <a:pt x="1369850" y="126985"/>
                  </a:lnTo>
                  <a:lnTo>
                    <a:pt x="1414954" y="126985"/>
                  </a:lnTo>
                  <a:lnTo>
                    <a:pt x="1411165" y="111719"/>
                  </a:lnTo>
                  <a:close/>
                </a:path>
                <a:path w="3670934" h="271145">
                  <a:moveTo>
                    <a:pt x="1589369" y="73901"/>
                  </a:moveTo>
                  <a:lnTo>
                    <a:pt x="1543224" y="73901"/>
                  </a:lnTo>
                  <a:lnTo>
                    <a:pt x="1543224" y="266114"/>
                  </a:lnTo>
                  <a:lnTo>
                    <a:pt x="1589369" y="266114"/>
                  </a:lnTo>
                  <a:lnTo>
                    <a:pt x="1589369" y="73901"/>
                  </a:lnTo>
                  <a:close/>
                </a:path>
                <a:path w="3670934" h="271145">
                  <a:moveTo>
                    <a:pt x="1589716" y="0"/>
                  </a:moveTo>
                  <a:lnTo>
                    <a:pt x="1543571" y="0"/>
                  </a:lnTo>
                  <a:lnTo>
                    <a:pt x="1543571" y="46145"/>
                  </a:lnTo>
                  <a:lnTo>
                    <a:pt x="1589716" y="46145"/>
                  </a:lnTo>
                  <a:lnTo>
                    <a:pt x="1589716" y="0"/>
                  </a:lnTo>
                  <a:close/>
                </a:path>
                <a:path w="3670934" h="271145">
                  <a:moveTo>
                    <a:pt x="1669250" y="73901"/>
                  </a:moveTo>
                  <a:lnTo>
                    <a:pt x="1626575" y="73901"/>
                  </a:lnTo>
                  <a:lnTo>
                    <a:pt x="1626575" y="266114"/>
                  </a:lnTo>
                  <a:lnTo>
                    <a:pt x="1672720" y="266114"/>
                  </a:lnTo>
                  <a:lnTo>
                    <a:pt x="1672795" y="172089"/>
                  </a:lnTo>
                  <a:lnTo>
                    <a:pt x="1673083" y="158834"/>
                  </a:lnTo>
                  <a:lnTo>
                    <a:pt x="1686690" y="121819"/>
                  </a:lnTo>
                  <a:lnTo>
                    <a:pt x="1714354" y="111719"/>
                  </a:lnTo>
                  <a:lnTo>
                    <a:pt x="1790823" y="111719"/>
                  </a:lnTo>
                  <a:lnTo>
                    <a:pt x="1789958" y="108911"/>
                  </a:lnTo>
                  <a:lnTo>
                    <a:pt x="1783398" y="97147"/>
                  </a:lnTo>
                  <a:lnTo>
                    <a:pt x="1778971" y="92289"/>
                  </a:lnTo>
                  <a:lnTo>
                    <a:pt x="1669250" y="92289"/>
                  </a:lnTo>
                  <a:lnTo>
                    <a:pt x="1669250" y="73901"/>
                  </a:lnTo>
                  <a:close/>
                </a:path>
                <a:path w="3670934" h="271145">
                  <a:moveTo>
                    <a:pt x="1790823" y="111719"/>
                  </a:moveTo>
                  <a:lnTo>
                    <a:pt x="1714354" y="111719"/>
                  </a:lnTo>
                  <a:lnTo>
                    <a:pt x="1729761" y="113931"/>
                  </a:lnTo>
                  <a:lnTo>
                    <a:pt x="1741330" y="122648"/>
                  </a:lnTo>
                  <a:lnTo>
                    <a:pt x="1748605" y="140993"/>
                  </a:lnTo>
                  <a:lnTo>
                    <a:pt x="1751132" y="172089"/>
                  </a:lnTo>
                  <a:lnTo>
                    <a:pt x="1751132" y="266114"/>
                  </a:lnTo>
                  <a:lnTo>
                    <a:pt x="1797277" y="266114"/>
                  </a:lnTo>
                  <a:lnTo>
                    <a:pt x="1797277" y="163068"/>
                  </a:lnTo>
                  <a:lnTo>
                    <a:pt x="1796572" y="140375"/>
                  </a:lnTo>
                  <a:lnTo>
                    <a:pt x="1794241" y="122821"/>
                  </a:lnTo>
                  <a:lnTo>
                    <a:pt x="1790823" y="111719"/>
                  </a:lnTo>
                  <a:close/>
                </a:path>
                <a:path w="3670934" h="271145">
                  <a:moveTo>
                    <a:pt x="1723375" y="69390"/>
                  </a:moveTo>
                  <a:lnTo>
                    <a:pt x="1708088" y="70675"/>
                  </a:lnTo>
                  <a:lnTo>
                    <a:pt x="1694491" y="74725"/>
                  </a:lnTo>
                  <a:lnTo>
                    <a:pt x="1681806" y="81832"/>
                  </a:lnTo>
                  <a:lnTo>
                    <a:pt x="1669250" y="92289"/>
                  </a:lnTo>
                  <a:lnTo>
                    <a:pt x="1778971" y="92289"/>
                  </a:lnTo>
                  <a:lnTo>
                    <a:pt x="1772507" y="85199"/>
                  </a:lnTo>
                  <a:lnTo>
                    <a:pt x="1758721" y="76503"/>
                  </a:lnTo>
                  <a:lnTo>
                    <a:pt x="1742268" y="71190"/>
                  </a:lnTo>
                  <a:lnTo>
                    <a:pt x="1723375" y="69390"/>
                  </a:lnTo>
                  <a:close/>
                </a:path>
                <a:path w="3670934" h="271145">
                  <a:moveTo>
                    <a:pt x="2010613" y="9714"/>
                  </a:moveTo>
                  <a:lnTo>
                    <a:pt x="1936712" y="9714"/>
                  </a:lnTo>
                  <a:lnTo>
                    <a:pt x="1936712" y="266114"/>
                  </a:lnTo>
                  <a:lnTo>
                    <a:pt x="1984245" y="266114"/>
                  </a:lnTo>
                  <a:lnTo>
                    <a:pt x="1984245" y="167926"/>
                  </a:lnTo>
                  <a:lnTo>
                    <a:pt x="2049724" y="167926"/>
                  </a:lnTo>
                  <a:lnTo>
                    <a:pt x="2070728" y="159761"/>
                  </a:lnTo>
                  <a:lnTo>
                    <a:pt x="2091584" y="142338"/>
                  </a:lnTo>
                  <a:lnTo>
                    <a:pt x="2097025" y="132189"/>
                  </a:lnTo>
                  <a:lnTo>
                    <a:pt x="1984245" y="132189"/>
                  </a:lnTo>
                  <a:lnTo>
                    <a:pt x="1984245" y="55165"/>
                  </a:lnTo>
                  <a:lnTo>
                    <a:pt x="2100273" y="55165"/>
                  </a:lnTo>
                  <a:lnTo>
                    <a:pt x="2092391" y="41298"/>
                  </a:lnTo>
                  <a:lnTo>
                    <a:pt x="2080698" y="28797"/>
                  </a:lnTo>
                  <a:lnTo>
                    <a:pt x="2067649" y="19814"/>
                  </a:lnTo>
                  <a:lnTo>
                    <a:pt x="2052551" y="13921"/>
                  </a:lnTo>
                  <a:lnTo>
                    <a:pt x="2034005" y="10695"/>
                  </a:lnTo>
                  <a:lnTo>
                    <a:pt x="2010613" y="9714"/>
                  </a:lnTo>
                  <a:close/>
                </a:path>
                <a:path w="3670934" h="271145">
                  <a:moveTo>
                    <a:pt x="2049724" y="167926"/>
                  </a:moveTo>
                  <a:lnTo>
                    <a:pt x="1984245" y="167926"/>
                  </a:lnTo>
                  <a:lnTo>
                    <a:pt x="2051554" y="266114"/>
                  </a:lnTo>
                  <a:lnTo>
                    <a:pt x="2110189" y="266114"/>
                  </a:lnTo>
                  <a:lnTo>
                    <a:pt x="2040798" y="171395"/>
                  </a:lnTo>
                  <a:lnTo>
                    <a:pt x="2049724" y="167926"/>
                  </a:lnTo>
                  <a:close/>
                </a:path>
                <a:path w="3670934" h="271145">
                  <a:moveTo>
                    <a:pt x="2100273" y="55165"/>
                  </a:moveTo>
                  <a:lnTo>
                    <a:pt x="2005409" y="55165"/>
                  </a:lnTo>
                  <a:lnTo>
                    <a:pt x="2032948" y="57908"/>
                  </a:lnTo>
                  <a:lnTo>
                    <a:pt x="2049559" y="65661"/>
                  </a:lnTo>
                  <a:lnTo>
                    <a:pt x="2057712" y="77707"/>
                  </a:lnTo>
                  <a:lnTo>
                    <a:pt x="2059881" y="93330"/>
                  </a:lnTo>
                  <a:lnTo>
                    <a:pt x="2056867" y="110819"/>
                  </a:lnTo>
                  <a:lnTo>
                    <a:pt x="2047477" y="122908"/>
                  </a:lnTo>
                  <a:lnTo>
                    <a:pt x="2031192" y="129923"/>
                  </a:lnTo>
                  <a:lnTo>
                    <a:pt x="2007491" y="132189"/>
                  </a:lnTo>
                  <a:lnTo>
                    <a:pt x="2097025" y="132189"/>
                  </a:lnTo>
                  <a:lnTo>
                    <a:pt x="2103787" y="119580"/>
                  </a:lnTo>
                  <a:lnTo>
                    <a:pt x="2107760" y="91943"/>
                  </a:lnTo>
                  <a:lnTo>
                    <a:pt x="2106020" y="73196"/>
                  </a:lnTo>
                  <a:lnTo>
                    <a:pt x="2100865" y="56206"/>
                  </a:lnTo>
                  <a:lnTo>
                    <a:pt x="2100273" y="55165"/>
                  </a:lnTo>
                  <a:close/>
                </a:path>
                <a:path w="3670934" h="271145">
                  <a:moveTo>
                    <a:pt x="2182648" y="73901"/>
                  </a:moveTo>
                  <a:lnTo>
                    <a:pt x="2136503" y="73901"/>
                  </a:lnTo>
                  <a:lnTo>
                    <a:pt x="2136503" y="176946"/>
                  </a:lnTo>
                  <a:lnTo>
                    <a:pt x="2141648" y="220126"/>
                  </a:lnTo>
                  <a:lnTo>
                    <a:pt x="2156323" y="249156"/>
                  </a:lnTo>
                  <a:lnTo>
                    <a:pt x="2179390" y="265501"/>
                  </a:lnTo>
                  <a:lnTo>
                    <a:pt x="2209711" y="270624"/>
                  </a:lnTo>
                  <a:lnTo>
                    <a:pt x="2225698" y="269437"/>
                  </a:lnTo>
                  <a:lnTo>
                    <a:pt x="2239506" y="265550"/>
                  </a:lnTo>
                  <a:lnTo>
                    <a:pt x="2252208" y="258475"/>
                  </a:lnTo>
                  <a:lnTo>
                    <a:pt x="2264877" y="247725"/>
                  </a:lnTo>
                  <a:lnTo>
                    <a:pt x="2307552" y="247725"/>
                  </a:lnTo>
                  <a:lnTo>
                    <a:pt x="2307552" y="228296"/>
                  </a:lnTo>
                  <a:lnTo>
                    <a:pt x="2219079" y="228296"/>
                  </a:lnTo>
                  <a:lnTo>
                    <a:pt x="2204019" y="226035"/>
                  </a:lnTo>
                  <a:lnTo>
                    <a:pt x="2192537" y="217237"/>
                  </a:lnTo>
                  <a:lnTo>
                    <a:pt x="2185218" y="198875"/>
                  </a:lnTo>
                  <a:lnTo>
                    <a:pt x="2182648" y="167926"/>
                  </a:lnTo>
                  <a:lnTo>
                    <a:pt x="2182648" y="73901"/>
                  </a:lnTo>
                  <a:close/>
                </a:path>
                <a:path w="3670934" h="271145">
                  <a:moveTo>
                    <a:pt x="2307552" y="247725"/>
                  </a:moveTo>
                  <a:lnTo>
                    <a:pt x="2264877" y="247725"/>
                  </a:lnTo>
                  <a:lnTo>
                    <a:pt x="2264877" y="266114"/>
                  </a:lnTo>
                  <a:lnTo>
                    <a:pt x="2307552" y="266114"/>
                  </a:lnTo>
                  <a:lnTo>
                    <a:pt x="2307552" y="247725"/>
                  </a:lnTo>
                  <a:close/>
                </a:path>
                <a:path w="3670934" h="271145">
                  <a:moveTo>
                    <a:pt x="2307552" y="73901"/>
                  </a:moveTo>
                  <a:lnTo>
                    <a:pt x="2261407" y="73901"/>
                  </a:lnTo>
                  <a:lnTo>
                    <a:pt x="2261323" y="167926"/>
                  </a:lnTo>
                  <a:lnTo>
                    <a:pt x="2261001" y="181278"/>
                  </a:lnTo>
                  <a:lnTo>
                    <a:pt x="2247914" y="218050"/>
                  </a:lnTo>
                  <a:lnTo>
                    <a:pt x="2219079" y="228296"/>
                  </a:lnTo>
                  <a:lnTo>
                    <a:pt x="2307552" y="228296"/>
                  </a:lnTo>
                  <a:lnTo>
                    <a:pt x="2307552" y="73901"/>
                  </a:lnTo>
                  <a:close/>
                </a:path>
                <a:path w="3670934" h="271145">
                  <a:moveTo>
                    <a:pt x="2386869" y="73901"/>
                  </a:moveTo>
                  <a:lnTo>
                    <a:pt x="2344541" y="73901"/>
                  </a:lnTo>
                  <a:lnTo>
                    <a:pt x="2344541" y="266114"/>
                  </a:lnTo>
                  <a:lnTo>
                    <a:pt x="2390686" y="266114"/>
                  </a:lnTo>
                  <a:lnTo>
                    <a:pt x="2390686" y="159252"/>
                  </a:lnTo>
                  <a:lnTo>
                    <a:pt x="2393234" y="139660"/>
                  </a:lnTo>
                  <a:lnTo>
                    <a:pt x="2400921" y="125597"/>
                  </a:lnTo>
                  <a:lnTo>
                    <a:pt x="2413812" y="116999"/>
                  </a:lnTo>
                  <a:lnTo>
                    <a:pt x="2431973" y="113801"/>
                  </a:lnTo>
                  <a:lnTo>
                    <a:pt x="2431973" y="92636"/>
                  </a:lnTo>
                  <a:lnTo>
                    <a:pt x="2386869" y="92636"/>
                  </a:lnTo>
                  <a:lnTo>
                    <a:pt x="2386869" y="73901"/>
                  </a:lnTo>
                  <a:close/>
                </a:path>
                <a:path w="3670934" h="271145">
                  <a:moveTo>
                    <a:pt x="2431973" y="69390"/>
                  </a:moveTo>
                  <a:lnTo>
                    <a:pt x="2428504" y="69390"/>
                  </a:lnTo>
                  <a:lnTo>
                    <a:pt x="2415363" y="70534"/>
                  </a:lnTo>
                  <a:lnTo>
                    <a:pt x="2404824" y="74378"/>
                  </a:lnTo>
                  <a:lnTo>
                    <a:pt x="2395717" y="81539"/>
                  </a:lnTo>
                  <a:lnTo>
                    <a:pt x="2386869" y="92636"/>
                  </a:lnTo>
                  <a:lnTo>
                    <a:pt x="2431973" y="92636"/>
                  </a:lnTo>
                  <a:lnTo>
                    <a:pt x="2431973" y="69390"/>
                  </a:lnTo>
                  <a:close/>
                </a:path>
                <a:path w="3670934" h="271145">
                  <a:moveTo>
                    <a:pt x="2538413" y="69390"/>
                  </a:moveTo>
                  <a:lnTo>
                    <a:pt x="2499120" y="76975"/>
                  </a:lnTo>
                  <a:lnTo>
                    <a:pt x="2468154" y="98058"/>
                  </a:lnTo>
                  <a:lnTo>
                    <a:pt x="2447857" y="130135"/>
                  </a:lnTo>
                  <a:lnTo>
                    <a:pt x="2440571" y="170701"/>
                  </a:lnTo>
                  <a:lnTo>
                    <a:pt x="2447792" y="210758"/>
                  </a:lnTo>
                  <a:lnTo>
                    <a:pt x="2467894" y="242391"/>
                  </a:lnTo>
                  <a:lnTo>
                    <a:pt x="2498534" y="263159"/>
                  </a:lnTo>
                  <a:lnTo>
                    <a:pt x="2537372" y="270624"/>
                  </a:lnTo>
                  <a:lnTo>
                    <a:pt x="2556178" y="268944"/>
                  </a:lnTo>
                  <a:lnTo>
                    <a:pt x="2572544" y="263685"/>
                  </a:lnTo>
                  <a:lnTo>
                    <a:pt x="2587284" y="254523"/>
                  </a:lnTo>
                  <a:lnTo>
                    <a:pt x="2601211" y="241133"/>
                  </a:lnTo>
                  <a:lnTo>
                    <a:pt x="2643540" y="241133"/>
                  </a:lnTo>
                  <a:lnTo>
                    <a:pt x="2643540" y="228296"/>
                  </a:lnTo>
                  <a:lnTo>
                    <a:pt x="2543964" y="228296"/>
                  </a:lnTo>
                  <a:lnTo>
                    <a:pt x="2520875" y="224192"/>
                  </a:lnTo>
                  <a:lnTo>
                    <a:pt x="2502893" y="212639"/>
                  </a:lnTo>
                  <a:lnTo>
                    <a:pt x="2491221" y="194777"/>
                  </a:lnTo>
                  <a:lnTo>
                    <a:pt x="2487063" y="171742"/>
                  </a:lnTo>
                  <a:lnTo>
                    <a:pt x="2491210" y="147580"/>
                  </a:lnTo>
                  <a:lnTo>
                    <a:pt x="2502806" y="128590"/>
                  </a:lnTo>
                  <a:lnTo>
                    <a:pt x="2520582" y="116170"/>
                  </a:lnTo>
                  <a:lnTo>
                    <a:pt x="2543270" y="111719"/>
                  </a:lnTo>
                  <a:lnTo>
                    <a:pt x="2643540" y="111719"/>
                  </a:lnTo>
                  <a:lnTo>
                    <a:pt x="2643540" y="99576"/>
                  </a:lnTo>
                  <a:lnTo>
                    <a:pt x="2601211" y="99576"/>
                  </a:lnTo>
                  <a:lnTo>
                    <a:pt x="2588569" y="85930"/>
                  </a:lnTo>
                  <a:lnTo>
                    <a:pt x="2574236" y="76546"/>
                  </a:lnTo>
                  <a:lnTo>
                    <a:pt x="2557690" y="71131"/>
                  </a:lnTo>
                  <a:lnTo>
                    <a:pt x="2538413" y="69390"/>
                  </a:lnTo>
                  <a:close/>
                </a:path>
                <a:path w="3670934" h="271145">
                  <a:moveTo>
                    <a:pt x="2643540" y="241133"/>
                  </a:moveTo>
                  <a:lnTo>
                    <a:pt x="2601211" y="241133"/>
                  </a:lnTo>
                  <a:lnTo>
                    <a:pt x="2601211" y="266114"/>
                  </a:lnTo>
                  <a:lnTo>
                    <a:pt x="2643540" y="266114"/>
                  </a:lnTo>
                  <a:lnTo>
                    <a:pt x="2643540" y="241133"/>
                  </a:lnTo>
                  <a:close/>
                </a:path>
                <a:path w="3670934" h="271145">
                  <a:moveTo>
                    <a:pt x="2643540" y="111719"/>
                  </a:moveTo>
                  <a:lnTo>
                    <a:pt x="2543270" y="111719"/>
                  </a:lnTo>
                  <a:lnTo>
                    <a:pt x="2566012" y="116116"/>
                  </a:lnTo>
                  <a:lnTo>
                    <a:pt x="2583907" y="128416"/>
                  </a:lnTo>
                  <a:lnTo>
                    <a:pt x="2595622" y="147287"/>
                  </a:lnTo>
                  <a:lnTo>
                    <a:pt x="2599703" y="170701"/>
                  </a:lnTo>
                  <a:lnTo>
                    <a:pt x="2599765" y="171742"/>
                  </a:lnTo>
                  <a:lnTo>
                    <a:pt x="2596023" y="193752"/>
                  </a:lnTo>
                  <a:lnTo>
                    <a:pt x="2585035" y="211815"/>
                  </a:lnTo>
                  <a:lnTo>
                    <a:pt x="2567476" y="223894"/>
                  </a:lnTo>
                  <a:lnTo>
                    <a:pt x="2543964" y="228296"/>
                  </a:lnTo>
                  <a:lnTo>
                    <a:pt x="2643540" y="228296"/>
                  </a:lnTo>
                  <a:lnTo>
                    <a:pt x="2643540" y="111719"/>
                  </a:lnTo>
                  <a:close/>
                </a:path>
                <a:path w="3670934" h="271145">
                  <a:moveTo>
                    <a:pt x="2643540" y="73901"/>
                  </a:moveTo>
                  <a:lnTo>
                    <a:pt x="2601211" y="73901"/>
                  </a:lnTo>
                  <a:lnTo>
                    <a:pt x="2601211" y="99576"/>
                  </a:lnTo>
                  <a:lnTo>
                    <a:pt x="2643540" y="99576"/>
                  </a:lnTo>
                  <a:lnTo>
                    <a:pt x="2643540" y="73901"/>
                  </a:lnTo>
                  <a:close/>
                </a:path>
                <a:path w="3670934" h="271145">
                  <a:moveTo>
                    <a:pt x="2724088" y="9714"/>
                  </a:moveTo>
                  <a:lnTo>
                    <a:pt x="2677943" y="9714"/>
                  </a:lnTo>
                  <a:lnTo>
                    <a:pt x="2677943" y="266114"/>
                  </a:lnTo>
                  <a:lnTo>
                    <a:pt x="2724088" y="266114"/>
                  </a:lnTo>
                  <a:lnTo>
                    <a:pt x="2724088" y="9714"/>
                  </a:lnTo>
                  <a:close/>
                </a:path>
                <a:path w="3670934" h="271145">
                  <a:moveTo>
                    <a:pt x="2910926" y="9714"/>
                  </a:moveTo>
                  <a:lnTo>
                    <a:pt x="2863393" y="9714"/>
                  </a:lnTo>
                  <a:lnTo>
                    <a:pt x="2863393" y="266114"/>
                  </a:lnTo>
                  <a:lnTo>
                    <a:pt x="2910926" y="266114"/>
                  </a:lnTo>
                  <a:lnTo>
                    <a:pt x="2910926" y="9714"/>
                  </a:lnTo>
                  <a:close/>
                </a:path>
                <a:path w="3670934" h="271145">
                  <a:moveTo>
                    <a:pt x="2998453" y="73901"/>
                  </a:moveTo>
                  <a:lnTo>
                    <a:pt x="2955777" y="73901"/>
                  </a:lnTo>
                  <a:lnTo>
                    <a:pt x="2955777" y="266114"/>
                  </a:lnTo>
                  <a:lnTo>
                    <a:pt x="3001922" y="266114"/>
                  </a:lnTo>
                  <a:lnTo>
                    <a:pt x="3001998" y="172089"/>
                  </a:lnTo>
                  <a:lnTo>
                    <a:pt x="3002286" y="158834"/>
                  </a:lnTo>
                  <a:lnTo>
                    <a:pt x="3015893" y="121819"/>
                  </a:lnTo>
                  <a:lnTo>
                    <a:pt x="3043557" y="111719"/>
                  </a:lnTo>
                  <a:lnTo>
                    <a:pt x="3120025" y="111719"/>
                  </a:lnTo>
                  <a:lnTo>
                    <a:pt x="3119161" y="108911"/>
                  </a:lnTo>
                  <a:lnTo>
                    <a:pt x="3112601" y="97147"/>
                  </a:lnTo>
                  <a:lnTo>
                    <a:pt x="3108173" y="92289"/>
                  </a:lnTo>
                  <a:lnTo>
                    <a:pt x="2998453" y="92289"/>
                  </a:lnTo>
                  <a:lnTo>
                    <a:pt x="2998453" y="73901"/>
                  </a:lnTo>
                  <a:close/>
                </a:path>
                <a:path w="3670934" h="271145">
                  <a:moveTo>
                    <a:pt x="3120025" y="111719"/>
                  </a:moveTo>
                  <a:lnTo>
                    <a:pt x="3043557" y="111719"/>
                  </a:lnTo>
                  <a:lnTo>
                    <a:pt x="3058964" y="113931"/>
                  </a:lnTo>
                  <a:lnTo>
                    <a:pt x="3070533" y="122648"/>
                  </a:lnTo>
                  <a:lnTo>
                    <a:pt x="3077808" y="140993"/>
                  </a:lnTo>
                  <a:lnTo>
                    <a:pt x="3080334" y="172089"/>
                  </a:lnTo>
                  <a:lnTo>
                    <a:pt x="3080334" y="266114"/>
                  </a:lnTo>
                  <a:lnTo>
                    <a:pt x="3126479" y="266114"/>
                  </a:lnTo>
                  <a:lnTo>
                    <a:pt x="3126479" y="163068"/>
                  </a:lnTo>
                  <a:lnTo>
                    <a:pt x="3125775" y="140375"/>
                  </a:lnTo>
                  <a:lnTo>
                    <a:pt x="3123443" y="122821"/>
                  </a:lnTo>
                  <a:lnTo>
                    <a:pt x="3120025" y="111719"/>
                  </a:lnTo>
                  <a:close/>
                </a:path>
                <a:path w="3670934" h="271145">
                  <a:moveTo>
                    <a:pt x="3052578" y="69390"/>
                  </a:moveTo>
                  <a:lnTo>
                    <a:pt x="3037290" y="70675"/>
                  </a:lnTo>
                  <a:lnTo>
                    <a:pt x="3023694" y="74725"/>
                  </a:lnTo>
                  <a:lnTo>
                    <a:pt x="3011008" y="81832"/>
                  </a:lnTo>
                  <a:lnTo>
                    <a:pt x="2998453" y="92289"/>
                  </a:lnTo>
                  <a:lnTo>
                    <a:pt x="3108173" y="92289"/>
                  </a:lnTo>
                  <a:lnTo>
                    <a:pt x="3101710" y="85199"/>
                  </a:lnTo>
                  <a:lnTo>
                    <a:pt x="3087924" y="76503"/>
                  </a:lnTo>
                  <a:lnTo>
                    <a:pt x="3071471" y="71190"/>
                  </a:lnTo>
                  <a:lnTo>
                    <a:pt x="3052578" y="69390"/>
                  </a:lnTo>
                  <a:close/>
                </a:path>
                <a:path w="3670934" h="271145">
                  <a:moveTo>
                    <a:pt x="3251594" y="66962"/>
                  </a:moveTo>
                  <a:lnTo>
                    <a:pt x="3213890" y="74909"/>
                  </a:lnTo>
                  <a:lnTo>
                    <a:pt x="3183374" y="96713"/>
                  </a:lnTo>
                  <a:lnTo>
                    <a:pt x="3162942" y="129316"/>
                  </a:lnTo>
                  <a:lnTo>
                    <a:pt x="3155488" y="169660"/>
                  </a:lnTo>
                  <a:lnTo>
                    <a:pt x="3162899" y="209441"/>
                  </a:lnTo>
                  <a:lnTo>
                    <a:pt x="3183288" y="241480"/>
                  </a:lnTo>
                  <a:lnTo>
                    <a:pt x="3213890" y="262850"/>
                  </a:lnTo>
                  <a:lnTo>
                    <a:pt x="3251941" y="270624"/>
                  </a:lnTo>
                  <a:lnTo>
                    <a:pt x="3270254" y="268944"/>
                  </a:lnTo>
                  <a:lnTo>
                    <a:pt x="3286550" y="263685"/>
                  </a:lnTo>
                  <a:lnTo>
                    <a:pt x="3301415" y="254523"/>
                  </a:lnTo>
                  <a:lnTo>
                    <a:pt x="3315434" y="241133"/>
                  </a:lnTo>
                  <a:lnTo>
                    <a:pt x="3357762" y="241133"/>
                  </a:lnTo>
                  <a:lnTo>
                    <a:pt x="3357762" y="228296"/>
                  </a:lnTo>
                  <a:lnTo>
                    <a:pt x="3259227" y="228296"/>
                  </a:lnTo>
                  <a:lnTo>
                    <a:pt x="3236670" y="223590"/>
                  </a:lnTo>
                  <a:lnTo>
                    <a:pt x="3218504" y="210688"/>
                  </a:lnTo>
                  <a:lnTo>
                    <a:pt x="3206387" y="191410"/>
                  </a:lnTo>
                  <a:lnTo>
                    <a:pt x="3201980" y="167579"/>
                  </a:lnTo>
                  <a:lnTo>
                    <a:pt x="3206322" y="144712"/>
                  </a:lnTo>
                  <a:lnTo>
                    <a:pt x="3218243" y="126204"/>
                  </a:lnTo>
                  <a:lnTo>
                    <a:pt x="3236084" y="113812"/>
                  </a:lnTo>
                  <a:lnTo>
                    <a:pt x="3258186" y="109290"/>
                  </a:lnTo>
                  <a:lnTo>
                    <a:pt x="3357762" y="109290"/>
                  </a:lnTo>
                  <a:lnTo>
                    <a:pt x="3357762" y="90902"/>
                  </a:lnTo>
                  <a:lnTo>
                    <a:pt x="3311618" y="90902"/>
                  </a:lnTo>
                  <a:lnTo>
                    <a:pt x="3299946" y="80867"/>
                  </a:lnTo>
                  <a:lnTo>
                    <a:pt x="3285639" y="73337"/>
                  </a:lnTo>
                  <a:lnTo>
                    <a:pt x="3269316" y="68604"/>
                  </a:lnTo>
                  <a:lnTo>
                    <a:pt x="3251594" y="66962"/>
                  </a:lnTo>
                  <a:close/>
                </a:path>
                <a:path w="3670934" h="271145">
                  <a:moveTo>
                    <a:pt x="3357762" y="241133"/>
                  </a:moveTo>
                  <a:lnTo>
                    <a:pt x="3315434" y="241133"/>
                  </a:lnTo>
                  <a:lnTo>
                    <a:pt x="3315434" y="266114"/>
                  </a:lnTo>
                  <a:lnTo>
                    <a:pt x="3357762" y="266114"/>
                  </a:lnTo>
                  <a:lnTo>
                    <a:pt x="3357762" y="241133"/>
                  </a:lnTo>
                  <a:close/>
                </a:path>
                <a:path w="3670934" h="271145">
                  <a:moveTo>
                    <a:pt x="3357762" y="109290"/>
                  </a:moveTo>
                  <a:lnTo>
                    <a:pt x="3258186" y="109290"/>
                  </a:lnTo>
                  <a:lnTo>
                    <a:pt x="3280690" y="113882"/>
                  </a:lnTo>
                  <a:lnTo>
                    <a:pt x="3298737" y="126508"/>
                  </a:lnTo>
                  <a:lnTo>
                    <a:pt x="3310734" y="145444"/>
                  </a:lnTo>
                  <a:lnTo>
                    <a:pt x="3315087" y="168966"/>
                  </a:lnTo>
                  <a:lnTo>
                    <a:pt x="3310750" y="192288"/>
                  </a:lnTo>
                  <a:lnTo>
                    <a:pt x="3298867" y="211121"/>
                  </a:lnTo>
                  <a:lnTo>
                    <a:pt x="3281129" y="223709"/>
                  </a:lnTo>
                  <a:lnTo>
                    <a:pt x="3259227" y="228296"/>
                  </a:lnTo>
                  <a:lnTo>
                    <a:pt x="3357762" y="228296"/>
                  </a:lnTo>
                  <a:lnTo>
                    <a:pt x="3357762" y="109290"/>
                  </a:lnTo>
                  <a:close/>
                </a:path>
                <a:path w="3670934" h="271145">
                  <a:moveTo>
                    <a:pt x="3357762" y="9714"/>
                  </a:moveTo>
                  <a:lnTo>
                    <a:pt x="3311618" y="9714"/>
                  </a:lnTo>
                  <a:lnTo>
                    <a:pt x="3311618" y="90902"/>
                  </a:lnTo>
                  <a:lnTo>
                    <a:pt x="3357762" y="90902"/>
                  </a:lnTo>
                  <a:lnTo>
                    <a:pt x="3357762" y="9714"/>
                  </a:lnTo>
                  <a:close/>
                </a:path>
                <a:path w="3670934" h="271145">
                  <a:moveTo>
                    <a:pt x="3439004" y="73901"/>
                  </a:moveTo>
                  <a:lnTo>
                    <a:pt x="3392859" y="73901"/>
                  </a:lnTo>
                  <a:lnTo>
                    <a:pt x="3392859" y="266114"/>
                  </a:lnTo>
                  <a:lnTo>
                    <a:pt x="3439004" y="266114"/>
                  </a:lnTo>
                  <a:lnTo>
                    <a:pt x="3439004" y="73901"/>
                  </a:lnTo>
                  <a:close/>
                </a:path>
                <a:path w="3670934" h="271145">
                  <a:moveTo>
                    <a:pt x="3439351" y="0"/>
                  </a:moveTo>
                  <a:lnTo>
                    <a:pt x="3393206" y="0"/>
                  </a:lnTo>
                  <a:lnTo>
                    <a:pt x="3393206" y="46145"/>
                  </a:lnTo>
                  <a:lnTo>
                    <a:pt x="3439351" y="46145"/>
                  </a:lnTo>
                  <a:lnTo>
                    <a:pt x="3439351" y="0"/>
                  </a:lnTo>
                  <a:close/>
                </a:path>
                <a:path w="3670934" h="271145">
                  <a:moveTo>
                    <a:pt x="3565724" y="69390"/>
                  </a:moveTo>
                  <a:lnTo>
                    <a:pt x="3526431" y="76975"/>
                  </a:lnTo>
                  <a:lnTo>
                    <a:pt x="3495466" y="98058"/>
                  </a:lnTo>
                  <a:lnTo>
                    <a:pt x="3475169" y="130135"/>
                  </a:lnTo>
                  <a:lnTo>
                    <a:pt x="3467883" y="170701"/>
                  </a:lnTo>
                  <a:lnTo>
                    <a:pt x="3475104" y="210758"/>
                  </a:lnTo>
                  <a:lnTo>
                    <a:pt x="3495205" y="242391"/>
                  </a:lnTo>
                  <a:lnTo>
                    <a:pt x="3525846" y="263159"/>
                  </a:lnTo>
                  <a:lnTo>
                    <a:pt x="3564683" y="270624"/>
                  </a:lnTo>
                  <a:lnTo>
                    <a:pt x="3583489" y="268944"/>
                  </a:lnTo>
                  <a:lnTo>
                    <a:pt x="3599856" y="263685"/>
                  </a:lnTo>
                  <a:lnTo>
                    <a:pt x="3614596" y="254523"/>
                  </a:lnTo>
                  <a:lnTo>
                    <a:pt x="3628523" y="241133"/>
                  </a:lnTo>
                  <a:lnTo>
                    <a:pt x="3670851" y="241133"/>
                  </a:lnTo>
                  <a:lnTo>
                    <a:pt x="3670851" y="228296"/>
                  </a:lnTo>
                  <a:lnTo>
                    <a:pt x="3571275" y="228296"/>
                  </a:lnTo>
                  <a:lnTo>
                    <a:pt x="3548187" y="224192"/>
                  </a:lnTo>
                  <a:lnTo>
                    <a:pt x="3530204" y="212639"/>
                  </a:lnTo>
                  <a:lnTo>
                    <a:pt x="3518533" y="194777"/>
                  </a:lnTo>
                  <a:lnTo>
                    <a:pt x="3514375" y="171742"/>
                  </a:lnTo>
                  <a:lnTo>
                    <a:pt x="3518522" y="147580"/>
                  </a:lnTo>
                  <a:lnTo>
                    <a:pt x="3530118" y="128590"/>
                  </a:lnTo>
                  <a:lnTo>
                    <a:pt x="3547894" y="116170"/>
                  </a:lnTo>
                  <a:lnTo>
                    <a:pt x="3570581" y="111719"/>
                  </a:lnTo>
                  <a:lnTo>
                    <a:pt x="3670851" y="111719"/>
                  </a:lnTo>
                  <a:lnTo>
                    <a:pt x="3670851" y="99576"/>
                  </a:lnTo>
                  <a:lnTo>
                    <a:pt x="3628523" y="99576"/>
                  </a:lnTo>
                  <a:lnTo>
                    <a:pt x="3615881" y="85930"/>
                  </a:lnTo>
                  <a:lnTo>
                    <a:pt x="3601547" y="76546"/>
                  </a:lnTo>
                  <a:lnTo>
                    <a:pt x="3585002" y="71131"/>
                  </a:lnTo>
                  <a:lnTo>
                    <a:pt x="3565724" y="69390"/>
                  </a:lnTo>
                  <a:close/>
                </a:path>
                <a:path w="3670934" h="271145">
                  <a:moveTo>
                    <a:pt x="3670851" y="241133"/>
                  </a:moveTo>
                  <a:lnTo>
                    <a:pt x="3628523" y="241133"/>
                  </a:lnTo>
                  <a:lnTo>
                    <a:pt x="3628523" y="266114"/>
                  </a:lnTo>
                  <a:lnTo>
                    <a:pt x="3670851" y="266114"/>
                  </a:lnTo>
                  <a:lnTo>
                    <a:pt x="3670851" y="241133"/>
                  </a:lnTo>
                  <a:close/>
                </a:path>
                <a:path w="3670934" h="271145">
                  <a:moveTo>
                    <a:pt x="3670851" y="111719"/>
                  </a:moveTo>
                  <a:lnTo>
                    <a:pt x="3570581" y="111719"/>
                  </a:lnTo>
                  <a:lnTo>
                    <a:pt x="3593323" y="116116"/>
                  </a:lnTo>
                  <a:lnTo>
                    <a:pt x="3611218" y="128416"/>
                  </a:lnTo>
                  <a:lnTo>
                    <a:pt x="3622934" y="147287"/>
                  </a:lnTo>
                  <a:lnTo>
                    <a:pt x="3627014" y="170701"/>
                  </a:lnTo>
                  <a:lnTo>
                    <a:pt x="3627076" y="171742"/>
                  </a:lnTo>
                  <a:lnTo>
                    <a:pt x="3623335" y="193752"/>
                  </a:lnTo>
                  <a:lnTo>
                    <a:pt x="3612346" y="211815"/>
                  </a:lnTo>
                  <a:lnTo>
                    <a:pt x="3594787" y="223894"/>
                  </a:lnTo>
                  <a:lnTo>
                    <a:pt x="3571275" y="228296"/>
                  </a:lnTo>
                  <a:lnTo>
                    <a:pt x="3670851" y="228296"/>
                  </a:lnTo>
                  <a:lnTo>
                    <a:pt x="3670851" y="111719"/>
                  </a:lnTo>
                  <a:close/>
                </a:path>
                <a:path w="3670934" h="271145">
                  <a:moveTo>
                    <a:pt x="3670851" y="73901"/>
                  </a:moveTo>
                  <a:lnTo>
                    <a:pt x="3628523" y="73901"/>
                  </a:lnTo>
                  <a:lnTo>
                    <a:pt x="3628523" y="99576"/>
                  </a:lnTo>
                  <a:lnTo>
                    <a:pt x="3670851" y="99576"/>
                  </a:lnTo>
                  <a:lnTo>
                    <a:pt x="3670851" y="739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9754" y="10720381"/>
              <a:ext cx="4198485" cy="983558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01156" y="9531618"/>
            <a:ext cx="4761230" cy="2640965"/>
            <a:chOff x="501156" y="9531618"/>
            <a:chExt cx="4761230" cy="2640965"/>
          </a:xfrm>
        </p:grpSpPr>
        <p:sp>
          <p:nvSpPr>
            <p:cNvPr id="24" name="object 24"/>
            <p:cNvSpPr/>
            <p:nvPr/>
          </p:nvSpPr>
          <p:spPr>
            <a:xfrm>
              <a:off x="501156" y="9531618"/>
              <a:ext cx="4761230" cy="2640965"/>
            </a:xfrm>
            <a:custGeom>
              <a:avLst/>
              <a:gdLst/>
              <a:ahLst/>
              <a:cxnLst/>
              <a:rect l="l" t="t" r="r" b="b"/>
              <a:pathLst>
                <a:path w="4761230" h="2640965">
                  <a:moveTo>
                    <a:pt x="4683888" y="0"/>
                  </a:moveTo>
                  <a:lnTo>
                    <a:pt x="77101" y="0"/>
                  </a:lnTo>
                  <a:lnTo>
                    <a:pt x="47089" y="6058"/>
                  </a:lnTo>
                  <a:lnTo>
                    <a:pt x="22582" y="22582"/>
                  </a:lnTo>
                  <a:lnTo>
                    <a:pt x="6058" y="47089"/>
                  </a:lnTo>
                  <a:lnTo>
                    <a:pt x="0" y="77101"/>
                  </a:lnTo>
                  <a:lnTo>
                    <a:pt x="0" y="2563610"/>
                  </a:lnTo>
                  <a:lnTo>
                    <a:pt x="6058" y="2593621"/>
                  </a:lnTo>
                  <a:lnTo>
                    <a:pt x="22582" y="2618128"/>
                  </a:lnTo>
                  <a:lnTo>
                    <a:pt x="47089" y="2634652"/>
                  </a:lnTo>
                  <a:lnTo>
                    <a:pt x="77101" y="2640711"/>
                  </a:lnTo>
                  <a:lnTo>
                    <a:pt x="4683888" y="2640711"/>
                  </a:lnTo>
                  <a:lnTo>
                    <a:pt x="4713900" y="2634652"/>
                  </a:lnTo>
                  <a:lnTo>
                    <a:pt x="4738407" y="2618128"/>
                  </a:lnTo>
                  <a:lnTo>
                    <a:pt x="4754931" y="2593621"/>
                  </a:lnTo>
                  <a:lnTo>
                    <a:pt x="4760990" y="2563610"/>
                  </a:lnTo>
                  <a:lnTo>
                    <a:pt x="4760990" y="77101"/>
                  </a:lnTo>
                  <a:lnTo>
                    <a:pt x="4754931" y="47089"/>
                  </a:lnTo>
                  <a:lnTo>
                    <a:pt x="4738407" y="22582"/>
                  </a:lnTo>
                  <a:lnTo>
                    <a:pt x="4713900" y="6058"/>
                  </a:lnTo>
                  <a:lnTo>
                    <a:pt x="4683888" y="0"/>
                  </a:lnTo>
                  <a:close/>
                </a:path>
              </a:pathLst>
            </a:custGeom>
            <a:solidFill>
              <a:srgbClr val="E1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1156" y="9531618"/>
              <a:ext cx="4760990" cy="99267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301275" y="9926067"/>
              <a:ext cx="2973705" cy="337820"/>
            </a:xfrm>
            <a:custGeom>
              <a:avLst/>
              <a:gdLst/>
              <a:ahLst/>
              <a:cxnLst/>
              <a:rect l="l" t="t" r="r" b="b"/>
              <a:pathLst>
                <a:path w="2973704" h="337820">
                  <a:moveTo>
                    <a:pt x="47532" y="4510"/>
                  </a:moveTo>
                  <a:lnTo>
                    <a:pt x="0" y="4510"/>
                  </a:lnTo>
                  <a:lnTo>
                    <a:pt x="0" y="260909"/>
                  </a:lnTo>
                  <a:lnTo>
                    <a:pt x="125944" y="260909"/>
                  </a:lnTo>
                  <a:lnTo>
                    <a:pt x="125944" y="215458"/>
                  </a:lnTo>
                  <a:lnTo>
                    <a:pt x="47532" y="215458"/>
                  </a:lnTo>
                  <a:lnTo>
                    <a:pt x="47532" y="4510"/>
                  </a:lnTo>
                  <a:close/>
                </a:path>
                <a:path w="2973704" h="337820">
                  <a:moveTo>
                    <a:pt x="241282" y="64186"/>
                  </a:moveTo>
                  <a:lnTo>
                    <a:pt x="201832" y="72150"/>
                  </a:lnTo>
                  <a:lnTo>
                    <a:pt x="169506" y="93807"/>
                  </a:lnTo>
                  <a:lnTo>
                    <a:pt x="147653" y="125809"/>
                  </a:lnTo>
                  <a:lnTo>
                    <a:pt x="139624" y="164803"/>
                  </a:lnTo>
                  <a:lnTo>
                    <a:pt x="147659" y="203944"/>
                  </a:lnTo>
                  <a:lnTo>
                    <a:pt x="169549" y="235929"/>
                  </a:lnTo>
                  <a:lnTo>
                    <a:pt x="201979" y="257505"/>
                  </a:lnTo>
                  <a:lnTo>
                    <a:pt x="241629" y="265420"/>
                  </a:lnTo>
                  <a:lnTo>
                    <a:pt x="281187" y="257527"/>
                  </a:lnTo>
                  <a:lnTo>
                    <a:pt x="313752" y="236102"/>
                  </a:lnTo>
                  <a:lnTo>
                    <a:pt x="322856" y="223091"/>
                  </a:lnTo>
                  <a:lnTo>
                    <a:pt x="241976" y="223091"/>
                  </a:lnTo>
                  <a:lnTo>
                    <a:pt x="220074" y="218511"/>
                  </a:lnTo>
                  <a:lnTo>
                    <a:pt x="202336" y="205961"/>
                  </a:lnTo>
                  <a:lnTo>
                    <a:pt x="190453" y="187230"/>
                  </a:lnTo>
                  <a:lnTo>
                    <a:pt x="186116" y="164109"/>
                  </a:lnTo>
                  <a:lnTo>
                    <a:pt x="190545" y="141790"/>
                  </a:lnTo>
                  <a:lnTo>
                    <a:pt x="202553" y="123472"/>
                  </a:lnTo>
                  <a:lnTo>
                    <a:pt x="220221" y="111074"/>
                  </a:lnTo>
                  <a:lnTo>
                    <a:pt x="241629" y="106515"/>
                  </a:lnTo>
                  <a:lnTo>
                    <a:pt x="322942" y="106515"/>
                  </a:lnTo>
                  <a:lnTo>
                    <a:pt x="314359" y="93721"/>
                  </a:lnTo>
                  <a:lnTo>
                    <a:pt x="281773" y="72074"/>
                  </a:lnTo>
                  <a:lnTo>
                    <a:pt x="241282" y="64186"/>
                  </a:lnTo>
                  <a:close/>
                </a:path>
                <a:path w="2973704" h="337820">
                  <a:moveTo>
                    <a:pt x="322942" y="106515"/>
                  </a:moveTo>
                  <a:lnTo>
                    <a:pt x="241629" y="106515"/>
                  </a:lnTo>
                  <a:lnTo>
                    <a:pt x="263384" y="111133"/>
                  </a:lnTo>
                  <a:lnTo>
                    <a:pt x="281139" y="123689"/>
                  </a:lnTo>
                  <a:lnTo>
                    <a:pt x="293103" y="142229"/>
                  </a:lnTo>
                  <a:lnTo>
                    <a:pt x="297489" y="164803"/>
                  </a:lnTo>
                  <a:lnTo>
                    <a:pt x="293108" y="187523"/>
                  </a:lnTo>
                  <a:lnTo>
                    <a:pt x="281182" y="206047"/>
                  </a:lnTo>
                  <a:lnTo>
                    <a:pt x="263531" y="218521"/>
                  </a:lnTo>
                  <a:lnTo>
                    <a:pt x="241976" y="223091"/>
                  </a:lnTo>
                  <a:lnTo>
                    <a:pt x="322856" y="223091"/>
                  </a:lnTo>
                  <a:lnTo>
                    <a:pt x="335844" y="204529"/>
                  </a:lnTo>
                  <a:lnTo>
                    <a:pt x="343981" y="166191"/>
                  </a:lnTo>
                  <a:lnTo>
                    <a:pt x="336082" y="126101"/>
                  </a:lnTo>
                  <a:lnTo>
                    <a:pt x="322942" y="106515"/>
                  </a:lnTo>
                  <a:close/>
                </a:path>
                <a:path w="2973704" h="337820">
                  <a:moveTo>
                    <a:pt x="397452" y="68697"/>
                  </a:moveTo>
                  <a:lnTo>
                    <a:pt x="347838" y="68697"/>
                  </a:lnTo>
                  <a:lnTo>
                    <a:pt x="416535" y="260909"/>
                  </a:lnTo>
                  <a:lnTo>
                    <a:pt x="444985" y="260909"/>
                  </a:lnTo>
                  <a:lnTo>
                    <a:pt x="467322" y="185967"/>
                  </a:lnTo>
                  <a:lnTo>
                    <a:pt x="431801" y="185967"/>
                  </a:lnTo>
                  <a:lnTo>
                    <a:pt x="397452" y="68697"/>
                  </a:lnTo>
                  <a:close/>
                </a:path>
                <a:path w="2973704" h="337820">
                  <a:moveTo>
                    <a:pt x="519060" y="136353"/>
                  </a:moveTo>
                  <a:lnTo>
                    <a:pt x="482109" y="136353"/>
                  </a:lnTo>
                  <a:lnTo>
                    <a:pt x="518540" y="260909"/>
                  </a:lnTo>
                  <a:lnTo>
                    <a:pt x="547337" y="260909"/>
                  </a:lnTo>
                  <a:lnTo>
                    <a:pt x="574392" y="185967"/>
                  </a:lnTo>
                  <a:lnTo>
                    <a:pt x="532418" y="185967"/>
                  </a:lnTo>
                  <a:lnTo>
                    <a:pt x="519060" y="136353"/>
                  </a:lnTo>
                  <a:close/>
                </a:path>
                <a:path w="2973704" h="337820">
                  <a:moveTo>
                    <a:pt x="500845" y="68697"/>
                  </a:moveTo>
                  <a:lnTo>
                    <a:pt x="464068" y="68697"/>
                  </a:lnTo>
                  <a:lnTo>
                    <a:pt x="431801" y="185967"/>
                  </a:lnTo>
                  <a:lnTo>
                    <a:pt x="467322" y="185967"/>
                  </a:lnTo>
                  <a:lnTo>
                    <a:pt x="482109" y="136353"/>
                  </a:lnTo>
                  <a:lnTo>
                    <a:pt x="519060" y="136353"/>
                  </a:lnTo>
                  <a:lnTo>
                    <a:pt x="500845" y="68697"/>
                  </a:lnTo>
                  <a:close/>
                </a:path>
                <a:path w="2973704" h="337820">
                  <a:moveTo>
                    <a:pt x="616728" y="68697"/>
                  </a:moveTo>
                  <a:lnTo>
                    <a:pt x="567460" y="68697"/>
                  </a:lnTo>
                  <a:lnTo>
                    <a:pt x="532418" y="185967"/>
                  </a:lnTo>
                  <a:lnTo>
                    <a:pt x="574392" y="185967"/>
                  </a:lnTo>
                  <a:lnTo>
                    <a:pt x="616728" y="68697"/>
                  </a:lnTo>
                  <a:close/>
                </a:path>
                <a:path w="2973704" h="337820">
                  <a:moveTo>
                    <a:pt x="773578" y="187702"/>
                  </a:moveTo>
                  <a:lnTo>
                    <a:pt x="723964" y="187702"/>
                  </a:lnTo>
                  <a:lnTo>
                    <a:pt x="732551" y="220337"/>
                  </a:lnTo>
                  <a:lnTo>
                    <a:pt x="750766" y="244776"/>
                  </a:lnTo>
                  <a:lnTo>
                    <a:pt x="776658" y="260107"/>
                  </a:lnTo>
                  <a:lnTo>
                    <a:pt x="808274" y="265420"/>
                  </a:lnTo>
                  <a:lnTo>
                    <a:pt x="840535" y="259110"/>
                  </a:lnTo>
                  <a:lnTo>
                    <a:pt x="866519" y="241740"/>
                  </a:lnTo>
                  <a:lnTo>
                    <a:pt x="881214" y="219622"/>
                  </a:lnTo>
                  <a:lnTo>
                    <a:pt x="808274" y="219622"/>
                  </a:lnTo>
                  <a:lnTo>
                    <a:pt x="794217" y="217659"/>
                  </a:lnTo>
                  <a:lnTo>
                    <a:pt x="783770" y="211729"/>
                  </a:lnTo>
                  <a:lnTo>
                    <a:pt x="776902" y="201765"/>
                  </a:lnTo>
                  <a:lnTo>
                    <a:pt x="773578" y="187702"/>
                  </a:lnTo>
                  <a:close/>
                </a:path>
                <a:path w="2973704" h="337820">
                  <a:moveTo>
                    <a:pt x="807927" y="0"/>
                  </a:moveTo>
                  <a:lnTo>
                    <a:pt x="778853" y="5675"/>
                  </a:lnTo>
                  <a:lnTo>
                    <a:pt x="755147" y="21207"/>
                  </a:lnTo>
                  <a:lnTo>
                    <a:pt x="739181" y="44350"/>
                  </a:lnTo>
                  <a:lnTo>
                    <a:pt x="733332" y="72860"/>
                  </a:lnTo>
                  <a:lnTo>
                    <a:pt x="736850" y="95564"/>
                  </a:lnTo>
                  <a:lnTo>
                    <a:pt x="747167" y="115015"/>
                  </a:lnTo>
                  <a:lnTo>
                    <a:pt x="763923" y="130823"/>
                  </a:lnTo>
                  <a:lnTo>
                    <a:pt x="786763" y="142598"/>
                  </a:lnTo>
                  <a:lnTo>
                    <a:pt x="806973" y="150274"/>
                  </a:lnTo>
                  <a:lnTo>
                    <a:pt x="818856" y="155088"/>
                  </a:lnTo>
                  <a:lnTo>
                    <a:pt x="842969" y="188396"/>
                  </a:lnTo>
                  <a:lnTo>
                    <a:pt x="840427" y="201033"/>
                  </a:lnTo>
                  <a:lnTo>
                    <a:pt x="833298" y="210905"/>
                  </a:lnTo>
                  <a:lnTo>
                    <a:pt x="822331" y="217329"/>
                  </a:lnTo>
                  <a:lnTo>
                    <a:pt x="808274" y="219622"/>
                  </a:lnTo>
                  <a:lnTo>
                    <a:pt x="881214" y="219622"/>
                  </a:lnTo>
                  <a:lnTo>
                    <a:pt x="883850" y="215654"/>
                  </a:lnTo>
                  <a:lnTo>
                    <a:pt x="890155" y="183192"/>
                  </a:lnTo>
                  <a:lnTo>
                    <a:pt x="887119" y="159306"/>
                  </a:lnTo>
                  <a:lnTo>
                    <a:pt x="876537" y="139128"/>
                  </a:lnTo>
                  <a:lnTo>
                    <a:pt x="856197" y="121813"/>
                  </a:lnTo>
                  <a:lnTo>
                    <a:pt x="823887" y="106515"/>
                  </a:lnTo>
                  <a:lnTo>
                    <a:pt x="809683" y="101213"/>
                  </a:lnTo>
                  <a:lnTo>
                    <a:pt x="801855" y="98188"/>
                  </a:lnTo>
                  <a:lnTo>
                    <a:pt x="781211" y="71819"/>
                  </a:lnTo>
                  <a:lnTo>
                    <a:pt x="783136" y="61313"/>
                  </a:lnTo>
                  <a:lnTo>
                    <a:pt x="788541" y="53084"/>
                  </a:lnTo>
                  <a:lnTo>
                    <a:pt x="796873" y="47717"/>
                  </a:lnTo>
                  <a:lnTo>
                    <a:pt x="807580" y="45798"/>
                  </a:lnTo>
                  <a:lnTo>
                    <a:pt x="877600" y="45798"/>
                  </a:lnTo>
                  <a:lnTo>
                    <a:pt x="876819" y="42447"/>
                  </a:lnTo>
                  <a:lnTo>
                    <a:pt x="860491" y="19516"/>
                  </a:lnTo>
                  <a:lnTo>
                    <a:pt x="836876" y="5041"/>
                  </a:lnTo>
                  <a:lnTo>
                    <a:pt x="807927" y="0"/>
                  </a:lnTo>
                  <a:close/>
                </a:path>
                <a:path w="2973704" h="337820">
                  <a:moveTo>
                    <a:pt x="877600" y="45798"/>
                  </a:moveTo>
                  <a:lnTo>
                    <a:pt x="807580" y="45798"/>
                  </a:lnTo>
                  <a:lnTo>
                    <a:pt x="818346" y="47587"/>
                  </a:lnTo>
                  <a:lnTo>
                    <a:pt x="826576" y="52823"/>
                  </a:lnTo>
                  <a:lnTo>
                    <a:pt x="832073" y="61313"/>
                  </a:lnTo>
                  <a:lnTo>
                    <a:pt x="834643" y="72860"/>
                  </a:lnTo>
                  <a:lnTo>
                    <a:pt x="883910" y="72860"/>
                  </a:lnTo>
                  <a:lnTo>
                    <a:pt x="877600" y="45798"/>
                  </a:lnTo>
                  <a:close/>
                </a:path>
                <a:path w="2973704" h="337820">
                  <a:moveTo>
                    <a:pt x="964241" y="68697"/>
                  </a:moveTo>
                  <a:lnTo>
                    <a:pt x="918096" y="68697"/>
                  </a:lnTo>
                  <a:lnTo>
                    <a:pt x="918096" y="171742"/>
                  </a:lnTo>
                  <a:lnTo>
                    <a:pt x="923241" y="214922"/>
                  </a:lnTo>
                  <a:lnTo>
                    <a:pt x="937916" y="243952"/>
                  </a:lnTo>
                  <a:lnTo>
                    <a:pt x="960983" y="260297"/>
                  </a:lnTo>
                  <a:lnTo>
                    <a:pt x="991303" y="265420"/>
                  </a:lnTo>
                  <a:lnTo>
                    <a:pt x="1007290" y="264233"/>
                  </a:lnTo>
                  <a:lnTo>
                    <a:pt x="1021098" y="260346"/>
                  </a:lnTo>
                  <a:lnTo>
                    <a:pt x="1033800" y="253271"/>
                  </a:lnTo>
                  <a:lnTo>
                    <a:pt x="1046469" y="242521"/>
                  </a:lnTo>
                  <a:lnTo>
                    <a:pt x="1089145" y="242521"/>
                  </a:lnTo>
                  <a:lnTo>
                    <a:pt x="1089145" y="223091"/>
                  </a:lnTo>
                  <a:lnTo>
                    <a:pt x="1000671" y="223091"/>
                  </a:lnTo>
                  <a:lnTo>
                    <a:pt x="985611" y="220831"/>
                  </a:lnTo>
                  <a:lnTo>
                    <a:pt x="974129" y="212032"/>
                  </a:lnTo>
                  <a:lnTo>
                    <a:pt x="966811" y="193671"/>
                  </a:lnTo>
                  <a:lnTo>
                    <a:pt x="964241" y="162721"/>
                  </a:lnTo>
                  <a:lnTo>
                    <a:pt x="964241" y="68697"/>
                  </a:lnTo>
                  <a:close/>
                </a:path>
                <a:path w="2973704" h="337820">
                  <a:moveTo>
                    <a:pt x="1089145" y="242521"/>
                  </a:moveTo>
                  <a:lnTo>
                    <a:pt x="1046469" y="242521"/>
                  </a:lnTo>
                  <a:lnTo>
                    <a:pt x="1046469" y="260909"/>
                  </a:lnTo>
                  <a:lnTo>
                    <a:pt x="1089145" y="260909"/>
                  </a:lnTo>
                  <a:lnTo>
                    <a:pt x="1089145" y="242521"/>
                  </a:lnTo>
                  <a:close/>
                </a:path>
                <a:path w="2973704" h="337820">
                  <a:moveTo>
                    <a:pt x="1089145" y="68697"/>
                  </a:moveTo>
                  <a:lnTo>
                    <a:pt x="1043000" y="68697"/>
                  </a:lnTo>
                  <a:lnTo>
                    <a:pt x="1042916" y="162721"/>
                  </a:lnTo>
                  <a:lnTo>
                    <a:pt x="1042593" y="176074"/>
                  </a:lnTo>
                  <a:lnTo>
                    <a:pt x="1029506" y="212845"/>
                  </a:lnTo>
                  <a:lnTo>
                    <a:pt x="1000671" y="223091"/>
                  </a:lnTo>
                  <a:lnTo>
                    <a:pt x="1089145" y="223091"/>
                  </a:lnTo>
                  <a:lnTo>
                    <a:pt x="1089145" y="68697"/>
                  </a:lnTo>
                  <a:close/>
                </a:path>
                <a:path w="2973704" h="337820">
                  <a:moveTo>
                    <a:pt x="1173319" y="276522"/>
                  </a:moveTo>
                  <a:lnTo>
                    <a:pt x="1120929" y="276522"/>
                  </a:lnTo>
                  <a:lnTo>
                    <a:pt x="1136331" y="302311"/>
                  </a:lnTo>
                  <a:lnTo>
                    <a:pt x="1158530" y="321496"/>
                  </a:lnTo>
                  <a:lnTo>
                    <a:pt x="1186650" y="333461"/>
                  </a:lnTo>
                  <a:lnTo>
                    <a:pt x="1219811" y="337586"/>
                  </a:lnTo>
                  <a:lnTo>
                    <a:pt x="1260546" y="331526"/>
                  </a:lnTo>
                  <a:lnTo>
                    <a:pt x="1291978" y="311999"/>
                  </a:lnTo>
                  <a:lnTo>
                    <a:pt x="1300654" y="296993"/>
                  </a:lnTo>
                  <a:lnTo>
                    <a:pt x="1221546" y="296993"/>
                  </a:lnTo>
                  <a:lnTo>
                    <a:pt x="1206838" y="295892"/>
                  </a:lnTo>
                  <a:lnTo>
                    <a:pt x="1194440" y="292352"/>
                  </a:lnTo>
                  <a:lnTo>
                    <a:pt x="1183538" y="286015"/>
                  </a:lnTo>
                  <a:lnTo>
                    <a:pt x="1173319" y="276522"/>
                  </a:lnTo>
                  <a:close/>
                </a:path>
                <a:path w="2973704" h="337820">
                  <a:moveTo>
                    <a:pt x="1317872" y="235582"/>
                  </a:moveTo>
                  <a:lnTo>
                    <a:pt x="1275324" y="235582"/>
                  </a:lnTo>
                  <a:lnTo>
                    <a:pt x="1271019" y="262595"/>
                  </a:lnTo>
                  <a:lnTo>
                    <a:pt x="1260665" y="281770"/>
                  </a:lnTo>
                  <a:lnTo>
                    <a:pt x="1244195" y="293203"/>
                  </a:lnTo>
                  <a:lnTo>
                    <a:pt x="1221546" y="296993"/>
                  </a:lnTo>
                  <a:lnTo>
                    <a:pt x="1300654" y="296993"/>
                  </a:lnTo>
                  <a:lnTo>
                    <a:pt x="1312220" y="276989"/>
                  </a:lnTo>
                  <a:lnTo>
                    <a:pt x="1317872" y="235582"/>
                  </a:lnTo>
                  <a:close/>
                </a:path>
                <a:path w="2973704" h="337820">
                  <a:moveTo>
                    <a:pt x="1212525" y="64186"/>
                  </a:moveTo>
                  <a:lnTo>
                    <a:pt x="1174745" y="71689"/>
                  </a:lnTo>
                  <a:lnTo>
                    <a:pt x="1144739" y="92463"/>
                  </a:lnTo>
                  <a:lnTo>
                    <a:pt x="1124946" y="123906"/>
                  </a:lnTo>
                  <a:lnTo>
                    <a:pt x="1117806" y="163415"/>
                  </a:lnTo>
                  <a:lnTo>
                    <a:pt x="1124843" y="204383"/>
                  </a:lnTo>
                  <a:lnTo>
                    <a:pt x="1144435" y="236666"/>
                  </a:lnTo>
                  <a:lnTo>
                    <a:pt x="1174306" y="257825"/>
                  </a:lnTo>
                  <a:lnTo>
                    <a:pt x="1212178" y="265420"/>
                  </a:lnTo>
                  <a:lnTo>
                    <a:pt x="1230924" y="263734"/>
                  </a:lnTo>
                  <a:lnTo>
                    <a:pt x="1247134" y="258437"/>
                  </a:lnTo>
                  <a:lnTo>
                    <a:pt x="1261652" y="249173"/>
                  </a:lnTo>
                  <a:lnTo>
                    <a:pt x="1275324" y="235582"/>
                  </a:lnTo>
                  <a:lnTo>
                    <a:pt x="1317872" y="235582"/>
                  </a:lnTo>
                  <a:lnTo>
                    <a:pt x="1319387" y="224479"/>
                  </a:lnTo>
                  <a:lnTo>
                    <a:pt x="1319387" y="223091"/>
                  </a:lnTo>
                  <a:lnTo>
                    <a:pt x="1218423" y="223091"/>
                  </a:lnTo>
                  <a:lnTo>
                    <a:pt x="1196061" y="219020"/>
                  </a:lnTo>
                  <a:lnTo>
                    <a:pt x="1179001" y="207435"/>
                  </a:lnTo>
                  <a:lnTo>
                    <a:pt x="1168120" y="189280"/>
                  </a:lnTo>
                  <a:lnTo>
                    <a:pt x="1164298" y="165497"/>
                  </a:lnTo>
                  <a:lnTo>
                    <a:pt x="1168109" y="141351"/>
                  </a:lnTo>
                  <a:lnTo>
                    <a:pt x="1178914" y="122735"/>
                  </a:lnTo>
                  <a:lnTo>
                    <a:pt x="1195768" y="110754"/>
                  </a:lnTo>
                  <a:lnTo>
                    <a:pt x="1217729" y="106515"/>
                  </a:lnTo>
                  <a:lnTo>
                    <a:pt x="1319387" y="106515"/>
                  </a:lnTo>
                  <a:lnTo>
                    <a:pt x="1319387" y="92983"/>
                  </a:lnTo>
                  <a:lnTo>
                    <a:pt x="1275324" y="92983"/>
                  </a:lnTo>
                  <a:lnTo>
                    <a:pt x="1263413" y="80287"/>
                  </a:lnTo>
                  <a:lnTo>
                    <a:pt x="1248999" y="71299"/>
                  </a:lnTo>
                  <a:lnTo>
                    <a:pt x="1232047" y="65953"/>
                  </a:lnTo>
                  <a:lnTo>
                    <a:pt x="1212525" y="64186"/>
                  </a:lnTo>
                  <a:close/>
                </a:path>
                <a:path w="2973704" h="337820">
                  <a:moveTo>
                    <a:pt x="1319387" y="106515"/>
                  </a:moveTo>
                  <a:lnTo>
                    <a:pt x="1217729" y="106515"/>
                  </a:lnTo>
                  <a:lnTo>
                    <a:pt x="1240308" y="110803"/>
                  </a:lnTo>
                  <a:lnTo>
                    <a:pt x="1257846" y="122865"/>
                  </a:lnTo>
                  <a:lnTo>
                    <a:pt x="1269203" y="141497"/>
                  </a:lnTo>
                  <a:lnTo>
                    <a:pt x="1273242" y="165497"/>
                  </a:lnTo>
                  <a:lnTo>
                    <a:pt x="1269312" y="189133"/>
                  </a:lnTo>
                  <a:lnTo>
                    <a:pt x="1258193" y="207305"/>
                  </a:lnTo>
                  <a:lnTo>
                    <a:pt x="1240894" y="218971"/>
                  </a:lnTo>
                  <a:lnTo>
                    <a:pt x="1218423" y="223091"/>
                  </a:lnTo>
                  <a:lnTo>
                    <a:pt x="1319387" y="223091"/>
                  </a:lnTo>
                  <a:lnTo>
                    <a:pt x="1319387" y="106515"/>
                  </a:lnTo>
                  <a:close/>
                </a:path>
                <a:path w="2973704" h="337820">
                  <a:moveTo>
                    <a:pt x="1319387" y="68697"/>
                  </a:moveTo>
                  <a:lnTo>
                    <a:pt x="1275324" y="68697"/>
                  </a:lnTo>
                  <a:lnTo>
                    <a:pt x="1275324" y="92983"/>
                  </a:lnTo>
                  <a:lnTo>
                    <a:pt x="1319387" y="92983"/>
                  </a:lnTo>
                  <a:lnTo>
                    <a:pt x="1319387" y="68697"/>
                  </a:lnTo>
                  <a:close/>
                </a:path>
                <a:path w="2973704" h="337820">
                  <a:moveTo>
                    <a:pt x="1448080" y="64186"/>
                  </a:moveTo>
                  <a:lnTo>
                    <a:pt x="1408788" y="71770"/>
                  </a:lnTo>
                  <a:lnTo>
                    <a:pt x="1377822" y="92853"/>
                  </a:lnTo>
                  <a:lnTo>
                    <a:pt x="1357525" y="124930"/>
                  </a:lnTo>
                  <a:lnTo>
                    <a:pt x="1350239" y="165497"/>
                  </a:lnTo>
                  <a:lnTo>
                    <a:pt x="1357460" y="205554"/>
                  </a:lnTo>
                  <a:lnTo>
                    <a:pt x="1377562" y="237186"/>
                  </a:lnTo>
                  <a:lnTo>
                    <a:pt x="1408202" y="257955"/>
                  </a:lnTo>
                  <a:lnTo>
                    <a:pt x="1447039" y="265420"/>
                  </a:lnTo>
                  <a:lnTo>
                    <a:pt x="1465845" y="263739"/>
                  </a:lnTo>
                  <a:lnTo>
                    <a:pt x="1482212" y="258481"/>
                  </a:lnTo>
                  <a:lnTo>
                    <a:pt x="1496952" y="249319"/>
                  </a:lnTo>
                  <a:lnTo>
                    <a:pt x="1510879" y="235929"/>
                  </a:lnTo>
                  <a:lnTo>
                    <a:pt x="1553207" y="235929"/>
                  </a:lnTo>
                  <a:lnTo>
                    <a:pt x="1553207" y="223091"/>
                  </a:lnTo>
                  <a:lnTo>
                    <a:pt x="1453631" y="223091"/>
                  </a:lnTo>
                  <a:lnTo>
                    <a:pt x="1430543" y="218988"/>
                  </a:lnTo>
                  <a:lnTo>
                    <a:pt x="1412561" y="207435"/>
                  </a:lnTo>
                  <a:lnTo>
                    <a:pt x="1400889" y="189572"/>
                  </a:lnTo>
                  <a:lnTo>
                    <a:pt x="1396731" y="166538"/>
                  </a:lnTo>
                  <a:lnTo>
                    <a:pt x="1400878" y="142376"/>
                  </a:lnTo>
                  <a:lnTo>
                    <a:pt x="1412474" y="123385"/>
                  </a:lnTo>
                  <a:lnTo>
                    <a:pt x="1430250" y="110965"/>
                  </a:lnTo>
                  <a:lnTo>
                    <a:pt x="1452938" y="106515"/>
                  </a:lnTo>
                  <a:lnTo>
                    <a:pt x="1553207" y="106515"/>
                  </a:lnTo>
                  <a:lnTo>
                    <a:pt x="1553207" y="94371"/>
                  </a:lnTo>
                  <a:lnTo>
                    <a:pt x="1510879" y="94371"/>
                  </a:lnTo>
                  <a:lnTo>
                    <a:pt x="1498237" y="80726"/>
                  </a:lnTo>
                  <a:lnTo>
                    <a:pt x="1483903" y="71342"/>
                  </a:lnTo>
                  <a:lnTo>
                    <a:pt x="1467358" y="65926"/>
                  </a:lnTo>
                  <a:lnTo>
                    <a:pt x="1448080" y="64186"/>
                  </a:lnTo>
                  <a:close/>
                </a:path>
                <a:path w="2973704" h="337820">
                  <a:moveTo>
                    <a:pt x="1553207" y="235929"/>
                  </a:moveTo>
                  <a:lnTo>
                    <a:pt x="1510879" y="235929"/>
                  </a:lnTo>
                  <a:lnTo>
                    <a:pt x="1510879" y="260909"/>
                  </a:lnTo>
                  <a:lnTo>
                    <a:pt x="1553207" y="260909"/>
                  </a:lnTo>
                  <a:lnTo>
                    <a:pt x="1553207" y="235929"/>
                  </a:lnTo>
                  <a:close/>
                </a:path>
                <a:path w="2973704" h="337820">
                  <a:moveTo>
                    <a:pt x="1553207" y="106515"/>
                  </a:moveTo>
                  <a:lnTo>
                    <a:pt x="1452938" y="106515"/>
                  </a:lnTo>
                  <a:lnTo>
                    <a:pt x="1475679" y="110911"/>
                  </a:lnTo>
                  <a:lnTo>
                    <a:pt x="1493575" y="123212"/>
                  </a:lnTo>
                  <a:lnTo>
                    <a:pt x="1505290" y="142083"/>
                  </a:lnTo>
                  <a:lnTo>
                    <a:pt x="1509370" y="165497"/>
                  </a:lnTo>
                  <a:lnTo>
                    <a:pt x="1509432" y="166538"/>
                  </a:lnTo>
                  <a:lnTo>
                    <a:pt x="1505691" y="188548"/>
                  </a:lnTo>
                  <a:lnTo>
                    <a:pt x="1494702" y="206611"/>
                  </a:lnTo>
                  <a:lnTo>
                    <a:pt x="1477143" y="218689"/>
                  </a:lnTo>
                  <a:lnTo>
                    <a:pt x="1453631" y="223091"/>
                  </a:lnTo>
                  <a:lnTo>
                    <a:pt x="1553207" y="223091"/>
                  </a:lnTo>
                  <a:lnTo>
                    <a:pt x="1553207" y="106515"/>
                  </a:lnTo>
                  <a:close/>
                </a:path>
                <a:path w="2973704" h="337820">
                  <a:moveTo>
                    <a:pt x="1553207" y="68697"/>
                  </a:moveTo>
                  <a:lnTo>
                    <a:pt x="1510879" y="68697"/>
                  </a:lnTo>
                  <a:lnTo>
                    <a:pt x="1510879" y="94371"/>
                  </a:lnTo>
                  <a:lnTo>
                    <a:pt x="1553207" y="94371"/>
                  </a:lnTo>
                  <a:lnTo>
                    <a:pt x="1553207" y="68697"/>
                  </a:lnTo>
                  <a:close/>
                </a:path>
                <a:path w="2973704" h="337820">
                  <a:moveTo>
                    <a:pt x="1629939" y="68697"/>
                  </a:moveTo>
                  <a:lnTo>
                    <a:pt x="1587610" y="68697"/>
                  </a:lnTo>
                  <a:lnTo>
                    <a:pt x="1587610" y="260909"/>
                  </a:lnTo>
                  <a:lnTo>
                    <a:pt x="1633755" y="260909"/>
                  </a:lnTo>
                  <a:lnTo>
                    <a:pt x="1633755" y="154047"/>
                  </a:lnTo>
                  <a:lnTo>
                    <a:pt x="1636303" y="134455"/>
                  </a:lnTo>
                  <a:lnTo>
                    <a:pt x="1643990" y="120393"/>
                  </a:lnTo>
                  <a:lnTo>
                    <a:pt x="1656882" y="111795"/>
                  </a:lnTo>
                  <a:lnTo>
                    <a:pt x="1675043" y="108596"/>
                  </a:lnTo>
                  <a:lnTo>
                    <a:pt x="1675043" y="87432"/>
                  </a:lnTo>
                  <a:lnTo>
                    <a:pt x="1629939" y="87432"/>
                  </a:lnTo>
                  <a:lnTo>
                    <a:pt x="1629939" y="68697"/>
                  </a:lnTo>
                  <a:close/>
                </a:path>
                <a:path w="2973704" h="337820">
                  <a:moveTo>
                    <a:pt x="1675043" y="64186"/>
                  </a:moveTo>
                  <a:lnTo>
                    <a:pt x="1671573" y="64186"/>
                  </a:lnTo>
                  <a:lnTo>
                    <a:pt x="1658432" y="65330"/>
                  </a:lnTo>
                  <a:lnTo>
                    <a:pt x="1647894" y="69174"/>
                  </a:lnTo>
                  <a:lnTo>
                    <a:pt x="1638786" y="76335"/>
                  </a:lnTo>
                  <a:lnTo>
                    <a:pt x="1629939" y="87432"/>
                  </a:lnTo>
                  <a:lnTo>
                    <a:pt x="1675043" y="87432"/>
                  </a:lnTo>
                  <a:lnTo>
                    <a:pt x="1675043" y="64186"/>
                  </a:lnTo>
                  <a:close/>
                </a:path>
                <a:path w="2973704" h="337820">
                  <a:moveTo>
                    <a:pt x="1919502" y="0"/>
                  </a:moveTo>
                  <a:lnTo>
                    <a:pt x="1877945" y="6750"/>
                  </a:lnTo>
                  <a:lnTo>
                    <a:pt x="1841768" y="25524"/>
                  </a:lnTo>
                  <a:lnTo>
                    <a:pt x="1813184" y="54108"/>
                  </a:lnTo>
                  <a:lnTo>
                    <a:pt x="1794410" y="90285"/>
                  </a:lnTo>
                  <a:lnTo>
                    <a:pt x="1787659" y="131842"/>
                  </a:lnTo>
                  <a:lnTo>
                    <a:pt x="1794501" y="174113"/>
                  </a:lnTo>
                  <a:lnTo>
                    <a:pt x="1813584" y="210787"/>
                  </a:lnTo>
                  <a:lnTo>
                    <a:pt x="1842742" y="239684"/>
                  </a:lnTo>
                  <a:lnTo>
                    <a:pt x="1879811" y="258622"/>
                  </a:lnTo>
                  <a:lnTo>
                    <a:pt x="1922625" y="265420"/>
                  </a:lnTo>
                  <a:lnTo>
                    <a:pt x="1960383" y="260134"/>
                  </a:lnTo>
                  <a:lnTo>
                    <a:pt x="1993881" y="244993"/>
                  </a:lnTo>
                  <a:lnTo>
                    <a:pt x="2021328" y="221069"/>
                  </a:lnTo>
                  <a:lnTo>
                    <a:pt x="2022225" y="219622"/>
                  </a:lnTo>
                  <a:lnTo>
                    <a:pt x="1921584" y="219622"/>
                  </a:lnTo>
                  <a:lnTo>
                    <a:pt x="1888233" y="212694"/>
                  </a:lnTo>
                  <a:lnTo>
                    <a:pt x="1860867" y="193860"/>
                  </a:lnTo>
                  <a:lnTo>
                    <a:pt x="1842348" y="166050"/>
                  </a:lnTo>
                  <a:lnTo>
                    <a:pt x="1835539" y="132189"/>
                  </a:lnTo>
                  <a:lnTo>
                    <a:pt x="1841942" y="98345"/>
                  </a:lnTo>
                  <a:lnTo>
                    <a:pt x="1859696" y="70908"/>
                  </a:lnTo>
                  <a:lnTo>
                    <a:pt x="1886623" y="52514"/>
                  </a:lnTo>
                  <a:lnTo>
                    <a:pt x="1920543" y="45798"/>
                  </a:lnTo>
                  <a:lnTo>
                    <a:pt x="2020413" y="45798"/>
                  </a:lnTo>
                  <a:lnTo>
                    <a:pt x="2019864" y="44936"/>
                  </a:lnTo>
                  <a:lnTo>
                    <a:pt x="1991539" y="20426"/>
                  </a:lnTo>
                  <a:lnTo>
                    <a:pt x="1957553" y="5220"/>
                  </a:lnTo>
                  <a:lnTo>
                    <a:pt x="1919502" y="0"/>
                  </a:lnTo>
                  <a:close/>
                </a:path>
                <a:path w="2973704" h="337820">
                  <a:moveTo>
                    <a:pt x="2040937" y="189437"/>
                  </a:moveTo>
                  <a:lnTo>
                    <a:pt x="1985077" y="189437"/>
                  </a:lnTo>
                  <a:lnTo>
                    <a:pt x="1969838" y="203375"/>
                  </a:lnTo>
                  <a:lnTo>
                    <a:pt x="1954762" y="212726"/>
                  </a:lnTo>
                  <a:lnTo>
                    <a:pt x="1938970" y="217979"/>
                  </a:lnTo>
                  <a:lnTo>
                    <a:pt x="1921584" y="219622"/>
                  </a:lnTo>
                  <a:lnTo>
                    <a:pt x="2022225" y="219622"/>
                  </a:lnTo>
                  <a:lnTo>
                    <a:pt x="2040937" y="189437"/>
                  </a:lnTo>
                  <a:close/>
                </a:path>
                <a:path w="2973704" h="337820">
                  <a:moveTo>
                    <a:pt x="2020413" y="45798"/>
                  </a:moveTo>
                  <a:lnTo>
                    <a:pt x="1920543" y="45798"/>
                  </a:lnTo>
                  <a:lnTo>
                    <a:pt x="1941209" y="47668"/>
                  </a:lnTo>
                  <a:lnTo>
                    <a:pt x="1958882" y="53474"/>
                  </a:lnTo>
                  <a:lnTo>
                    <a:pt x="1974213" y="63508"/>
                  </a:lnTo>
                  <a:lnTo>
                    <a:pt x="1987852" y="78064"/>
                  </a:lnTo>
                  <a:lnTo>
                    <a:pt x="2040937" y="78064"/>
                  </a:lnTo>
                  <a:lnTo>
                    <a:pt x="2020413" y="45798"/>
                  </a:lnTo>
                  <a:close/>
                </a:path>
                <a:path w="2973704" h="337820">
                  <a:moveTo>
                    <a:pt x="2160037" y="64186"/>
                  </a:moveTo>
                  <a:lnTo>
                    <a:pt x="2120587" y="72150"/>
                  </a:lnTo>
                  <a:lnTo>
                    <a:pt x="2088260" y="93807"/>
                  </a:lnTo>
                  <a:lnTo>
                    <a:pt x="2066408" y="125809"/>
                  </a:lnTo>
                  <a:lnTo>
                    <a:pt x="2058379" y="164803"/>
                  </a:lnTo>
                  <a:lnTo>
                    <a:pt x="2066413" y="203944"/>
                  </a:lnTo>
                  <a:lnTo>
                    <a:pt x="2088304" y="235929"/>
                  </a:lnTo>
                  <a:lnTo>
                    <a:pt x="2120733" y="257505"/>
                  </a:lnTo>
                  <a:lnTo>
                    <a:pt x="2160384" y="265420"/>
                  </a:lnTo>
                  <a:lnTo>
                    <a:pt x="2199942" y="257527"/>
                  </a:lnTo>
                  <a:lnTo>
                    <a:pt x="2232507" y="236102"/>
                  </a:lnTo>
                  <a:lnTo>
                    <a:pt x="2241610" y="223091"/>
                  </a:lnTo>
                  <a:lnTo>
                    <a:pt x="2160731" y="223091"/>
                  </a:lnTo>
                  <a:lnTo>
                    <a:pt x="2138829" y="218511"/>
                  </a:lnTo>
                  <a:lnTo>
                    <a:pt x="2121091" y="205961"/>
                  </a:lnTo>
                  <a:lnTo>
                    <a:pt x="2109208" y="187230"/>
                  </a:lnTo>
                  <a:lnTo>
                    <a:pt x="2104871" y="164109"/>
                  </a:lnTo>
                  <a:lnTo>
                    <a:pt x="2109300" y="141790"/>
                  </a:lnTo>
                  <a:lnTo>
                    <a:pt x="2121308" y="123472"/>
                  </a:lnTo>
                  <a:lnTo>
                    <a:pt x="2138976" y="111074"/>
                  </a:lnTo>
                  <a:lnTo>
                    <a:pt x="2160384" y="106515"/>
                  </a:lnTo>
                  <a:lnTo>
                    <a:pt x="2241697" y="106515"/>
                  </a:lnTo>
                  <a:lnTo>
                    <a:pt x="2233114" y="93721"/>
                  </a:lnTo>
                  <a:lnTo>
                    <a:pt x="2200527" y="72074"/>
                  </a:lnTo>
                  <a:lnTo>
                    <a:pt x="2160037" y="64186"/>
                  </a:lnTo>
                  <a:close/>
                </a:path>
                <a:path w="2973704" h="337820">
                  <a:moveTo>
                    <a:pt x="2241697" y="106515"/>
                  </a:moveTo>
                  <a:lnTo>
                    <a:pt x="2160384" y="106515"/>
                  </a:lnTo>
                  <a:lnTo>
                    <a:pt x="2182139" y="111133"/>
                  </a:lnTo>
                  <a:lnTo>
                    <a:pt x="2199893" y="123689"/>
                  </a:lnTo>
                  <a:lnTo>
                    <a:pt x="2211858" y="142229"/>
                  </a:lnTo>
                  <a:lnTo>
                    <a:pt x="2216243" y="164803"/>
                  </a:lnTo>
                  <a:lnTo>
                    <a:pt x="2211863" y="187523"/>
                  </a:lnTo>
                  <a:lnTo>
                    <a:pt x="2199937" y="206047"/>
                  </a:lnTo>
                  <a:lnTo>
                    <a:pt x="2182285" y="218521"/>
                  </a:lnTo>
                  <a:lnTo>
                    <a:pt x="2160731" y="223091"/>
                  </a:lnTo>
                  <a:lnTo>
                    <a:pt x="2241610" y="223091"/>
                  </a:lnTo>
                  <a:lnTo>
                    <a:pt x="2254598" y="204529"/>
                  </a:lnTo>
                  <a:lnTo>
                    <a:pt x="2262735" y="166191"/>
                  </a:lnTo>
                  <a:lnTo>
                    <a:pt x="2254837" y="126101"/>
                  </a:lnTo>
                  <a:lnTo>
                    <a:pt x="2241697" y="106515"/>
                  </a:lnTo>
                  <a:close/>
                </a:path>
                <a:path w="2973704" h="337820">
                  <a:moveTo>
                    <a:pt x="2331311" y="68697"/>
                  </a:moveTo>
                  <a:lnTo>
                    <a:pt x="2288635" y="68697"/>
                  </a:lnTo>
                  <a:lnTo>
                    <a:pt x="2288635" y="260909"/>
                  </a:lnTo>
                  <a:lnTo>
                    <a:pt x="2334780" y="260909"/>
                  </a:lnTo>
                  <a:lnTo>
                    <a:pt x="2334855" y="166885"/>
                  </a:lnTo>
                  <a:lnTo>
                    <a:pt x="2335143" y="153630"/>
                  </a:lnTo>
                  <a:lnTo>
                    <a:pt x="2348750" y="116614"/>
                  </a:lnTo>
                  <a:lnTo>
                    <a:pt x="2376415" y="106515"/>
                  </a:lnTo>
                  <a:lnTo>
                    <a:pt x="2452883" y="106515"/>
                  </a:lnTo>
                  <a:lnTo>
                    <a:pt x="2452018" y="103706"/>
                  </a:lnTo>
                  <a:lnTo>
                    <a:pt x="2445459" y="91942"/>
                  </a:lnTo>
                  <a:lnTo>
                    <a:pt x="2441031" y="87085"/>
                  </a:lnTo>
                  <a:lnTo>
                    <a:pt x="2331311" y="87085"/>
                  </a:lnTo>
                  <a:lnTo>
                    <a:pt x="2331311" y="68697"/>
                  </a:lnTo>
                  <a:close/>
                </a:path>
                <a:path w="2973704" h="337820">
                  <a:moveTo>
                    <a:pt x="2452883" y="106515"/>
                  </a:moveTo>
                  <a:lnTo>
                    <a:pt x="2376415" y="106515"/>
                  </a:lnTo>
                  <a:lnTo>
                    <a:pt x="2391822" y="108726"/>
                  </a:lnTo>
                  <a:lnTo>
                    <a:pt x="2403390" y="117444"/>
                  </a:lnTo>
                  <a:lnTo>
                    <a:pt x="2410666" y="135789"/>
                  </a:lnTo>
                  <a:lnTo>
                    <a:pt x="2413192" y="166885"/>
                  </a:lnTo>
                  <a:lnTo>
                    <a:pt x="2413192" y="260909"/>
                  </a:lnTo>
                  <a:lnTo>
                    <a:pt x="2459337" y="260909"/>
                  </a:lnTo>
                  <a:lnTo>
                    <a:pt x="2459337" y="157864"/>
                  </a:lnTo>
                  <a:lnTo>
                    <a:pt x="2458632" y="135171"/>
                  </a:lnTo>
                  <a:lnTo>
                    <a:pt x="2456301" y="117617"/>
                  </a:lnTo>
                  <a:lnTo>
                    <a:pt x="2452883" y="106515"/>
                  </a:lnTo>
                  <a:close/>
                </a:path>
                <a:path w="2973704" h="337820">
                  <a:moveTo>
                    <a:pt x="2385435" y="64186"/>
                  </a:moveTo>
                  <a:lnTo>
                    <a:pt x="2370148" y="65471"/>
                  </a:lnTo>
                  <a:lnTo>
                    <a:pt x="2356551" y="69521"/>
                  </a:lnTo>
                  <a:lnTo>
                    <a:pt x="2343866" y="76628"/>
                  </a:lnTo>
                  <a:lnTo>
                    <a:pt x="2331311" y="87085"/>
                  </a:lnTo>
                  <a:lnTo>
                    <a:pt x="2441031" y="87085"/>
                  </a:lnTo>
                  <a:lnTo>
                    <a:pt x="2434567" y="79994"/>
                  </a:lnTo>
                  <a:lnTo>
                    <a:pt x="2420781" y="71299"/>
                  </a:lnTo>
                  <a:lnTo>
                    <a:pt x="2404328" y="65986"/>
                  </a:lnTo>
                  <a:lnTo>
                    <a:pt x="2385435" y="64186"/>
                  </a:lnTo>
                  <a:close/>
                </a:path>
                <a:path w="2973704" h="337820">
                  <a:moveTo>
                    <a:pt x="2549756" y="110678"/>
                  </a:moveTo>
                  <a:lnTo>
                    <a:pt x="2503611" y="110678"/>
                  </a:lnTo>
                  <a:lnTo>
                    <a:pt x="2503611" y="260909"/>
                  </a:lnTo>
                  <a:lnTo>
                    <a:pt x="2549756" y="260909"/>
                  </a:lnTo>
                  <a:lnTo>
                    <a:pt x="2549756" y="110678"/>
                  </a:lnTo>
                  <a:close/>
                </a:path>
                <a:path w="2973704" h="337820">
                  <a:moveTo>
                    <a:pt x="2577513" y="68697"/>
                  </a:moveTo>
                  <a:lnTo>
                    <a:pt x="2481059" y="68697"/>
                  </a:lnTo>
                  <a:lnTo>
                    <a:pt x="2481059" y="110678"/>
                  </a:lnTo>
                  <a:lnTo>
                    <a:pt x="2577513" y="110678"/>
                  </a:lnTo>
                  <a:lnTo>
                    <a:pt x="2577513" y="68697"/>
                  </a:lnTo>
                  <a:close/>
                </a:path>
                <a:path w="2973704" h="337820">
                  <a:moveTo>
                    <a:pt x="2549756" y="4510"/>
                  </a:moveTo>
                  <a:lnTo>
                    <a:pt x="2503611" y="4510"/>
                  </a:lnTo>
                  <a:lnTo>
                    <a:pt x="2503611" y="68697"/>
                  </a:lnTo>
                  <a:lnTo>
                    <a:pt x="2549756" y="68697"/>
                  </a:lnTo>
                  <a:lnTo>
                    <a:pt x="2549756" y="4510"/>
                  </a:lnTo>
                  <a:close/>
                </a:path>
                <a:path w="2973704" h="337820">
                  <a:moveTo>
                    <a:pt x="2643019" y="68697"/>
                  </a:moveTo>
                  <a:lnTo>
                    <a:pt x="2600691" y="68697"/>
                  </a:lnTo>
                  <a:lnTo>
                    <a:pt x="2600691" y="260909"/>
                  </a:lnTo>
                  <a:lnTo>
                    <a:pt x="2646836" y="260909"/>
                  </a:lnTo>
                  <a:lnTo>
                    <a:pt x="2646836" y="154047"/>
                  </a:lnTo>
                  <a:lnTo>
                    <a:pt x="2649384" y="134455"/>
                  </a:lnTo>
                  <a:lnTo>
                    <a:pt x="2657071" y="120393"/>
                  </a:lnTo>
                  <a:lnTo>
                    <a:pt x="2669963" y="111795"/>
                  </a:lnTo>
                  <a:lnTo>
                    <a:pt x="2688123" y="108596"/>
                  </a:lnTo>
                  <a:lnTo>
                    <a:pt x="2688123" y="87432"/>
                  </a:lnTo>
                  <a:lnTo>
                    <a:pt x="2643019" y="87432"/>
                  </a:lnTo>
                  <a:lnTo>
                    <a:pt x="2643019" y="68697"/>
                  </a:lnTo>
                  <a:close/>
                </a:path>
                <a:path w="2973704" h="337820">
                  <a:moveTo>
                    <a:pt x="2688123" y="64186"/>
                  </a:moveTo>
                  <a:lnTo>
                    <a:pt x="2684654" y="64186"/>
                  </a:lnTo>
                  <a:lnTo>
                    <a:pt x="2671513" y="65330"/>
                  </a:lnTo>
                  <a:lnTo>
                    <a:pt x="2660974" y="69174"/>
                  </a:lnTo>
                  <a:lnTo>
                    <a:pt x="2651867" y="76335"/>
                  </a:lnTo>
                  <a:lnTo>
                    <a:pt x="2643019" y="87432"/>
                  </a:lnTo>
                  <a:lnTo>
                    <a:pt x="2688123" y="87432"/>
                  </a:lnTo>
                  <a:lnTo>
                    <a:pt x="2688123" y="64186"/>
                  </a:lnTo>
                  <a:close/>
                </a:path>
                <a:path w="2973704" h="337820">
                  <a:moveTo>
                    <a:pt x="2798379" y="64186"/>
                  </a:moveTo>
                  <a:lnTo>
                    <a:pt x="2758929" y="72150"/>
                  </a:lnTo>
                  <a:lnTo>
                    <a:pt x="2726603" y="93807"/>
                  </a:lnTo>
                  <a:lnTo>
                    <a:pt x="2704750" y="125809"/>
                  </a:lnTo>
                  <a:lnTo>
                    <a:pt x="2696721" y="164803"/>
                  </a:lnTo>
                  <a:lnTo>
                    <a:pt x="2704756" y="203944"/>
                  </a:lnTo>
                  <a:lnTo>
                    <a:pt x="2726646" y="235929"/>
                  </a:lnTo>
                  <a:lnTo>
                    <a:pt x="2759076" y="257505"/>
                  </a:lnTo>
                  <a:lnTo>
                    <a:pt x="2798726" y="265420"/>
                  </a:lnTo>
                  <a:lnTo>
                    <a:pt x="2838284" y="257527"/>
                  </a:lnTo>
                  <a:lnTo>
                    <a:pt x="2870849" y="236102"/>
                  </a:lnTo>
                  <a:lnTo>
                    <a:pt x="2879953" y="223091"/>
                  </a:lnTo>
                  <a:lnTo>
                    <a:pt x="2799073" y="223091"/>
                  </a:lnTo>
                  <a:lnTo>
                    <a:pt x="2777172" y="218511"/>
                  </a:lnTo>
                  <a:lnTo>
                    <a:pt x="2759434" y="205961"/>
                  </a:lnTo>
                  <a:lnTo>
                    <a:pt x="2747550" y="187230"/>
                  </a:lnTo>
                  <a:lnTo>
                    <a:pt x="2743213" y="164109"/>
                  </a:lnTo>
                  <a:lnTo>
                    <a:pt x="2747643" y="141790"/>
                  </a:lnTo>
                  <a:lnTo>
                    <a:pt x="2759650" y="123472"/>
                  </a:lnTo>
                  <a:lnTo>
                    <a:pt x="2777318" y="111074"/>
                  </a:lnTo>
                  <a:lnTo>
                    <a:pt x="2798726" y="106515"/>
                  </a:lnTo>
                  <a:lnTo>
                    <a:pt x="2880040" y="106515"/>
                  </a:lnTo>
                  <a:lnTo>
                    <a:pt x="2871457" y="93721"/>
                  </a:lnTo>
                  <a:lnTo>
                    <a:pt x="2838870" y="72074"/>
                  </a:lnTo>
                  <a:lnTo>
                    <a:pt x="2798379" y="64186"/>
                  </a:lnTo>
                  <a:close/>
                </a:path>
                <a:path w="2973704" h="337820">
                  <a:moveTo>
                    <a:pt x="2880040" y="106515"/>
                  </a:moveTo>
                  <a:lnTo>
                    <a:pt x="2798726" y="106515"/>
                  </a:lnTo>
                  <a:lnTo>
                    <a:pt x="2820481" y="111133"/>
                  </a:lnTo>
                  <a:lnTo>
                    <a:pt x="2838236" y="123689"/>
                  </a:lnTo>
                  <a:lnTo>
                    <a:pt x="2850200" y="142229"/>
                  </a:lnTo>
                  <a:lnTo>
                    <a:pt x="2854586" y="164803"/>
                  </a:lnTo>
                  <a:lnTo>
                    <a:pt x="2850206" y="187523"/>
                  </a:lnTo>
                  <a:lnTo>
                    <a:pt x="2838279" y="206047"/>
                  </a:lnTo>
                  <a:lnTo>
                    <a:pt x="2820628" y="218521"/>
                  </a:lnTo>
                  <a:lnTo>
                    <a:pt x="2799073" y="223091"/>
                  </a:lnTo>
                  <a:lnTo>
                    <a:pt x="2879953" y="223091"/>
                  </a:lnTo>
                  <a:lnTo>
                    <a:pt x="2892941" y="204529"/>
                  </a:lnTo>
                  <a:lnTo>
                    <a:pt x="2901078" y="166191"/>
                  </a:lnTo>
                  <a:lnTo>
                    <a:pt x="2893179" y="126101"/>
                  </a:lnTo>
                  <a:lnTo>
                    <a:pt x="2880040" y="106515"/>
                  </a:lnTo>
                  <a:close/>
                </a:path>
                <a:path w="2973704" h="337820">
                  <a:moveTo>
                    <a:pt x="2973122" y="4510"/>
                  </a:moveTo>
                  <a:lnTo>
                    <a:pt x="2926978" y="4510"/>
                  </a:lnTo>
                  <a:lnTo>
                    <a:pt x="2926978" y="260909"/>
                  </a:lnTo>
                  <a:lnTo>
                    <a:pt x="2973122" y="260909"/>
                  </a:lnTo>
                  <a:lnTo>
                    <a:pt x="2973122" y="45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1810" y="10720381"/>
              <a:ext cx="4403305" cy="983558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11006175" y="3855052"/>
            <a:ext cx="3074670" cy="1050925"/>
          </a:xfrm>
          <a:custGeom>
            <a:avLst/>
            <a:gdLst/>
            <a:ahLst/>
            <a:cxnLst/>
            <a:rect l="l" t="t" r="r" b="b"/>
            <a:pathLst>
              <a:path w="3074669" h="1050925">
                <a:moveTo>
                  <a:pt x="3006941" y="0"/>
                </a:moveTo>
                <a:lnTo>
                  <a:pt x="67463" y="0"/>
                </a:lnTo>
                <a:lnTo>
                  <a:pt x="41203" y="5301"/>
                </a:lnTo>
                <a:lnTo>
                  <a:pt x="19759" y="19759"/>
                </a:lnTo>
                <a:lnTo>
                  <a:pt x="5301" y="41203"/>
                </a:lnTo>
                <a:lnTo>
                  <a:pt x="0" y="67463"/>
                </a:lnTo>
                <a:lnTo>
                  <a:pt x="0" y="983038"/>
                </a:lnTo>
                <a:lnTo>
                  <a:pt x="5301" y="1009298"/>
                </a:lnTo>
                <a:lnTo>
                  <a:pt x="19759" y="1030742"/>
                </a:lnTo>
                <a:lnTo>
                  <a:pt x="41203" y="1045200"/>
                </a:lnTo>
                <a:lnTo>
                  <a:pt x="67463" y="1050501"/>
                </a:lnTo>
                <a:lnTo>
                  <a:pt x="3006941" y="1050501"/>
                </a:lnTo>
                <a:lnTo>
                  <a:pt x="3033200" y="1045200"/>
                </a:lnTo>
                <a:lnTo>
                  <a:pt x="3054644" y="1030742"/>
                </a:lnTo>
                <a:lnTo>
                  <a:pt x="3069102" y="1009298"/>
                </a:lnTo>
                <a:lnTo>
                  <a:pt x="3074404" y="983038"/>
                </a:lnTo>
                <a:lnTo>
                  <a:pt x="3074404" y="67463"/>
                </a:lnTo>
                <a:lnTo>
                  <a:pt x="3069102" y="41203"/>
                </a:lnTo>
                <a:lnTo>
                  <a:pt x="3054644" y="19759"/>
                </a:lnTo>
                <a:lnTo>
                  <a:pt x="3033200" y="5301"/>
                </a:lnTo>
                <a:lnTo>
                  <a:pt x="30069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006175" y="7006558"/>
            <a:ext cx="3074670" cy="1205230"/>
          </a:xfrm>
          <a:custGeom>
            <a:avLst/>
            <a:gdLst/>
            <a:ahLst/>
            <a:cxnLst/>
            <a:rect l="l" t="t" r="r" b="b"/>
            <a:pathLst>
              <a:path w="3074669" h="1205229">
                <a:moveTo>
                  <a:pt x="3006941" y="0"/>
                </a:moveTo>
                <a:lnTo>
                  <a:pt x="67463" y="0"/>
                </a:lnTo>
                <a:lnTo>
                  <a:pt x="41203" y="5301"/>
                </a:lnTo>
                <a:lnTo>
                  <a:pt x="19759" y="19759"/>
                </a:lnTo>
                <a:lnTo>
                  <a:pt x="5301" y="41203"/>
                </a:lnTo>
                <a:lnTo>
                  <a:pt x="0" y="67463"/>
                </a:lnTo>
                <a:lnTo>
                  <a:pt x="0" y="1137240"/>
                </a:lnTo>
                <a:lnTo>
                  <a:pt x="5301" y="1163500"/>
                </a:lnTo>
                <a:lnTo>
                  <a:pt x="19759" y="1184944"/>
                </a:lnTo>
                <a:lnTo>
                  <a:pt x="41203" y="1199402"/>
                </a:lnTo>
                <a:lnTo>
                  <a:pt x="67463" y="1204703"/>
                </a:lnTo>
                <a:lnTo>
                  <a:pt x="3006941" y="1204703"/>
                </a:lnTo>
                <a:lnTo>
                  <a:pt x="3033200" y="1199402"/>
                </a:lnTo>
                <a:lnTo>
                  <a:pt x="3054644" y="1184944"/>
                </a:lnTo>
                <a:lnTo>
                  <a:pt x="3069102" y="1163500"/>
                </a:lnTo>
                <a:lnTo>
                  <a:pt x="3074404" y="1137240"/>
                </a:lnTo>
                <a:lnTo>
                  <a:pt x="3074404" y="67463"/>
                </a:lnTo>
                <a:lnTo>
                  <a:pt x="3069102" y="41203"/>
                </a:lnTo>
                <a:lnTo>
                  <a:pt x="3054644" y="19759"/>
                </a:lnTo>
                <a:lnTo>
                  <a:pt x="3033200" y="5301"/>
                </a:lnTo>
                <a:lnTo>
                  <a:pt x="30069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006175" y="10630307"/>
            <a:ext cx="3074670" cy="1320800"/>
          </a:xfrm>
          <a:custGeom>
            <a:avLst/>
            <a:gdLst/>
            <a:ahLst/>
            <a:cxnLst/>
            <a:rect l="l" t="t" r="r" b="b"/>
            <a:pathLst>
              <a:path w="3074669" h="1320800">
                <a:moveTo>
                  <a:pt x="3006941" y="0"/>
                </a:moveTo>
                <a:lnTo>
                  <a:pt x="67463" y="0"/>
                </a:lnTo>
                <a:lnTo>
                  <a:pt x="41203" y="5301"/>
                </a:lnTo>
                <a:lnTo>
                  <a:pt x="19759" y="19759"/>
                </a:lnTo>
                <a:lnTo>
                  <a:pt x="5301" y="41203"/>
                </a:lnTo>
                <a:lnTo>
                  <a:pt x="0" y="67463"/>
                </a:lnTo>
                <a:lnTo>
                  <a:pt x="0" y="1252892"/>
                </a:lnTo>
                <a:lnTo>
                  <a:pt x="5301" y="1279151"/>
                </a:lnTo>
                <a:lnTo>
                  <a:pt x="19759" y="1300595"/>
                </a:lnTo>
                <a:lnTo>
                  <a:pt x="41203" y="1315053"/>
                </a:lnTo>
                <a:lnTo>
                  <a:pt x="67463" y="1320355"/>
                </a:lnTo>
                <a:lnTo>
                  <a:pt x="3006941" y="1320355"/>
                </a:lnTo>
                <a:lnTo>
                  <a:pt x="3033200" y="1315053"/>
                </a:lnTo>
                <a:lnTo>
                  <a:pt x="3054644" y="1300595"/>
                </a:lnTo>
                <a:lnTo>
                  <a:pt x="3069102" y="1279151"/>
                </a:lnTo>
                <a:lnTo>
                  <a:pt x="3074404" y="1252892"/>
                </a:lnTo>
                <a:lnTo>
                  <a:pt x="3074404" y="67463"/>
                </a:lnTo>
                <a:lnTo>
                  <a:pt x="3069102" y="41203"/>
                </a:lnTo>
                <a:lnTo>
                  <a:pt x="3054644" y="19759"/>
                </a:lnTo>
                <a:lnTo>
                  <a:pt x="3033200" y="5301"/>
                </a:lnTo>
                <a:lnTo>
                  <a:pt x="30069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969555" y="7006558"/>
            <a:ext cx="3537010" cy="1204703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1278419" y="4261914"/>
            <a:ext cx="2385060" cy="223520"/>
          </a:xfrm>
          <a:custGeom>
            <a:avLst/>
            <a:gdLst/>
            <a:ahLst/>
            <a:cxnLst/>
            <a:rect l="l" t="t" r="r" b="b"/>
            <a:pathLst>
              <a:path w="2385059" h="223520">
                <a:moveTo>
                  <a:pt x="117193" y="0"/>
                </a:moveTo>
                <a:lnTo>
                  <a:pt x="70624" y="8326"/>
                </a:lnTo>
                <a:lnTo>
                  <a:pt x="33307" y="31457"/>
                </a:lnTo>
                <a:lnTo>
                  <a:pt x="8635" y="66923"/>
                </a:lnTo>
                <a:lnTo>
                  <a:pt x="0" y="111642"/>
                </a:lnTo>
                <a:lnTo>
                  <a:pt x="539" y="123573"/>
                </a:lnTo>
                <a:lnTo>
                  <a:pt x="13531" y="166210"/>
                </a:lnTo>
                <a:lnTo>
                  <a:pt x="41518" y="198959"/>
                </a:lnTo>
                <a:lnTo>
                  <a:pt x="81322" y="218774"/>
                </a:lnTo>
                <a:lnTo>
                  <a:pt x="116885" y="223284"/>
                </a:lnTo>
                <a:lnTo>
                  <a:pt x="130705" y="222667"/>
                </a:lnTo>
                <a:lnTo>
                  <a:pt x="167771" y="213415"/>
                </a:lnTo>
                <a:lnTo>
                  <a:pt x="206014" y="184734"/>
                </a:lnTo>
                <a:lnTo>
                  <a:pt x="201670" y="180724"/>
                </a:lnTo>
                <a:lnTo>
                  <a:pt x="119660" y="180724"/>
                </a:lnTo>
                <a:lnTo>
                  <a:pt x="112259" y="180416"/>
                </a:lnTo>
                <a:lnTo>
                  <a:pt x="74845" y="165960"/>
                </a:lnTo>
                <a:lnTo>
                  <a:pt x="53353" y="133211"/>
                </a:lnTo>
                <a:lnTo>
                  <a:pt x="50578" y="111642"/>
                </a:lnTo>
                <a:lnTo>
                  <a:pt x="50886" y="104105"/>
                </a:lnTo>
                <a:lnTo>
                  <a:pt x="65632" y="66518"/>
                </a:lnTo>
                <a:lnTo>
                  <a:pt x="98380" y="45335"/>
                </a:lnTo>
                <a:lnTo>
                  <a:pt x="119660" y="42559"/>
                </a:lnTo>
                <a:lnTo>
                  <a:pt x="201336" y="42559"/>
                </a:lnTo>
                <a:lnTo>
                  <a:pt x="206014" y="38242"/>
                </a:lnTo>
                <a:lnTo>
                  <a:pt x="167771" y="9868"/>
                </a:lnTo>
                <a:lnTo>
                  <a:pt x="130879" y="616"/>
                </a:lnTo>
                <a:lnTo>
                  <a:pt x="117193" y="0"/>
                </a:lnTo>
                <a:close/>
              </a:path>
              <a:path w="2385059" h="223520">
                <a:moveTo>
                  <a:pt x="173939" y="155127"/>
                </a:moveTo>
                <a:lnTo>
                  <a:pt x="142328" y="177255"/>
                </a:lnTo>
                <a:lnTo>
                  <a:pt x="119660" y="180724"/>
                </a:lnTo>
                <a:lnTo>
                  <a:pt x="201670" y="180724"/>
                </a:lnTo>
                <a:lnTo>
                  <a:pt x="173939" y="155127"/>
                </a:lnTo>
                <a:close/>
              </a:path>
              <a:path w="2385059" h="223520">
                <a:moveTo>
                  <a:pt x="201336" y="42559"/>
                </a:moveTo>
                <a:lnTo>
                  <a:pt x="119660" y="42559"/>
                </a:lnTo>
                <a:lnTo>
                  <a:pt x="127525" y="42964"/>
                </a:lnTo>
                <a:lnTo>
                  <a:pt x="135081" y="44178"/>
                </a:lnTo>
                <a:lnTo>
                  <a:pt x="173939" y="67848"/>
                </a:lnTo>
                <a:lnTo>
                  <a:pt x="201336" y="42559"/>
                </a:lnTo>
                <a:close/>
              </a:path>
              <a:path w="2385059" h="223520">
                <a:moveTo>
                  <a:pt x="279631" y="53662"/>
                </a:moveTo>
                <a:lnTo>
                  <a:pt x="231520" y="53662"/>
                </a:lnTo>
                <a:lnTo>
                  <a:pt x="231637" y="149980"/>
                </a:lnTo>
                <a:lnTo>
                  <a:pt x="240463" y="189668"/>
                </a:lnTo>
                <a:lnTo>
                  <a:pt x="273887" y="217540"/>
                </a:lnTo>
                <a:lnTo>
                  <a:pt x="302452" y="222051"/>
                </a:lnTo>
                <a:lnTo>
                  <a:pt x="311820" y="221511"/>
                </a:lnTo>
                <a:lnTo>
                  <a:pt x="351951" y="202390"/>
                </a:lnTo>
                <a:lnTo>
                  <a:pt x="353956" y="199887"/>
                </a:lnTo>
                <a:lnTo>
                  <a:pt x="353956" y="180416"/>
                </a:lnTo>
                <a:lnTo>
                  <a:pt x="313247" y="180416"/>
                </a:lnTo>
                <a:lnTo>
                  <a:pt x="305671" y="179818"/>
                </a:lnTo>
                <a:lnTo>
                  <a:pt x="280170" y="149980"/>
                </a:lnTo>
                <a:lnTo>
                  <a:pt x="279631" y="140323"/>
                </a:lnTo>
                <a:lnTo>
                  <a:pt x="279631" y="53662"/>
                </a:lnTo>
                <a:close/>
              </a:path>
              <a:path w="2385059" h="223520">
                <a:moveTo>
                  <a:pt x="399600" y="173939"/>
                </a:moveTo>
                <a:lnTo>
                  <a:pt x="353956" y="173939"/>
                </a:lnTo>
                <a:lnTo>
                  <a:pt x="362283" y="187201"/>
                </a:lnTo>
                <a:lnTo>
                  <a:pt x="357618" y="195316"/>
                </a:lnTo>
                <a:lnTo>
                  <a:pt x="353956" y="199887"/>
                </a:lnTo>
                <a:lnTo>
                  <a:pt x="353956" y="219583"/>
                </a:lnTo>
                <a:lnTo>
                  <a:pt x="399600" y="219583"/>
                </a:lnTo>
                <a:lnTo>
                  <a:pt x="399600" y="173939"/>
                </a:lnTo>
                <a:close/>
              </a:path>
              <a:path w="2385059" h="223520">
                <a:moveTo>
                  <a:pt x="353956" y="173939"/>
                </a:moveTo>
                <a:lnTo>
                  <a:pt x="353956" y="199887"/>
                </a:lnTo>
                <a:lnTo>
                  <a:pt x="357618" y="195316"/>
                </a:lnTo>
                <a:lnTo>
                  <a:pt x="362283" y="187201"/>
                </a:lnTo>
                <a:lnTo>
                  <a:pt x="353956" y="173939"/>
                </a:lnTo>
                <a:close/>
              </a:path>
              <a:path w="2385059" h="223520">
                <a:moveTo>
                  <a:pt x="399600" y="53662"/>
                </a:moveTo>
                <a:lnTo>
                  <a:pt x="351489" y="53662"/>
                </a:lnTo>
                <a:lnTo>
                  <a:pt x="351489" y="135697"/>
                </a:lnTo>
                <a:lnTo>
                  <a:pt x="351180" y="142945"/>
                </a:lnTo>
                <a:lnTo>
                  <a:pt x="327228" y="178874"/>
                </a:lnTo>
                <a:lnTo>
                  <a:pt x="320648" y="180416"/>
                </a:lnTo>
                <a:lnTo>
                  <a:pt x="353956" y="180416"/>
                </a:lnTo>
                <a:lnTo>
                  <a:pt x="353956" y="173939"/>
                </a:lnTo>
                <a:lnTo>
                  <a:pt x="399600" y="173939"/>
                </a:lnTo>
                <a:lnTo>
                  <a:pt x="399600" y="53662"/>
                </a:lnTo>
                <a:close/>
              </a:path>
              <a:path w="2385059" h="223520">
                <a:moveTo>
                  <a:pt x="444171" y="169622"/>
                </a:moveTo>
                <a:lnTo>
                  <a:pt x="428134" y="204163"/>
                </a:lnTo>
                <a:lnTo>
                  <a:pt x="434341" y="207864"/>
                </a:lnTo>
                <a:lnTo>
                  <a:pt x="441550" y="211256"/>
                </a:lnTo>
                <a:lnTo>
                  <a:pt x="479098" y="220817"/>
                </a:lnTo>
                <a:lnTo>
                  <a:pt x="499993" y="222051"/>
                </a:lnTo>
                <a:lnTo>
                  <a:pt x="512001" y="221626"/>
                </a:lnTo>
                <a:lnTo>
                  <a:pt x="550513" y="211565"/>
                </a:lnTo>
                <a:lnTo>
                  <a:pt x="575243" y="185659"/>
                </a:lnTo>
                <a:lnTo>
                  <a:pt x="501843" y="185659"/>
                </a:lnTo>
                <a:lnTo>
                  <a:pt x="494249" y="185389"/>
                </a:lnTo>
                <a:lnTo>
                  <a:pt x="456585" y="176098"/>
                </a:lnTo>
                <a:lnTo>
                  <a:pt x="450128" y="173014"/>
                </a:lnTo>
                <a:lnTo>
                  <a:pt x="444171" y="169622"/>
                </a:lnTo>
                <a:close/>
              </a:path>
              <a:path w="2385059" h="223520">
                <a:moveTo>
                  <a:pt x="508936" y="51195"/>
                </a:moveTo>
                <a:lnTo>
                  <a:pt x="467610" y="58288"/>
                </a:lnTo>
                <a:lnTo>
                  <a:pt x="437175" y="83346"/>
                </a:lnTo>
                <a:lnTo>
                  <a:pt x="432144" y="104857"/>
                </a:lnTo>
                <a:lnTo>
                  <a:pt x="432144" y="114315"/>
                </a:lnTo>
                <a:lnTo>
                  <a:pt x="457844" y="145669"/>
                </a:lnTo>
                <a:lnTo>
                  <a:pt x="500095" y="155230"/>
                </a:lnTo>
                <a:lnTo>
                  <a:pt x="506675" y="156258"/>
                </a:lnTo>
                <a:lnTo>
                  <a:pt x="518600" y="158314"/>
                </a:lnTo>
                <a:lnTo>
                  <a:pt x="523329" y="159856"/>
                </a:lnTo>
                <a:lnTo>
                  <a:pt x="526824" y="161912"/>
                </a:lnTo>
                <a:lnTo>
                  <a:pt x="530525" y="163762"/>
                </a:lnTo>
                <a:lnTo>
                  <a:pt x="532375" y="166641"/>
                </a:lnTo>
                <a:lnTo>
                  <a:pt x="532375" y="175276"/>
                </a:lnTo>
                <a:lnTo>
                  <a:pt x="530011" y="178977"/>
                </a:lnTo>
                <a:lnTo>
                  <a:pt x="525282" y="181650"/>
                </a:lnTo>
                <a:lnTo>
                  <a:pt x="520759" y="184322"/>
                </a:lnTo>
                <a:lnTo>
                  <a:pt x="512946" y="185659"/>
                </a:lnTo>
                <a:lnTo>
                  <a:pt x="575243" y="185659"/>
                </a:lnTo>
                <a:lnTo>
                  <a:pt x="576014" y="183886"/>
                </a:lnTo>
                <a:lnTo>
                  <a:pt x="577749" y="176812"/>
                </a:lnTo>
                <a:lnTo>
                  <a:pt x="578303" y="169622"/>
                </a:lnTo>
                <a:lnTo>
                  <a:pt x="578327" y="159856"/>
                </a:lnTo>
                <a:lnTo>
                  <a:pt x="576477" y="152248"/>
                </a:lnTo>
                <a:lnTo>
                  <a:pt x="572776" y="146492"/>
                </a:lnTo>
                <a:lnTo>
                  <a:pt x="569075" y="140529"/>
                </a:lnTo>
                <a:lnTo>
                  <a:pt x="564243" y="135903"/>
                </a:lnTo>
                <a:lnTo>
                  <a:pt x="558281" y="132613"/>
                </a:lnTo>
                <a:lnTo>
                  <a:pt x="552524" y="129118"/>
                </a:lnTo>
                <a:lnTo>
                  <a:pt x="546048" y="126445"/>
                </a:lnTo>
                <a:lnTo>
                  <a:pt x="531655" y="122744"/>
                </a:lnTo>
                <a:lnTo>
                  <a:pt x="524459" y="121408"/>
                </a:lnTo>
                <a:lnTo>
                  <a:pt x="517263" y="120586"/>
                </a:lnTo>
                <a:lnTo>
                  <a:pt x="510273" y="119558"/>
                </a:lnTo>
                <a:lnTo>
                  <a:pt x="478096" y="107119"/>
                </a:lnTo>
                <a:lnTo>
                  <a:pt x="478096" y="98483"/>
                </a:lnTo>
                <a:lnTo>
                  <a:pt x="480563" y="94782"/>
                </a:lnTo>
                <a:lnTo>
                  <a:pt x="490432" y="89026"/>
                </a:lnTo>
                <a:lnTo>
                  <a:pt x="498245" y="87586"/>
                </a:lnTo>
                <a:lnTo>
                  <a:pt x="562518" y="87586"/>
                </a:lnTo>
                <a:lnTo>
                  <a:pt x="572776" y="65690"/>
                </a:lnTo>
                <a:lnTo>
                  <a:pt x="534727" y="53276"/>
                </a:lnTo>
                <a:lnTo>
                  <a:pt x="517456" y="51426"/>
                </a:lnTo>
                <a:lnTo>
                  <a:pt x="508936" y="51195"/>
                </a:lnTo>
                <a:close/>
              </a:path>
              <a:path w="2385059" h="223520">
                <a:moveTo>
                  <a:pt x="562518" y="87586"/>
                </a:moveTo>
                <a:lnTo>
                  <a:pt x="516544" y="87586"/>
                </a:lnTo>
                <a:lnTo>
                  <a:pt x="524357" y="88512"/>
                </a:lnTo>
                <a:lnTo>
                  <a:pt x="532375" y="90362"/>
                </a:lnTo>
                <a:lnTo>
                  <a:pt x="538524" y="91885"/>
                </a:lnTo>
                <a:lnTo>
                  <a:pt x="544634" y="93986"/>
                </a:lnTo>
                <a:lnTo>
                  <a:pt x="550706" y="96665"/>
                </a:lnTo>
                <a:lnTo>
                  <a:pt x="556739" y="99922"/>
                </a:lnTo>
                <a:lnTo>
                  <a:pt x="562518" y="87586"/>
                </a:lnTo>
                <a:close/>
              </a:path>
              <a:path w="2385059" h="223520">
                <a:moveTo>
                  <a:pt x="661982" y="16962"/>
                </a:moveTo>
                <a:lnTo>
                  <a:pt x="613871" y="16962"/>
                </a:lnTo>
                <a:lnTo>
                  <a:pt x="613871" y="162529"/>
                </a:lnTo>
                <a:lnTo>
                  <a:pt x="630216" y="207247"/>
                </a:lnTo>
                <a:lnTo>
                  <a:pt x="675860" y="222051"/>
                </a:lnTo>
                <a:lnTo>
                  <a:pt x="683262" y="222051"/>
                </a:lnTo>
                <a:lnTo>
                  <a:pt x="715028" y="211565"/>
                </a:lnTo>
                <a:lnTo>
                  <a:pt x="704430" y="183808"/>
                </a:lnTo>
                <a:lnTo>
                  <a:pt x="676271" y="183808"/>
                </a:lnTo>
                <a:lnTo>
                  <a:pt x="671234" y="181958"/>
                </a:lnTo>
                <a:lnTo>
                  <a:pt x="667533" y="178257"/>
                </a:lnTo>
                <a:lnTo>
                  <a:pt x="663832" y="174351"/>
                </a:lnTo>
                <a:lnTo>
                  <a:pt x="661982" y="168902"/>
                </a:lnTo>
                <a:lnTo>
                  <a:pt x="661982" y="16962"/>
                </a:lnTo>
                <a:close/>
              </a:path>
              <a:path w="2385059" h="223520">
                <a:moveTo>
                  <a:pt x="702075" y="177640"/>
                </a:moveTo>
                <a:lnTo>
                  <a:pt x="696729" y="181752"/>
                </a:lnTo>
                <a:lnTo>
                  <a:pt x="690252" y="183808"/>
                </a:lnTo>
                <a:lnTo>
                  <a:pt x="704430" y="183808"/>
                </a:lnTo>
                <a:lnTo>
                  <a:pt x="702075" y="177640"/>
                </a:lnTo>
                <a:close/>
              </a:path>
              <a:path w="2385059" h="223520">
                <a:moveTo>
                  <a:pt x="613871" y="57363"/>
                </a:moveTo>
                <a:lnTo>
                  <a:pt x="588273" y="57363"/>
                </a:lnTo>
                <a:lnTo>
                  <a:pt x="588273" y="94371"/>
                </a:lnTo>
                <a:lnTo>
                  <a:pt x="613871" y="94371"/>
                </a:lnTo>
                <a:lnTo>
                  <a:pt x="613871" y="57363"/>
                </a:lnTo>
                <a:close/>
              </a:path>
              <a:path w="2385059" h="223520">
                <a:moveTo>
                  <a:pt x="703308" y="57363"/>
                </a:moveTo>
                <a:lnTo>
                  <a:pt x="661982" y="57363"/>
                </a:lnTo>
                <a:lnTo>
                  <a:pt x="661982" y="94371"/>
                </a:lnTo>
                <a:lnTo>
                  <a:pt x="703308" y="94371"/>
                </a:lnTo>
                <a:lnTo>
                  <a:pt x="703308" y="57363"/>
                </a:lnTo>
                <a:close/>
              </a:path>
              <a:path w="2385059" h="223520">
                <a:moveTo>
                  <a:pt x="815866" y="51195"/>
                </a:moveTo>
                <a:lnTo>
                  <a:pt x="768680" y="62297"/>
                </a:lnTo>
                <a:lnTo>
                  <a:pt x="736298" y="92521"/>
                </a:lnTo>
                <a:lnTo>
                  <a:pt x="724578" y="136623"/>
                </a:lnTo>
                <a:lnTo>
                  <a:pt x="725311" y="148631"/>
                </a:lnTo>
                <a:lnTo>
                  <a:pt x="742832" y="189784"/>
                </a:lnTo>
                <a:lnTo>
                  <a:pt x="779378" y="215805"/>
                </a:lnTo>
                <a:lnTo>
                  <a:pt x="815866" y="222051"/>
                </a:lnTo>
                <a:lnTo>
                  <a:pt x="828626" y="221357"/>
                </a:lnTo>
                <a:lnTo>
                  <a:pt x="872516" y="204896"/>
                </a:lnTo>
                <a:lnTo>
                  <a:pt x="893815" y="182575"/>
                </a:lnTo>
                <a:lnTo>
                  <a:pt x="807848" y="182575"/>
                </a:lnTo>
                <a:lnTo>
                  <a:pt x="800651" y="180724"/>
                </a:lnTo>
                <a:lnTo>
                  <a:pt x="773306" y="146080"/>
                </a:lnTo>
                <a:lnTo>
                  <a:pt x="773306" y="126959"/>
                </a:lnTo>
                <a:lnTo>
                  <a:pt x="800651" y="92521"/>
                </a:lnTo>
                <a:lnTo>
                  <a:pt x="807848" y="90670"/>
                </a:lnTo>
                <a:lnTo>
                  <a:pt x="894031" y="90670"/>
                </a:lnTo>
                <a:lnTo>
                  <a:pt x="888707" y="83172"/>
                </a:lnTo>
                <a:lnTo>
                  <a:pt x="852065" y="57440"/>
                </a:lnTo>
                <a:lnTo>
                  <a:pt x="828626" y="51889"/>
                </a:lnTo>
                <a:lnTo>
                  <a:pt x="815866" y="51195"/>
                </a:lnTo>
                <a:close/>
              </a:path>
              <a:path w="2385059" h="223520">
                <a:moveTo>
                  <a:pt x="894031" y="90670"/>
                </a:moveTo>
                <a:lnTo>
                  <a:pt x="823885" y="90670"/>
                </a:lnTo>
                <a:lnTo>
                  <a:pt x="831081" y="92521"/>
                </a:lnTo>
                <a:lnTo>
                  <a:pt x="843828" y="99922"/>
                </a:lnTo>
                <a:lnTo>
                  <a:pt x="848865" y="105165"/>
                </a:lnTo>
                <a:lnTo>
                  <a:pt x="856267" y="118735"/>
                </a:lnTo>
                <a:lnTo>
                  <a:pt x="858117" y="126959"/>
                </a:lnTo>
                <a:lnTo>
                  <a:pt x="858117" y="146080"/>
                </a:lnTo>
                <a:lnTo>
                  <a:pt x="831081" y="180724"/>
                </a:lnTo>
                <a:lnTo>
                  <a:pt x="823885" y="182575"/>
                </a:lnTo>
                <a:lnTo>
                  <a:pt x="893815" y="182575"/>
                </a:lnTo>
                <a:lnTo>
                  <a:pt x="906845" y="136623"/>
                </a:lnTo>
                <a:lnTo>
                  <a:pt x="906113" y="124364"/>
                </a:lnTo>
                <a:lnTo>
                  <a:pt x="903915" y="112875"/>
                </a:lnTo>
                <a:lnTo>
                  <a:pt x="900253" y="102158"/>
                </a:lnTo>
                <a:lnTo>
                  <a:pt x="895126" y="92212"/>
                </a:lnTo>
                <a:lnTo>
                  <a:pt x="894031" y="90670"/>
                </a:lnTo>
                <a:close/>
              </a:path>
              <a:path w="2385059" h="223520">
                <a:moveTo>
                  <a:pt x="984956" y="53662"/>
                </a:moveTo>
                <a:lnTo>
                  <a:pt x="939004" y="53662"/>
                </a:lnTo>
                <a:lnTo>
                  <a:pt x="939004" y="219583"/>
                </a:lnTo>
                <a:lnTo>
                  <a:pt x="987115" y="219583"/>
                </a:lnTo>
                <a:lnTo>
                  <a:pt x="987115" y="126445"/>
                </a:lnTo>
                <a:lnTo>
                  <a:pt x="988657" y="118324"/>
                </a:lnTo>
                <a:lnTo>
                  <a:pt x="994825" y="105577"/>
                </a:lnTo>
                <a:lnTo>
                  <a:pt x="999142" y="100848"/>
                </a:lnTo>
                <a:lnTo>
                  <a:pt x="1002473" y="98997"/>
                </a:lnTo>
                <a:lnTo>
                  <a:pt x="984956" y="98997"/>
                </a:lnTo>
                <a:lnTo>
                  <a:pt x="976321" y="85736"/>
                </a:lnTo>
                <a:lnTo>
                  <a:pt x="981082" y="77775"/>
                </a:lnTo>
                <a:lnTo>
                  <a:pt x="984956" y="73028"/>
                </a:lnTo>
                <a:lnTo>
                  <a:pt x="984956" y="53662"/>
                </a:lnTo>
                <a:close/>
              </a:path>
              <a:path w="2385059" h="223520">
                <a:moveTo>
                  <a:pt x="1083040" y="92829"/>
                </a:moveTo>
                <a:lnTo>
                  <a:pt x="1033581" y="92829"/>
                </a:lnTo>
                <a:lnTo>
                  <a:pt x="1041291" y="96016"/>
                </a:lnTo>
                <a:lnTo>
                  <a:pt x="1046637" y="102390"/>
                </a:lnTo>
                <a:lnTo>
                  <a:pt x="1050280" y="107825"/>
                </a:lnTo>
                <a:lnTo>
                  <a:pt x="1052882" y="114572"/>
                </a:lnTo>
                <a:lnTo>
                  <a:pt x="1054443" y="122629"/>
                </a:lnTo>
                <a:lnTo>
                  <a:pt x="1054964" y="131996"/>
                </a:lnTo>
                <a:lnTo>
                  <a:pt x="1054964" y="219583"/>
                </a:lnTo>
                <a:lnTo>
                  <a:pt x="1103075" y="219583"/>
                </a:lnTo>
                <a:lnTo>
                  <a:pt x="1103075" y="126445"/>
                </a:lnTo>
                <a:lnTo>
                  <a:pt x="1104617" y="118324"/>
                </a:lnTo>
                <a:lnTo>
                  <a:pt x="1110785" y="105577"/>
                </a:lnTo>
                <a:lnTo>
                  <a:pt x="1115102" y="100848"/>
                </a:lnTo>
                <a:lnTo>
                  <a:pt x="1120099" y="98072"/>
                </a:lnTo>
                <a:lnTo>
                  <a:pt x="1099682" y="98072"/>
                </a:lnTo>
                <a:lnTo>
                  <a:pt x="1082720" y="93446"/>
                </a:lnTo>
                <a:lnTo>
                  <a:pt x="1083040" y="92829"/>
                </a:lnTo>
                <a:close/>
              </a:path>
              <a:path w="2385059" h="223520">
                <a:moveTo>
                  <a:pt x="1214588" y="92829"/>
                </a:moveTo>
                <a:lnTo>
                  <a:pt x="1149541" y="92829"/>
                </a:lnTo>
                <a:lnTo>
                  <a:pt x="1157354" y="96016"/>
                </a:lnTo>
                <a:lnTo>
                  <a:pt x="1162905" y="102390"/>
                </a:lnTo>
                <a:lnTo>
                  <a:pt x="1166548" y="107825"/>
                </a:lnTo>
                <a:lnTo>
                  <a:pt x="1169150" y="114572"/>
                </a:lnTo>
                <a:lnTo>
                  <a:pt x="1170712" y="122629"/>
                </a:lnTo>
                <a:lnTo>
                  <a:pt x="1171232" y="131996"/>
                </a:lnTo>
                <a:lnTo>
                  <a:pt x="1171232" y="219583"/>
                </a:lnTo>
                <a:lnTo>
                  <a:pt x="1219343" y="219583"/>
                </a:lnTo>
                <a:lnTo>
                  <a:pt x="1219252" y="122629"/>
                </a:lnTo>
                <a:lnTo>
                  <a:pt x="1218784" y="112528"/>
                </a:lnTo>
                <a:lnTo>
                  <a:pt x="1217107" y="101619"/>
                </a:lnTo>
                <a:lnTo>
                  <a:pt x="1214588" y="92829"/>
                </a:lnTo>
                <a:close/>
              </a:path>
              <a:path w="2385059" h="223520">
                <a:moveTo>
                  <a:pt x="984956" y="73028"/>
                </a:moveTo>
                <a:lnTo>
                  <a:pt x="981082" y="77775"/>
                </a:lnTo>
                <a:lnTo>
                  <a:pt x="976321" y="85736"/>
                </a:lnTo>
                <a:lnTo>
                  <a:pt x="984956" y="98997"/>
                </a:lnTo>
                <a:lnTo>
                  <a:pt x="984956" y="73028"/>
                </a:lnTo>
                <a:close/>
              </a:path>
              <a:path w="2385059" h="223520">
                <a:moveTo>
                  <a:pt x="1037076" y="51195"/>
                </a:moveTo>
                <a:lnTo>
                  <a:pt x="993263" y="64976"/>
                </a:lnTo>
                <a:lnTo>
                  <a:pt x="984956" y="73028"/>
                </a:lnTo>
                <a:lnTo>
                  <a:pt x="984956" y="98997"/>
                </a:lnTo>
                <a:lnTo>
                  <a:pt x="1002473" y="98997"/>
                </a:lnTo>
                <a:lnTo>
                  <a:pt x="1004694" y="97764"/>
                </a:lnTo>
                <a:lnTo>
                  <a:pt x="1010245" y="94474"/>
                </a:lnTo>
                <a:lnTo>
                  <a:pt x="1016516" y="92829"/>
                </a:lnTo>
                <a:lnTo>
                  <a:pt x="1083040" y="92829"/>
                </a:lnTo>
                <a:lnTo>
                  <a:pt x="1087500" y="84232"/>
                </a:lnTo>
                <a:lnTo>
                  <a:pt x="1091740" y="78444"/>
                </a:lnTo>
                <a:lnTo>
                  <a:pt x="1058433" y="54124"/>
                </a:lnTo>
                <a:lnTo>
                  <a:pt x="1048121" y="51927"/>
                </a:lnTo>
                <a:lnTo>
                  <a:pt x="1037076" y="51195"/>
                </a:lnTo>
                <a:close/>
              </a:path>
              <a:path w="2385059" h="223520">
                <a:moveTo>
                  <a:pt x="1091740" y="78444"/>
                </a:moveTo>
                <a:lnTo>
                  <a:pt x="1087500" y="84232"/>
                </a:lnTo>
                <a:lnTo>
                  <a:pt x="1082720" y="93446"/>
                </a:lnTo>
                <a:lnTo>
                  <a:pt x="1099682" y="98072"/>
                </a:lnTo>
                <a:lnTo>
                  <a:pt x="1096174" y="86969"/>
                </a:lnTo>
                <a:lnTo>
                  <a:pt x="1091740" y="78444"/>
                </a:lnTo>
                <a:close/>
              </a:path>
              <a:path w="2385059" h="223520">
                <a:moveTo>
                  <a:pt x="1151494" y="51195"/>
                </a:moveTo>
                <a:lnTo>
                  <a:pt x="1109243" y="62606"/>
                </a:lnTo>
                <a:lnTo>
                  <a:pt x="1091740" y="78444"/>
                </a:lnTo>
                <a:lnTo>
                  <a:pt x="1096174" y="86969"/>
                </a:lnTo>
                <a:lnTo>
                  <a:pt x="1099682" y="98072"/>
                </a:lnTo>
                <a:lnTo>
                  <a:pt x="1120099" y="98072"/>
                </a:lnTo>
                <a:lnTo>
                  <a:pt x="1120654" y="97764"/>
                </a:lnTo>
                <a:lnTo>
                  <a:pt x="1126205" y="94474"/>
                </a:lnTo>
                <a:lnTo>
                  <a:pt x="1132476" y="92829"/>
                </a:lnTo>
                <a:lnTo>
                  <a:pt x="1214588" y="92829"/>
                </a:lnTo>
                <a:lnTo>
                  <a:pt x="1214312" y="91865"/>
                </a:lnTo>
                <a:lnTo>
                  <a:pt x="1186344" y="59213"/>
                </a:lnTo>
                <a:lnTo>
                  <a:pt x="1161074" y="51696"/>
                </a:lnTo>
                <a:lnTo>
                  <a:pt x="1151494" y="51195"/>
                </a:lnTo>
                <a:close/>
              </a:path>
              <a:path w="2385059" h="223520">
                <a:moveTo>
                  <a:pt x="1339847" y="51195"/>
                </a:moveTo>
                <a:lnTo>
                  <a:pt x="1294512" y="62297"/>
                </a:lnTo>
                <a:lnTo>
                  <a:pt x="1262746" y="92521"/>
                </a:lnTo>
                <a:lnTo>
                  <a:pt x="1251335" y="136623"/>
                </a:lnTo>
                <a:lnTo>
                  <a:pt x="1252068" y="148631"/>
                </a:lnTo>
                <a:lnTo>
                  <a:pt x="1269512" y="189784"/>
                </a:lnTo>
                <a:lnTo>
                  <a:pt x="1307272" y="215805"/>
                </a:lnTo>
                <a:lnTo>
                  <a:pt x="1346015" y="222051"/>
                </a:lnTo>
                <a:lnTo>
                  <a:pt x="1356944" y="221626"/>
                </a:lnTo>
                <a:lnTo>
                  <a:pt x="1394069" y="211353"/>
                </a:lnTo>
                <a:lnTo>
                  <a:pt x="1414481" y="195219"/>
                </a:lnTo>
                <a:lnTo>
                  <a:pt x="1403673" y="183500"/>
                </a:lnTo>
                <a:lnTo>
                  <a:pt x="1347249" y="183500"/>
                </a:lnTo>
                <a:lnTo>
                  <a:pt x="1340078" y="183172"/>
                </a:lnTo>
                <a:lnTo>
                  <a:pt x="1304381" y="162529"/>
                </a:lnTo>
                <a:lnTo>
                  <a:pt x="1299172" y="150192"/>
                </a:lnTo>
                <a:lnTo>
                  <a:pt x="1290502" y="150192"/>
                </a:lnTo>
                <a:lnTo>
                  <a:pt x="1290502" y="122128"/>
                </a:lnTo>
                <a:lnTo>
                  <a:pt x="1298545" y="122128"/>
                </a:lnTo>
                <a:lnTo>
                  <a:pt x="1300269" y="114623"/>
                </a:lnTo>
                <a:lnTo>
                  <a:pt x="1303764" y="108249"/>
                </a:lnTo>
                <a:lnTo>
                  <a:pt x="1307259" y="101670"/>
                </a:lnTo>
                <a:lnTo>
                  <a:pt x="1312091" y="96633"/>
                </a:lnTo>
                <a:lnTo>
                  <a:pt x="1318259" y="93138"/>
                </a:lnTo>
                <a:lnTo>
                  <a:pt x="1324633" y="89437"/>
                </a:lnTo>
                <a:lnTo>
                  <a:pt x="1331932" y="87586"/>
                </a:lnTo>
                <a:lnTo>
                  <a:pt x="1412268" y="87586"/>
                </a:lnTo>
                <a:lnTo>
                  <a:pt x="1408564" y="82151"/>
                </a:lnTo>
                <a:lnTo>
                  <a:pt x="1373617" y="57093"/>
                </a:lnTo>
                <a:lnTo>
                  <a:pt x="1351721" y="51850"/>
                </a:lnTo>
                <a:lnTo>
                  <a:pt x="1339847" y="51195"/>
                </a:lnTo>
                <a:close/>
              </a:path>
              <a:path w="2385059" h="223520">
                <a:moveTo>
                  <a:pt x="1388884" y="167463"/>
                </a:moveTo>
                <a:lnTo>
                  <a:pt x="1383332" y="172809"/>
                </a:lnTo>
                <a:lnTo>
                  <a:pt x="1377164" y="176818"/>
                </a:lnTo>
                <a:lnTo>
                  <a:pt x="1370379" y="179491"/>
                </a:lnTo>
                <a:lnTo>
                  <a:pt x="1363800" y="182164"/>
                </a:lnTo>
                <a:lnTo>
                  <a:pt x="1356090" y="183500"/>
                </a:lnTo>
                <a:lnTo>
                  <a:pt x="1403673" y="183500"/>
                </a:lnTo>
                <a:lnTo>
                  <a:pt x="1388884" y="167463"/>
                </a:lnTo>
                <a:close/>
              </a:path>
              <a:path w="2385059" h="223520">
                <a:moveTo>
                  <a:pt x="1298545" y="122128"/>
                </a:moveTo>
                <a:lnTo>
                  <a:pt x="1290502" y="122128"/>
                </a:lnTo>
                <a:lnTo>
                  <a:pt x="1290502" y="150192"/>
                </a:lnTo>
                <a:lnTo>
                  <a:pt x="1299172" y="150192"/>
                </a:lnTo>
                <a:lnTo>
                  <a:pt x="1298521" y="147520"/>
                </a:lnTo>
                <a:lnTo>
                  <a:pt x="1298545" y="122128"/>
                </a:lnTo>
                <a:close/>
              </a:path>
              <a:path w="2385059" h="223520">
                <a:moveTo>
                  <a:pt x="1381482" y="122128"/>
                </a:moveTo>
                <a:lnTo>
                  <a:pt x="1298545" y="122128"/>
                </a:lnTo>
                <a:lnTo>
                  <a:pt x="1298521" y="147520"/>
                </a:lnTo>
                <a:lnTo>
                  <a:pt x="1299172" y="150192"/>
                </a:lnTo>
                <a:lnTo>
                  <a:pt x="1425275" y="150192"/>
                </a:lnTo>
                <a:lnTo>
                  <a:pt x="1425536" y="147520"/>
                </a:lnTo>
                <a:lnTo>
                  <a:pt x="1426098" y="141249"/>
                </a:lnTo>
                <a:lnTo>
                  <a:pt x="1426166" y="136623"/>
                </a:lnTo>
                <a:lnTo>
                  <a:pt x="1425826" y="130454"/>
                </a:lnTo>
                <a:lnTo>
                  <a:pt x="1381482" y="130454"/>
                </a:lnTo>
                <a:lnTo>
                  <a:pt x="1381482" y="122128"/>
                </a:lnTo>
                <a:close/>
              </a:path>
              <a:path w="2385059" h="223520">
                <a:moveTo>
                  <a:pt x="1412268" y="87586"/>
                </a:moveTo>
                <a:lnTo>
                  <a:pt x="1348380" y="87586"/>
                </a:lnTo>
                <a:lnTo>
                  <a:pt x="1355576" y="89437"/>
                </a:lnTo>
                <a:lnTo>
                  <a:pt x="1361744" y="93138"/>
                </a:lnTo>
                <a:lnTo>
                  <a:pt x="1367912" y="96633"/>
                </a:lnTo>
                <a:lnTo>
                  <a:pt x="1372744" y="101567"/>
                </a:lnTo>
                <a:lnTo>
                  <a:pt x="1379734" y="114315"/>
                </a:lnTo>
                <a:lnTo>
                  <a:pt x="1381482" y="121819"/>
                </a:lnTo>
                <a:lnTo>
                  <a:pt x="1381482" y="130454"/>
                </a:lnTo>
                <a:lnTo>
                  <a:pt x="1399986" y="122128"/>
                </a:lnTo>
                <a:lnTo>
                  <a:pt x="1425098" y="122128"/>
                </a:lnTo>
                <a:lnTo>
                  <a:pt x="1423348" y="112336"/>
                </a:lnTo>
                <a:lnTo>
                  <a:pt x="1419782" y="101330"/>
                </a:lnTo>
                <a:lnTo>
                  <a:pt x="1414790" y="91287"/>
                </a:lnTo>
                <a:lnTo>
                  <a:pt x="1412268" y="87586"/>
                </a:lnTo>
                <a:close/>
              </a:path>
              <a:path w="2385059" h="223520">
                <a:moveTo>
                  <a:pt x="1425098" y="122128"/>
                </a:moveTo>
                <a:lnTo>
                  <a:pt x="1399986" y="122128"/>
                </a:lnTo>
                <a:lnTo>
                  <a:pt x="1381482" y="130454"/>
                </a:lnTo>
                <a:lnTo>
                  <a:pt x="1425826" y="130454"/>
                </a:lnTo>
                <a:lnTo>
                  <a:pt x="1425487" y="124306"/>
                </a:lnTo>
                <a:lnTo>
                  <a:pt x="1425098" y="122128"/>
                </a:lnTo>
                <a:close/>
              </a:path>
              <a:path w="2385059" h="223520">
                <a:moveTo>
                  <a:pt x="1504183" y="53662"/>
                </a:moveTo>
                <a:lnTo>
                  <a:pt x="1458231" y="53662"/>
                </a:lnTo>
                <a:lnTo>
                  <a:pt x="1458231" y="219583"/>
                </a:lnTo>
                <a:lnTo>
                  <a:pt x="1506342" y="219583"/>
                </a:lnTo>
                <a:lnTo>
                  <a:pt x="1506342" y="141249"/>
                </a:lnTo>
                <a:lnTo>
                  <a:pt x="1507094" y="130165"/>
                </a:lnTo>
                <a:lnTo>
                  <a:pt x="1526839" y="100539"/>
                </a:lnTo>
                <a:lnTo>
                  <a:pt x="1504183" y="100539"/>
                </a:lnTo>
                <a:lnTo>
                  <a:pt x="1497707" y="86970"/>
                </a:lnTo>
                <a:lnTo>
                  <a:pt x="1501967" y="78720"/>
                </a:lnTo>
                <a:lnTo>
                  <a:pt x="1504183" y="75764"/>
                </a:lnTo>
                <a:lnTo>
                  <a:pt x="1504183" y="53662"/>
                </a:lnTo>
                <a:close/>
              </a:path>
              <a:path w="2385059" h="223520">
                <a:moveTo>
                  <a:pt x="1504183" y="75764"/>
                </a:moveTo>
                <a:lnTo>
                  <a:pt x="1501967" y="78720"/>
                </a:lnTo>
                <a:lnTo>
                  <a:pt x="1497707" y="86970"/>
                </a:lnTo>
                <a:lnTo>
                  <a:pt x="1504183" y="100539"/>
                </a:lnTo>
                <a:lnTo>
                  <a:pt x="1504183" y="75764"/>
                </a:lnTo>
                <a:close/>
              </a:path>
              <a:path w="2385059" h="223520">
                <a:moveTo>
                  <a:pt x="1561238" y="51195"/>
                </a:moveTo>
                <a:lnTo>
                  <a:pt x="1521454" y="60447"/>
                </a:lnTo>
                <a:lnTo>
                  <a:pt x="1504183" y="75764"/>
                </a:lnTo>
                <a:lnTo>
                  <a:pt x="1504183" y="100539"/>
                </a:lnTo>
                <a:lnTo>
                  <a:pt x="1526839" y="100539"/>
                </a:lnTo>
                <a:lnTo>
                  <a:pt x="1532556" y="97841"/>
                </a:lnTo>
                <a:lnTo>
                  <a:pt x="1541038" y="95701"/>
                </a:lnTo>
                <a:lnTo>
                  <a:pt x="1550444" y="94988"/>
                </a:lnTo>
                <a:lnTo>
                  <a:pt x="1561238" y="94988"/>
                </a:lnTo>
                <a:lnTo>
                  <a:pt x="1561238" y="51195"/>
                </a:lnTo>
                <a:close/>
              </a:path>
              <a:path w="2385059" h="223520">
                <a:moveTo>
                  <a:pt x="1561238" y="94988"/>
                </a:moveTo>
                <a:lnTo>
                  <a:pt x="1552294" y="94988"/>
                </a:lnTo>
                <a:lnTo>
                  <a:pt x="1554042" y="95091"/>
                </a:lnTo>
                <a:lnTo>
                  <a:pt x="1555687" y="95296"/>
                </a:lnTo>
                <a:lnTo>
                  <a:pt x="1557332" y="95296"/>
                </a:lnTo>
                <a:lnTo>
                  <a:pt x="1559182" y="95399"/>
                </a:lnTo>
                <a:lnTo>
                  <a:pt x="1561238" y="95605"/>
                </a:lnTo>
                <a:lnTo>
                  <a:pt x="1561238" y="94988"/>
                </a:lnTo>
                <a:close/>
              </a:path>
              <a:path w="2385059" h="223520">
                <a:moveTo>
                  <a:pt x="1785407" y="0"/>
                </a:moveTo>
                <a:lnTo>
                  <a:pt x="1738838" y="8326"/>
                </a:lnTo>
                <a:lnTo>
                  <a:pt x="1701521" y="31457"/>
                </a:lnTo>
                <a:lnTo>
                  <a:pt x="1676849" y="66923"/>
                </a:lnTo>
                <a:lnTo>
                  <a:pt x="1668213" y="111642"/>
                </a:lnTo>
                <a:lnTo>
                  <a:pt x="1668753" y="123573"/>
                </a:lnTo>
                <a:lnTo>
                  <a:pt x="1681745" y="166210"/>
                </a:lnTo>
                <a:lnTo>
                  <a:pt x="1709732" y="198959"/>
                </a:lnTo>
                <a:lnTo>
                  <a:pt x="1749536" y="218774"/>
                </a:lnTo>
                <a:lnTo>
                  <a:pt x="1785099" y="223284"/>
                </a:lnTo>
                <a:lnTo>
                  <a:pt x="1798919" y="222667"/>
                </a:lnTo>
                <a:lnTo>
                  <a:pt x="1835985" y="213415"/>
                </a:lnTo>
                <a:lnTo>
                  <a:pt x="1874227" y="184734"/>
                </a:lnTo>
                <a:lnTo>
                  <a:pt x="1869884" y="180724"/>
                </a:lnTo>
                <a:lnTo>
                  <a:pt x="1787874" y="180724"/>
                </a:lnTo>
                <a:lnTo>
                  <a:pt x="1780473" y="180416"/>
                </a:lnTo>
                <a:lnTo>
                  <a:pt x="1743059" y="165960"/>
                </a:lnTo>
                <a:lnTo>
                  <a:pt x="1721567" y="133211"/>
                </a:lnTo>
                <a:lnTo>
                  <a:pt x="1718792" y="111642"/>
                </a:lnTo>
                <a:lnTo>
                  <a:pt x="1719100" y="104105"/>
                </a:lnTo>
                <a:lnTo>
                  <a:pt x="1733846" y="66518"/>
                </a:lnTo>
                <a:lnTo>
                  <a:pt x="1766594" y="45335"/>
                </a:lnTo>
                <a:lnTo>
                  <a:pt x="1787874" y="42559"/>
                </a:lnTo>
                <a:lnTo>
                  <a:pt x="1869550" y="42559"/>
                </a:lnTo>
                <a:lnTo>
                  <a:pt x="1874227" y="38242"/>
                </a:lnTo>
                <a:lnTo>
                  <a:pt x="1835985" y="9868"/>
                </a:lnTo>
                <a:lnTo>
                  <a:pt x="1799092" y="616"/>
                </a:lnTo>
                <a:lnTo>
                  <a:pt x="1785407" y="0"/>
                </a:lnTo>
                <a:close/>
              </a:path>
              <a:path w="2385059" h="223520">
                <a:moveTo>
                  <a:pt x="1842153" y="155127"/>
                </a:moveTo>
                <a:lnTo>
                  <a:pt x="1810542" y="177255"/>
                </a:lnTo>
                <a:lnTo>
                  <a:pt x="1787874" y="180724"/>
                </a:lnTo>
                <a:lnTo>
                  <a:pt x="1869884" y="180724"/>
                </a:lnTo>
                <a:lnTo>
                  <a:pt x="1842153" y="155127"/>
                </a:lnTo>
                <a:close/>
              </a:path>
              <a:path w="2385059" h="223520">
                <a:moveTo>
                  <a:pt x="1869550" y="42559"/>
                </a:moveTo>
                <a:lnTo>
                  <a:pt x="1787874" y="42559"/>
                </a:lnTo>
                <a:lnTo>
                  <a:pt x="1795738" y="42964"/>
                </a:lnTo>
                <a:lnTo>
                  <a:pt x="1803294" y="44178"/>
                </a:lnTo>
                <a:lnTo>
                  <a:pt x="1842153" y="67848"/>
                </a:lnTo>
                <a:lnTo>
                  <a:pt x="1869550" y="42559"/>
                </a:lnTo>
                <a:close/>
              </a:path>
              <a:path w="2385059" h="223520">
                <a:moveTo>
                  <a:pt x="2008614" y="0"/>
                </a:moveTo>
                <a:lnTo>
                  <a:pt x="1961120" y="8326"/>
                </a:lnTo>
                <a:lnTo>
                  <a:pt x="1923495" y="31457"/>
                </a:lnTo>
                <a:lnTo>
                  <a:pt x="1898514" y="66923"/>
                </a:lnTo>
                <a:lnTo>
                  <a:pt x="1889879" y="111642"/>
                </a:lnTo>
                <a:lnTo>
                  <a:pt x="1890419" y="123573"/>
                </a:lnTo>
                <a:lnTo>
                  <a:pt x="1903410" y="166210"/>
                </a:lnTo>
                <a:lnTo>
                  <a:pt x="1931533" y="198959"/>
                </a:lnTo>
                <a:lnTo>
                  <a:pt x="1971548" y="218774"/>
                </a:lnTo>
                <a:lnTo>
                  <a:pt x="2007689" y="223284"/>
                </a:lnTo>
                <a:lnTo>
                  <a:pt x="2019254" y="222841"/>
                </a:lnTo>
                <a:lnTo>
                  <a:pt x="2065303" y="212259"/>
                </a:lnTo>
                <a:lnTo>
                  <a:pt x="2094968" y="195836"/>
                </a:lnTo>
                <a:lnTo>
                  <a:pt x="2049324" y="189360"/>
                </a:lnTo>
                <a:lnTo>
                  <a:pt x="2049324" y="180724"/>
                </a:lnTo>
                <a:lnTo>
                  <a:pt x="2010465" y="180724"/>
                </a:lnTo>
                <a:lnTo>
                  <a:pt x="2002909" y="180416"/>
                </a:lnTo>
                <a:lnTo>
                  <a:pt x="1964860" y="165960"/>
                </a:lnTo>
                <a:lnTo>
                  <a:pt x="1943233" y="132922"/>
                </a:lnTo>
                <a:lnTo>
                  <a:pt x="1940457" y="111642"/>
                </a:lnTo>
                <a:lnTo>
                  <a:pt x="1940766" y="104105"/>
                </a:lnTo>
                <a:lnTo>
                  <a:pt x="1955511" y="66518"/>
                </a:lnTo>
                <a:lnTo>
                  <a:pt x="1989050" y="45335"/>
                </a:lnTo>
                <a:lnTo>
                  <a:pt x="2011082" y="42559"/>
                </a:lnTo>
                <a:lnTo>
                  <a:pt x="2093297" y="42559"/>
                </a:lnTo>
                <a:lnTo>
                  <a:pt x="2098977" y="37316"/>
                </a:lnTo>
                <a:lnTo>
                  <a:pt x="2060118" y="9560"/>
                </a:lnTo>
                <a:lnTo>
                  <a:pt x="2022589" y="597"/>
                </a:lnTo>
                <a:lnTo>
                  <a:pt x="2008614" y="0"/>
                </a:lnTo>
                <a:close/>
              </a:path>
              <a:path w="2385059" h="223520">
                <a:moveTo>
                  <a:pt x="2066595" y="159753"/>
                </a:moveTo>
                <a:lnTo>
                  <a:pt x="2059906" y="165054"/>
                </a:lnTo>
                <a:lnTo>
                  <a:pt x="2053102" y="169545"/>
                </a:lnTo>
                <a:lnTo>
                  <a:pt x="2049324" y="171555"/>
                </a:lnTo>
                <a:lnTo>
                  <a:pt x="2049324" y="189360"/>
                </a:lnTo>
                <a:lnTo>
                  <a:pt x="2094968" y="195836"/>
                </a:lnTo>
                <a:lnTo>
                  <a:pt x="2066595" y="159753"/>
                </a:lnTo>
                <a:close/>
              </a:path>
              <a:path w="2385059" h="223520">
                <a:moveTo>
                  <a:pt x="2094968" y="159753"/>
                </a:moveTo>
                <a:lnTo>
                  <a:pt x="2066595" y="159753"/>
                </a:lnTo>
                <a:lnTo>
                  <a:pt x="2094968" y="195836"/>
                </a:lnTo>
                <a:lnTo>
                  <a:pt x="2094968" y="159753"/>
                </a:lnTo>
                <a:close/>
              </a:path>
              <a:path w="2385059" h="223520">
                <a:moveTo>
                  <a:pt x="2049324" y="171555"/>
                </a:moveTo>
                <a:lnTo>
                  <a:pt x="2010465" y="180724"/>
                </a:lnTo>
                <a:lnTo>
                  <a:pt x="2049324" y="180724"/>
                </a:lnTo>
                <a:lnTo>
                  <a:pt x="2049324" y="171555"/>
                </a:lnTo>
                <a:close/>
              </a:path>
              <a:path w="2385059" h="223520">
                <a:moveTo>
                  <a:pt x="2094968" y="108249"/>
                </a:moveTo>
                <a:lnTo>
                  <a:pt x="2049324" y="108249"/>
                </a:lnTo>
                <a:lnTo>
                  <a:pt x="2049324" y="171555"/>
                </a:lnTo>
                <a:lnTo>
                  <a:pt x="2053102" y="169545"/>
                </a:lnTo>
                <a:lnTo>
                  <a:pt x="2059906" y="165054"/>
                </a:lnTo>
                <a:lnTo>
                  <a:pt x="2066595" y="159753"/>
                </a:lnTo>
                <a:lnTo>
                  <a:pt x="2094968" y="159753"/>
                </a:lnTo>
                <a:lnTo>
                  <a:pt x="2094968" y="108249"/>
                </a:lnTo>
                <a:close/>
              </a:path>
              <a:path w="2385059" h="223520">
                <a:moveTo>
                  <a:pt x="2093297" y="42559"/>
                </a:moveTo>
                <a:lnTo>
                  <a:pt x="2011082" y="42559"/>
                </a:lnTo>
                <a:lnTo>
                  <a:pt x="2019100" y="42945"/>
                </a:lnTo>
                <a:lnTo>
                  <a:pt x="2026810" y="44101"/>
                </a:lnTo>
                <a:lnTo>
                  <a:pt x="2060908" y="61160"/>
                </a:lnTo>
                <a:lnTo>
                  <a:pt x="2066903" y="66923"/>
                </a:lnTo>
                <a:lnTo>
                  <a:pt x="2093297" y="42559"/>
                </a:lnTo>
                <a:close/>
              </a:path>
              <a:path w="2385059" h="223520">
                <a:moveTo>
                  <a:pt x="2182704" y="3700"/>
                </a:moveTo>
                <a:lnTo>
                  <a:pt x="2141378" y="3700"/>
                </a:lnTo>
                <a:lnTo>
                  <a:pt x="2141378" y="219583"/>
                </a:lnTo>
                <a:lnTo>
                  <a:pt x="2188255" y="219583"/>
                </a:lnTo>
                <a:lnTo>
                  <a:pt x="2188255" y="92801"/>
                </a:lnTo>
                <a:lnTo>
                  <a:pt x="2177769" y="75559"/>
                </a:lnTo>
                <a:lnTo>
                  <a:pt x="2226052" y="75559"/>
                </a:lnTo>
                <a:lnTo>
                  <a:pt x="2182704" y="3700"/>
                </a:lnTo>
                <a:close/>
              </a:path>
              <a:path w="2385059" h="223520">
                <a:moveTo>
                  <a:pt x="2384297" y="75559"/>
                </a:moveTo>
                <a:lnTo>
                  <a:pt x="2346158" y="75559"/>
                </a:lnTo>
                <a:lnTo>
                  <a:pt x="2337554" y="90010"/>
                </a:lnTo>
                <a:lnTo>
                  <a:pt x="2337831" y="219583"/>
                </a:lnTo>
                <a:lnTo>
                  <a:pt x="2384709" y="219583"/>
                </a:lnTo>
                <a:lnTo>
                  <a:pt x="2384297" y="75559"/>
                </a:lnTo>
                <a:close/>
              </a:path>
              <a:path w="2385059" h="223520">
                <a:moveTo>
                  <a:pt x="2226052" y="75559"/>
                </a:moveTo>
                <a:lnTo>
                  <a:pt x="2188255" y="75559"/>
                </a:lnTo>
                <a:lnTo>
                  <a:pt x="2188255" y="92801"/>
                </a:lnTo>
                <a:lnTo>
                  <a:pt x="2251478" y="196761"/>
                </a:lnTo>
                <a:lnTo>
                  <a:pt x="2273992" y="196761"/>
                </a:lnTo>
                <a:lnTo>
                  <a:pt x="2298231" y="156052"/>
                </a:lnTo>
                <a:lnTo>
                  <a:pt x="2252712" y="156052"/>
                </a:lnTo>
                <a:lnTo>
                  <a:pt x="2263567" y="137749"/>
                </a:lnTo>
                <a:lnTo>
                  <a:pt x="2226052" y="75559"/>
                </a:lnTo>
                <a:close/>
              </a:path>
              <a:path w="2385059" h="223520">
                <a:moveTo>
                  <a:pt x="2263567" y="137749"/>
                </a:moveTo>
                <a:lnTo>
                  <a:pt x="2252712" y="156052"/>
                </a:lnTo>
                <a:lnTo>
                  <a:pt x="2274608" y="156052"/>
                </a:lnTo>
                <a:lnTo>
                  <a:pt x="2263567" y="137749"/>
                </a:lnTo>
                <a:close/>
              </a:path>
              <a:path w="2385059" h="223520">
                <a:moveTo>
                  <a:pt x="2384092" y="3700"/>
                </a:moveTo>
                <a:lnTo>
                  <a:pt x="2343074" y="3700"/>
                </a:lnTo>
                <a:lnTo>
                  <a:pt x="2263567" y="137749"/>
                </a:lnTo>
                <a:lnTo>
                  <a:pt x="2274608" y="156052"/>
                </a:lnTo>
                <a:lnTo>
                  <a:pt x="2298231" y="156052"/>
                </a:lnTo>
                <a:lnTo>
                  <a:pt x="2337554" y="90010"/>
                </a:lnTo>
                <a:lnTo>
                  <a:pt x="2337523" y="75559"/>
                </a:lnTo>
                <a:lnTo>
                  <a:pt x="2384297" y="75559"/>
                </a:lnTo>
                <a:lnTo>
                  <a:pt x="2384092" y="3700"/>
                </a:lnTo>
                <a:close/>
              </a:path>
              <a:path w="2385059" h="223520">
                <a:moveTo>
                  <a:pt x="2188255" y="75559"/>
                </a:moveTo>
                <a:lnTo>
                  <a:pt x="2177769" y="75559"/>
                </a:lnTo>
                <a:lnTo>
                  <a:pt x="2188255" y="92801"/>
                </a:lnTo>
                <a:lnTo>
                  <a:pt x="2188255" y="75559"/>
                </a:lnTo>
                <a:close/>
              </a:path>
              <a:path w="2385059" h="223520">
                <a:moveTo>
                  <a:pt x="2346158" y="75559"/>
                </a:moveTo>
                <a:lnTo>
                  <a:pt x="2337523" y="75559"/>
                </a:lnTo>
                <a:lnTo>
                  <a:pt x="2337554" y="90010"/>
                </a:lnTo>
                <a:lnTo>
                  <a:pt x="2346158" y="7555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288597" y="7284276"/>
            <a:ext cx="2307590" cy="622300"/>
          </a:xfrm>
          <a:custGeom>
            <a:avLst/>
            <a:gdLst/>
            <a:ahLst/>
            <a:cxnLst/>
            <a:rect l="l" t="t" r="r" b="b"/>
            <a:pathLst>
              <a:path w="2307590" h="622300">
                <a:moveTo>
                  <a:pt x="44718" y="26831"/>
                </a:moveTo>
                <a:lnTo>
                  <a:pt x="3392" y="26831"/>
                </a:lnTo>
                <a:lnTo>
                  <a:pt x="3392" y="242714"/>
                </a:lnTo>
                <a:lnTo>
                  <a:pt x="50269" y="242714"/>
                </a:lnTo>
                <a:lnTo>
                  <a:pt x="50269" y="115931"/>
                </a:lnTo>
                <a:lnTo>
                  <a:pt x="39784" y="98689"/>
                </a:lnTo>
                <a:lnTo>
                  <a:pt x="88066" y="98689"/>
                </a:lnTo>
                <a:lnTo>
                  <a:pt x="44718" y="26831"/>
                </a:lnTo>
                <a:close/>
              </a:path>
              <a:path w="2307590" h="622300">
                <a:moveTo>
                  <a:pt x="246311" y="98689"/>
                </a:moveTo>
                <a:lnTo>
                  <a:pt x="208172" y="98689"/>
                </a:lnTo>
                <a:lnTo>
                  <a:pt x="199568" y="113140"/>
                </a:lnTo>
                <a:lnTo>
                  <a:pt x="199845" y="242714"/>
                </a:lnTo>
                <a:lnTo>
                  <a:pt x="246723" y="242714"/>
                </a:lnTo>
                <a:lnTo>
                  <a:pt x="246311" y="98689"/>
                </a:lnTo>
                <a:close/>
              </a:path>
              <a:path w="2307590" h="622300">
                <a:moveTo>
                  <a:pt x="88066" y="98689"/>
                </a:moveTo>
                <a:lnTo>
                  <a:pt x="50269" y="98689"/>
                </a:lnTo>
                <a:lnTo>
                  <a:pt x="50269" y="115931"/>
                </a:lnTo>
                <a:lnTo>
                  <a:pt x="113492" y="219892"/>
                </a:lnTo>
                <a:lnTo>
                  <a:pt x="136006" y="219892"/>
                </a:lnTo>
                <a:lnTo>
                  <a:pt x="160245" y="179182"/>
                </a:lnTo>
                <a:lnTo>
                  <a:pt x="114726" y="179182"/>
                </a:lnTo>
                <a:lnTo>
                  <a:pt x="125582" y="160880"/>
                </a:lnTo>
                <a:lnTo>
                  <a:pt x="88066" y="98689"/>
                </a:lnTo>
                <a:close/>
              </a:path>
              <a:path w="2307590" h="622300">
                <a:moveTo>
                  <a:pt x="125582" y="160880"/>
                </a:moveTo>
                <a:lnTo>
                  <a:pt x="114726" y="179182"/>
                </a:lnTo>
                <a:lnTo>
                  <a:pt x="136623" y="179182"/>
                </a:lnTo>
                <a:lnTo>
                  <a:pt x="125582" y="160880"/>
                </a:lnTo>
                <a:close/>
              </a:path>
              <a:path w="2307590" h="622300">
                <a:moveTo>
                  <a:pt x="246106" y="26831"/>
                </a:moveTo>
                <a:lnTo>
                  <a:pt x="205088" y="26831"/>
                </a:lnTo>
                <a:lnTo>
                  <a:pt x="125582" y="160880"/>
                </a:lnTo>
                <a:lnTo>
                  <a:pt x="136623" y="179182"/>
                </a:lnTo>
                <a:lnTo>
                  <a:pt x="160245" y="179182"/>
                </a:lnTo>
                <a:lnTo>
                  <a:pt x="199568" y="113140"/>
                </a:lnTo>
                <a:lnTo>
                  <a:pt x="199537" y="98689"/>
                </a:lnTo>
                <a:lnTo>
                  <a:pt x="246311" y="98689"/>
                </a:lnTo>
                <a:lnTo>
                  <a:pt x="246106" y="26831"/>
                </a:lnTo>
                <a:close/>
              </a:path>
              <a:path w="2307590" h="622300">
                <a:moveTo>
                  <a:pt x="50269" y="98689"/>
                </a:moveTo>
                <a:lnTo>
                  <a:pt x="39784" y="98689"/>
                </a:lnTo>
                <a:lnTo>
                  <a:pt x="50269" y="115931"/>
                </a:lnTo>
                <a:lnTo>
                  <a:pt x="50269" y="98689"/>
                </a:lnTo>
                <a:close/>
              </a:path>
              <a:path w="2307590" h="622300">
                <a:moveTo>
                  <a:pt x="208172" y="98689"/>
                </a:moveTo>
                <a:lnTo>
                  <a:pt x="199537" y="98689"/>
                </a:lnTo>
                <a:lnTo>
                  <a:pt x="199568" y="113140"/>
                </a:lnTo>
                <a:lnTo>
                  <a:pt x="208172" y="98689"/>
                </a:lnTo>
                <a:close/>
              </a:path>
              <a:path w="2307590" h="622300">
                <a:moveTo>
                  <a:pt x="373501" y="74325"/>
                </a:moveTo>
                <a:lnTo>
                  <a:pt x="326315" y="85427"/>
                </a:lnTo>
                <a:lnTo>
                  <a:pt x="293933" y="115651"/>
                </a:lnTo>
                <a:lnTo>
                  <a:pt x="282213" y="159753"/>
                </a:lnTo>
                <a:lnTo>
                  <a:pt x="282946" y="171761"/>
                </a:lnTo>
                <a:lnTo>
                  <a:pt x="300467" y="212914"/>
                </a:lnTo>
                <a:lnTo>
                  <a:pt x="337013" y="238936"/>
                </a:lnTo>
                <a:lnTo>
                  <a:pt x="373501" y="245181"/>
                </a:lnTo>
                <a:lnTo>
                  <a:pt x="386261" y="244487"/>
                </a:lnTo>
                <a:lnTo>
                  <a:pt x="430151" y="228026"/>
                </a:lnTo>
                <a:lnTo>
                  <a:pt x="451450" y="205705"/>
                </a:lnTo>
                <a:lnTo>
                  <a:pt x="365483" y="205705"/>
                </a:lnTo>
                <a:lnTo>
                  <a:pt x="358287" y="203855"/>
                </a:lnTo>
                <a:lnTo>
                  <a:pt x="330941" y="169211"/>
                </a:lnTo>
                <a:lnTo>
                  <a:pt x="330941" y="150090"/>
                </a:lnTo>
                <a:lnTo>
                  <a:pt x="358287" y="115651"/>
                </a:lnTo>
                <a:lnTo>
                  <a:pt x="365483" y="113801"/>
                </a:lnTo>
                <a:lnTo>
                  <a:pt x="451666" y="113801"/>
                </a:lnTo>
                <a:lnTo>
                  <a:pt x="446342" y="106303"/>
                </a:lnTo>
                <a:lnTo>
                  <a:pt x="409700" y="80570"/>
                </a:lnTo>
                <a:lnTo>
                  <a:pt x="386261" y="75019"/>
                </a:lnTo>
                <a:lnTo>
                  <a:pt x="373501" y="74325"/>
                </a:lnTo>
                <a:close/>
              </a:path>
              <a:path w="2307590" h="622300">
                <a:moveTo>
                  <a:pt x="451666" y="113801"/>
                </a:moveTo>
                <a:lnTo>
                  <a:pt x="381520" y="113801"/>
                </a:lnTo>
                <a:lnTo>
                  <a:pt x="388716" y="115651"/>
                </a:lnTo>
                <a:lnTo>
                  <a:pt x="401463" y="123053"/>
                </a:lnTo>
                <a:lnTo>
                  <a:pt x="406500" y="128296"/>
                </a:lnTo>
                <a:lnTo>
                  <a:pt x="413902" y="141865"/>
                </a:lnTo>
                <a:lnTo>
                  <a:pt x="415752" y="150090"/>
                </a:lnTo>
                <a:lnTo>
                  <a:pt x="415752" y="169211"/>
                </a:lnTo>
                <a:lnTo>
                  <a:pt x="388716" y="203855"/>
                </a:lnTo>
                <a:lnTo>
                  <a:pt x="381520" y="205705"/>
                </a:lnTo>
                <a:lnTo>
                  <a:pt x="451450" y="205705"/>
                </a:lnTo>
                <a:lnTo>
                  <a:pt x="464480" y="159753"/>
                </a:lnTo>
                <a:lnTo>
                  <a:pt x="463748" y="147494"/>
                </a:lnTo>
                <a:lnTo>
                  <a:pt x="461551" y="136006"/>
                </a:lnTo>
                <a:lnTo>
                  <a:pt x="457888" y="125289"/>
                </a:lnTo>
                <a:lnTo>
                  <a:pt x="452761" y="115343"/>
                </a:lnTo>
                <a:lnTo>
                  <a:pt x="451666" y="113801"/>
                </a:lnTo>
                <a:close/>
              </a:path>
              <a:path w="2307590" h="622300">
                <a:moveTo>
                  <a:pt x="594711" y="74325"/>
                </a:moveTo>
                <a:lnTo>
                  <a:pt x="550571" y="88801"/>
                </a:lnTo>
                <a:lnTo>
                  <a:pt x="544672" y="111642"/>
                </a:lnTo>
                <a:lnTo>
                  <a:pt x="541666" y="159445"/>
                </a:lnTo>
                <a:lnTo>
                  <a:pt x="542498" y="203855"/>
                </a:lnTo>
                <a:lnTo>
                  <a:pt x="542591" y="223440"/>
                </a:lnTo>
                <a:lnTo>
                  <a:pt x="543208" y="224286"/>
                </a:lnTo>
                <a:lnTo>
                  <a:pt x="584148" y="244603"/>
                </a:lnTo>
                <a:lnTo>
                  <a:pt x="594711" y="245181"/>
                </a:lnTo>
                <a:lnTo>
                  <a:pt x="606122" y="244526"/>
                </a:lnTo>
                <a:lnTo>
                  <a:pt x="645559" y="228778"/>
                </a:lnTo>
                <a:lnTo>
                  <a:pt x="665657" y="205705"/>
                </a:lnTo>
                <a:lnTo>
                  <a:pt x="578366" y="205705"/>
                </a:lnTo>
                <a:lnTo>
                  <a:pt x="571170" y="203855"/>
                </a:lnTo>
                <a:lnTo>
                  <a:pt x="544133" y="169211"/>
                </a:lnTo>
                <a:lnTo>
                  <a:pt x="544133" y="150090"/>
                </a:lnTo>
                <a:lnTo>
                  <a:pt x="571170" y="115651"/>
                </a:lnTo>
                <a:lnTo>
                  <a:pt x="578366" y="113801"/>
                </a:lnTo>
                <a:lnTo>
                  <a:pt x="665858" y="113801"/>
                </a:lnTo>
                <a:lnTo>
                  <a:pt x="660363" y="105397"/>
                </a:lnTo>
                <a:lnTo>
                  <a:pt x="627094" y="80223"/>
                </a:lnTo>
                <a:lnTo>
                  <a:pt x="606122" y="74980"/>
                </a:lnTo>
                <a:lnTo>
                  <a:pt x="594711" y="74325"/>
                </a:lnTo>
                <a:close/>
              </a:path>
              <a:path w="2307590" h="622300">
                <a:moveTo>
                  <a:pt x="544750" y="13878"/>
                </a:moveTo>
                <a:lnTo>
                  <a:pt x="496639" y="13878"/>
                </a:lnTo>
                <a:lnTo>
                  <a:pt x="496639" y="242714"/>
                </a:lnTo>
                <a:lnTo>
                  <a:pt x="542591" y="242714"/>
                </a:lnTo>
                <a:lnTo>
                  <a:pt x="542591" y="223440"/>
                </a:lnTo>
                <a:lnTo>
                  <a:pt x="537656" y="216673"/>
                </a:lnTo>
                <a:lnTo>
                  <a:pt x="533030" y="207864"/>
                </a:lnTo>
                <a:lnTo>
                  <a:pt x="529387" y="197687"/>
                </a:lnTo>
                <a:lnTo>
                  <a:pt x="526785" y="186276"/>
                </a:lnTo>
                <a:lnTo>
                  <a:pt x="525224" y="173631"/>
                </a:lnTo>
                <a:lnTo>
                  <a:pt x="524704" y="159753"/>
                </a:lnTo>
                <a:lnTo>
                  <a:pt x="525243" y="145759"/>
                </a:lnTo>
                <a:lnTo>
                  <a:pt x="538235" y="102833"/>
                </a:lnTo>
                <a:lnTo>
                  <a:pt x="544750" y="94469"/>
                </a:lnTo>
                <a:lnTo>
                  <a:pt x="544750" y="13878"/>
                </a:lnTo>
                <a:close/>
              </a:path>
              <a:path w="2307590" h="622300">
                <a:moveTo>
                  <a:pt x="544750" y="94469"/>
                </a:moveTo>
                <a:lnTo>
                  <a:pt x="526862" y="133076"/>
                </a:lnTo>
                <a:lnTo>
                  <a:pt x="524704" y="159753"/>
                </a:lnTo>
                <a:lnTo>
                  <a:pt x="525224" y="173631"/>
                </a:lnTo>
                <a:lnTo>
                  <a:pt x="537656" y="216673"/>
                </a:lnTo>
                <a:lnTo>
                  <a:pt x="542591" y="223440"/>
                </a:lnTo>
                <a:lnTo>
                  <a:pt x="542498" y="203855"/>
                </a:lnTo>
                <a:lnTo>
                  <a:pt x="541666" y="159445"/>
                </a:lnTo>
                <a:lnTo>
                  <a:pt x="544672" y="111642"/>
                </a:lnTo>
                <a:lnTo>
                  <a:pt x="544750" y="94469"/>
                </a:lnTo>
                <a:close/>
              </a:path>
              <a:path w="2307590" h="622300">
                <a:moveTo>
                  <a:pt x="665858" y="113801"/>
                </a:moveTo>
                <a:lnTo>
                  <a:pt x="594403" y="113801"/>
                </a:lnTo>
                <a:lnTo>
                  <a:pt x="601496" y="115651"/>
                </a:lnTo>
                <a:lnTo>
                  <a:pt x="607664" y="119352"/>
                </a:lnTo>
                <a:lnTo>
                  <a:pt x="614038" y="123053"/>
                </a:lnTo>
                <a:lnTo>
                  <a:pt x="619075" y="128296"/>
                </a:lnTo>
                <a:lnTo>
                  <a:pt x="622776" y="135081"/>
                </a:lnTo>
                <a:lnTo>
                  <a:pt x="626682" y="141865"/>
                </a:lnTo>
                <a:lnTo>
                  <a:pt x="628636" y="150090"/>
                </a:lnTo>
                <a:lnTo>
                  <a:pt x="628636" y="169211"/>
                </a:lnTo>
                <a:lnTo>
                  <a:pt x="626682" y="177435"/>
                </a:lnTo>
                <a:lnTo>
                  <a:pt x="622776" y="184425"/>
                </a:lnTo>
                <a:lnTo>
                  <a:pt x="619075" y="191210"/>
                </a:lnTo>
                <a:lnTo>
                  <a:pt x="614038" y="196453"/>
                </a:lnTo>
                <a:lnTo>
                  <a:pt x="607664" y="200154"/>
                </a:lnTo>
                <a:lnTo>
                  <a:pt x="601496" y="203855"/>
                </a:lnTo>
                <a:lnTo>
                  <a:pt x="594403" y="205705"/>
                </a:lnTo>
                <a:lnTo>
                  <a:pt x="665657" y="205705"/>
                </a:lnTo>
                <a:lnTo>
                  <a:pt x="677364" y="159753"/>
                </a:lnTo>
                <a:lnTo>
                  <a:pt x="676670" y="147089"/>
                </a:lnTo>
                <a:lnTo>
                  <a:pt x="674588" y="135312"/>
                </a:lnTo>
                <a:lnTo>
                  <a:pt x="671118" y="124421"/>
                </a:lnTo>
                <a:lnTo>
                  <a:pt x="666261" y="114417"/>
                </a:lnTo>
                <a:lnTo>
                  <a:pt x="665858" y="113801"/>
                </a:lnTo>
                <a:close/>
              </a:path>
              <a:path w="2307590" h="622300">
                <a:moveTo>
                  <a:pt x="757681" y="76792"/>
                </a:moveTo>
                <a:lnTo>
                  <a:pt x="709570" y="76792"/>
                </a:lnTo>
                <a:lnTo>
                  <a:pt x="709570" y="242714"/>
                </a:lnTo>
                <a:lnTo>
                  <a:pt x="757681" y="242714"/>
                </a:lnTo>
                <a:lnTo>
                  <a:pt x="757681" y="76792"/>
                </a:lnTo>
                <a:close/>
              </a:path>
              <a:path w="2307590" h="622300">
                <a:moveTo>
                  <a:pt x="742467" y="0"/>
                </a:moveTo>
                <a:lnTo>
                  <a:pt x="724785" y="0"/>
                </a:lnTo>
                <a:lnTo>
                  <a:pt x="717589" y="2570"/>
                </a:lnTo>
                <a:lnTo>
                  <a:pt x="706486" y="12850"/>
                </a:lnTo>
                <a:lnTo>
                  <a:pt x="703710" y="19223"/>
                </a:lnTo>
                <a:lnTo>
                  <a:pt x="703710" y="34438"/>
                </a:lnTo>
                <a:lnTo>
                  <a:pt x="706486" y="40812"/>
                </a:lnTo>
                <a:lnTo>
                  <a:pt x="717589" y="51092"/>
                </a:lnTo>
                <a:lnTo>
                  <a:pt x="724785" y="53662"/>
                </a:lnTo>
                <a:lnTo>
                  <a:pt x="742672" y="53662"/>
                </a:lnTo>
                <a:lnTo>
                  <a:pt x="749868" y="51092"/>
                </a:lnTo>
                <a:lnTo>
                  <a:pt x="760765" y="40606"/>
                </a:lnTo>
                <a:lnTo>
                  <a:pt x="763541" y="33924"/>
                </a:lnTo>
                <a:lnTo>
                  <a:pt x="763541" y="18298"/>
                </a:lnTo>
                <a:lnTo>
                  <a:pt x="760765" y="12130"/>
                </a:lnTo>
                <a:lnTo>
                  <a:pt x="755214" y="7401"/>
                </a:lnTo>
                <a:lnTo>
                  <a:pt x="749663" y="2467"/>
                </a:lnTo>
                <a:lnTo>
                  <a:pt x="742467" y="0"/>
                </a:lnTo>
                <a:close/>
              </a:path>
              <a:path w="2307590" h="622300">
                <a:moveTo>
                  <a:pt x="850443" y="13878"/>
                </a:moveTo>
                <a:lnTo>
                  <a:pt x="802332" y="13878"/>
                </a:lnTo>
                <a:lnTo>
                  <a:pt x="802332" y="242714"/>
                </a:lnTo>
                <a:lnTo>
                  <a:pt x="850443" y="242714"/>
                </a:lnTo>
                <a:lnTo>
                  <a:pt x="850443" y="13878"/>
                </a:lnTo>
                <a:close/>
              </a:path>
              <a:path w="2307590" h="622300">
                <a:moveTo>
                  <a:pt x="971270" y="74325"/>
                </a:moveTo>
                <a:lnTo>
                  <a:pt x="925935" y="85427"/>
                </a:lnTo>
                <a:lnTo>
                  <a:pt x="894169" y="115651"/>
                </a:lnTo>
                <a:lnTo>
                  <a:pt x="882758" y="159753"/>
                </a:lnTo>
                <a:lnTo>
                  <a:pt x="883491" y="171761"/>
                </a:lnTo>
                <a:lnTo>
                  <a:pt x="900935" y="212914"/>
                </a:lnTo>
                <a:lnTo>
                  <a:pt x="938695" y="238936"/>
                </a:lnTo>
                <a:lnTo>
                  <a:pt x="977438" y="245181"/>
                </a:lnTo>
                <a:lnTo>
                  <a:pt x="988368" y="244757"/>
                </a:lnTo>
                <a:lnTo>
                  <a:pt x="1025492" y="234483"/>
                </a:lnTo>
                <a:lnTo>
                  <a:pt x="1045904" y="218350"/>
                </a:lnTo>
                <a:lnTo>
                  <a:pt x="1035096" y="206630"/>
                </a:lnTo>
                <a:lnTo>
                  <a:pt x="978672" y="206630"/>
                </a:lnTo>
                <a:lnTo>
                  <a:pt x="971502" y="206303"/>
                </a:lnTo>
                <a:lnTo>
                  <a:pt x="935804" y="185659"/>
                </a:lnTo>
                <a:lnTo>
                  <a:pt x="930595" y="173323"/>
                </a:lnTo>
                <a:lnTo>
                  <a:pt x="921926" y="173323"/>
                </a:lnTo>
                <a:lnTo>
                  <a:pt x="921926" y="145258"/>
                </a:lnTo>
                <a:lnTo>
                  <a:pt x="929968" y="145258"/>
                </a:lnTo>
                <a:lnTo>
                  <a:pt x="931692" y="137753"/>
                </a:lnTo>
                <a:lnTo>
                  <a:pt x="935187" y="131380"/>
                </a:lnTo>
                <a:lnTo>
                  <a:pt x="938682" y="124800"/>
                </a:lnTo>
                <a:lnTo>
                  <a:pt x="943514" y="119763"/>
                </a:lnTo>
                <a:lnTo>
                  <a:pt x="949682" y="116268"/>
                </a:lnTo>
                <a:lnTo>
                  <a:pt x="956056" y="112567"/>
                </a:lnTo>
                <a:lnTo>
                  <a:pt x="963355" y="110717"/>
                </a:lnTo>
                <a:lnTo>
                  <a:pt x="1043691" y="110717"/>
                </a:lnTo>
                <a:lnTo>
                  <a:pt x="1039987" y="105281"/>
                </a:lnTo>
                <a:lnTo>
                  <a:pt x="1005041" y="80223"/>
                </a:lnTo>
                <a:lnTo>
                  <a:pt x="983144" y="74980"/>
                </a:lnTo>
                <a:lnTo>
                  <a:pt x="971270" y="74325"/>
                </a:lnTo>
                <a:close/>
              </a:path>
              <a:path w="2307590" h="622300">
                <a:moveTo>
                  <a:pt x="1020307" y="190593"/>
                </a:moveTo>
                <a:lnTo>
                  <a:pt x="1014755" y="195939"/>
                </a:lnTo>
                <a:lnTo>
                  <a:pt x="1008587" y="199948"/>
                </a:lnTo>
                <a:lnTo>
                  <a:pt x="1001802" y="202621"/>
                </a:lnTo>
                <a:lnTo>
                  <a:pt x="995223" y="205294"/>
                </a:lnTo>
                <a:lnTo>
                  <a:pt x="987513" y="206630"/>
                </a:lnTo>
                <a:lnTo>
                  <a:pt x="1035096" y="206630"/>
                </a:lnTo>
                <a:lnTo>
                  <a:pt x="1020307" y="190593"/>
                </a:lnTo>
                <a:close/>
              </a:path>
              <a:path w="2307590" h="622300">
                <a:moveTo>
                  <a:pt x="929968" y="145258"/>
                </a:moveTo>
                <a:lnTo>
                  <a:pt x="921926" y="145258"/>
                </a:lnTo>
                <a:lnTo>
                  <a:pt x="921926" y="173323"/>
                </a:lnTo>
                <a:lnTo>
                  <a:pt x="930595" y="173323"/>
                </a:lnTo>
                <a:lnTo>
                  <a:pt x="929944" y="170650"/>
                </a:lnTo>
                <a:lnTo>
                  <a:pt x="929968" y="145258"/>
                </a:lnTo>
                <a:close/>
              </a:path>
              <a:path w="2307590" h="622300">
                <a:moveTo>
                  <a:pt x="1012905" y="145258"/>
                </a:moveTo>
                <a:lnTo>
                  <a:pt x="929968" y="145258"/>
                </a:lnTo>
                <a:lnTo>
                  <a:pt x="929944" y="170650"/>
                </a:lnTo>
                <a:lnTo>
                  <a:pt x="930595" y="173323"/>
                </a:lnTo>
                <a:lnTo>
                  <a:pt x="1056698" y="173323"/>
                </a:lnTo>
                <a:lnTo>
                  <a:pt x="1056959" y="170650"/>
                </a:lnTo>
                <a:lnTo>
                  <a:pt x="1057521" y="164379"/>
                </a:lnTo>
                <a:lnTo>
                  <a:pt x="1057590" y="159753"/>
                </a:lnTo>
                <a:lnTo>
                  <a:pt x="1057249" y="153585"/>
                </a:lnTo>
                <a:lnTo>
                  <a:pt x="1012905" y="153585"/>
                </a:lnTo>
                <a:lnTo>
                  <a:pt x="1012905" y="145258"/>
                </a:lnTo>
                <a:close/>
              </a:path>
              <a:path w="2307590" h="622300">
                <a:moveTo>
                  <a:pt x="1043691" y="110717"/>
                </a:moveTo>
                <a:lnTo>
                  <a:pt x="979803" y="110717"/>
                </a:lnTo>
                <a:lnTo>
                  <a:pt x="986999" y="112567"/>
                </a:lnTo>
                <a:lnTo>
                  <a:pt x="993167" y="116268"/>
                </a:lnTo>
                <a:lnTo>
                  <a:pt x="999335" y="119763"/>
                </a:lnTo>
                <a:lnTo>
                  <a:pt x="1004167" y="124698"/>
                </a:lnTo>
                <a:lnTo>
                  <a:pt x="1011157" y="137445"/>
                </a:lnTo>
                <a:lnTo>
                  <a:pt x="1012905" y="144949"/>
                </a:lnTo>
                <a:lnTo>
                  <a:pt x="1012905" y="153585"/>
                </a:lnTo>
                <a:lnTo>
                  <a:pt x="1031409" y="145258"/>
                </a:lnTo>
                <a:lnTo>
                  <a:pt x="1056521" y="145258"/>
                </a:lnTo>
                <a:lnTo>
                  <a:pt x="1054771" y="135466"/>
                </a:lnTo>
                <a:lnTo>
                  <a:pt x="1051205" y="124460"/>
                </a:lnTo>
                <a:lnTo>
                  <a:pt x="1046213" y="114417"/>
                </a:lnTo>
                <a:lnTo>
                  <a:pt x="1043691" y="110717"/>
                </a:lnTo>
                <a:close/>
              </a:path>
              <a:path w="2307590" h="622300">
                <a:moveTo>
                  <a:pt x="1056521" y="145258"/>
                </a:moveTo>
                <a:lnTo>
                  <a:pt x="1031409" y="145258"/>
                </a:lnTo>
                <a:lnTo>
                  <a:pt x="1012905" y="153585"/>
                </a:lnTo>
                <a:lnTo>
                  <a:pt x="1057249" y="153585"/>
                </a:lnTo>
                <a:lnTo>
                  <a:pt x="1056910" y="147436"/>
                </a:lnTo>
                <a:lnTo>
                  <a:pt x="1056521" y="145258"/>
                </a:lnTo>
                <a:close/>
              </a:path>
              <a:path w="2307590" h="622300">
                <a:moveTo>
                  <a:pt x="1297581" y="26831"/>
                </a:moveTo>
                <a:lnTo>
                  <a:pt x="1248237" y="26831"/>
                </a:lnTo>
                <a:lnTo>
                  <a:pt x="1152015" y="242714"/>
                </a:lnTo>
                <a:lnTo>
                  <a:pt x="1203210" y="242714"/>
                </a:lnTo>
                <a:lnTo>
                  <a:pt x="1222448" y="196453"/>
                </a:lnTo>
                <a:lnTo>
                  <a:pt x="1200126" y="196453"/>
                </a:lnTo>
                <a:lnTo>
                  <a:pt x="1213387" y="158519"/>
                </a:lnTo>
                <a:lnTo>
                  <a:pt x="1238223" y="158519"/>
                </a:lnTo>
                <a:lnTo>
                  <a:pt x="1272581" y="75898"/>
                </a:lnTo>
                <a:lnTo>
                  <a:pt x="1262732" y="52120"/>
                </a:lnTo>
                <a:lnTo>
                  <a:pt x="1308889" y="52120"/>
                </a:lnTo>
                <a:lnTo>
                  <a:pt x="1297581" y="26831"/>
                </a:lnTo>
                <a:close/>
              </a:path>
              <a:path w="2307590" h="622300">
                <a:moveTo>
                  <a:pt x="1308889" y="52120"/>
                </a:moveTo>
                <a:lnTo>
                  <a:pt x="1282470" y="52120"/>
                </a:lnTo>
                <a:lnTo>
                  <a:pt x="1272581" y="75898"/>
                </a:lnTo>
                <a:lnTo>
                  <a:pt x="1341683" y="242714"/>
                </a:lnTo>
                <a:lnTo>
                  <a:pt x="1394112" y="242714"/>
                </a:lnTo>
                <a:lnTo>
                  <a:pt x="1373427" y="196453"/>
                </a:lnTo>
                <a:lnTo>
                  <a:pt x="1337982" y="196453"/>
                </a:lnTo>
                <a:lnTo>
                  <a:pt x="1324413" y="158519"/>
                </a:lnTo>
                <a:lnTo>
                  <a:pt x="1356465" y="158519"/>
                </a:lnTo>
                <a:lnTo>
                  <a:pt x="1308889" y="52120"/>
                </a:lnTo>
                <a:close/>
              </a:path>
              <a:path w="2307590" h="622300">
                <a:moveTo>
                  <a:pt x="1238223" y="158519"/>
                </a:moveTo>
                <a:lnTo>
                  <a:pt x="1213387" y="158519"/>
                </a:lnTo>
                <a:lnTo>
                  <a:pt x="1200126" y="196453"/>
                </a:lnTo>
                <a:lnTo>
                  <a:pt x="1222448" y="196453"/>
                </a:lnTo>
                <a:lnTo>
                  <a:pt x="1238223" y="158519"/>
                </a:lnTo>
                <a:close/>
              </a:path>
              <a:path w="2307590" h="622300">
                <a:moveTo>
                  <a:pt x="1306807" y="158519"/>
                </a:moveTo>
                <a:lnTo>
                  <a:pt x="1238223" y="158519"/>
                </a:lnTo>
                <a:lnTo>
                  <a:pt x="1222448" y="196453"/>
                </a:lnTo>
                <a:lnTo>
                  <a:pt x="1322520" y="196453"/>
                </a:lnTo>
                <a:lnTo>
                  <a:pt x="1306807" y="158519"/>
                </a:lnTo>
                <a:close/>
              </a:path>
              <a:path w="2307590" h="622300">
                <a:moveTo>
                  <a:pt x="1356465" y="158519"/>
                </a:moveTo>
                <a:lnTo>
                  <a:pt x="1324413" y="158519"/>
                </a:lnTo>
                <a:lnTo>
                  <a:pt x="1337982" y="196453"/>
                </a:lnTo>
                <a:lnTo>
                  <a:pt x="1373427" y="196453"/>
                </a:lnTo>
                <a:lnTo>
                  <a:pt x="1356465" y="158519"/>
                </a:lnTo>
                <a:close/>
              </a:path>
              <a:path w="2307590" h="622300">
                <a:moveTo>
                  <a:pt x="1282470" y="52120"/>
                </a:moveTo>
                <a:lnTo>
                  <a:pt x="1262732" y="52120"/>
                </a:lnTo>
                <a:lnTo>
                  <a:pt x="1272581" y="75898"/>
                </a:lnTo>
                <a:lnTo>
                  <a:pt x="1282470" y="52120"/>
                </a:lnTo>
                <a:close/>
              </a:path>
              <a:path w="2307590" h="622300">
                <a:moveTo>
                  <a:pt x="1459070" y="76792"/>
                </a:moveTo>
                <a:lnTo>
                  <a:pt x="1413117" y="76792"/>
                </a:lnTo>
                <a:lnTo>
                  <a:pt x="1413117" y="302544"/>
                </a:lnTo>
                <a:lnTo>
                  <a:pt x="1461228" y="302544"/>
                </a:lnTo>
                <a:lnTo>
                  <a:pt x="1461228" y="225037"/>
                </a:lnTo>
                <a:lnTo>
                  <a:pt x="1460457" y="224286"/>
                </a:lnTo>
                <a:lnTo>
                  <a:pt x="1454713" y="216673"/>
                </a:lnTo>
                <a:lnTo>
                  <a:pt x="1441722" y="173631"/>
                </a:lnTo>
                <a:lnTo>
                  <a:pt x="1441182" y="159753"/>
                </a:lnTo>
                <a:lnTo>
                  <a:pt x="1441703" y="145759"/>
                </a:lnTo>
                <a:lnTo>
                  <a:pt x="1454135" y="102833"/>
                </a:lnTo>
                <a:lnTo>
                  <a:pt x="1459070" y="96065"/>
                </a:lnTo>
                <a:lnTo>
                  <a:pt x="1459070" y="76792"/>
                </a:lnTo>
                <a:close/>
              </a:path>
              <a:path w="2307590" h="622300">
                <a:moveTo>
                  <a:pt x="1511190" y="74325"/>
                </a:moveTo>
                <a:lnTo>
                  <a:pt x="1473565" y="83577"/>
                </a:lnTo>
                <a:lnTo>
                  <a:pt x="1458977" y="115651"/>
                </a:lnTo>
                <a:lnTo>
                  <a:pt x="1458144" y="160061"/>
                </a:lnTo>
                <a:lnTo>
                  <a:pt x="1461151" y="207864"/>
                </a:lnTo>
                <a:lnTo>
                  <a:pt x="1461228" y="225037"/>
                </a:lnTo>
                <a:lnTo>
                  <a:pt x="1467049" y="230705"/>
                </a:lnTo>
                <a:lnTo>
                  <a:pt x="1511190" y="245181"/>
                </a:lnTo>
                <a:lnTo>
                  <a:pt x="1522601" y="244526"/>
                </a:lnTo>
                <a:lnTo>
                  <a:pt x="1562038" y="228913"/>
                </a:lnTo>
                <a:lnTo>
                  <a:pt x="1582336" y="205705"/>
                </a:lnTo>
                <a:lnTo>
                  <a:pt x="1494844" y="205705"/>
                </a:lnTo>
                <a:lnTo>
                  <a:pt x="1487648" y="203855"/>
                </a:lnTo>
                <a:lnTo>
                  <a:pt x="1460611" y="169211"/>
                </a:lnTo>
                <a:lnTo>
                  <a:pt x="1460611" y="150090"/>
                </a:lnTo>
                <a:lnTo>
                  <a:pt x="1487648" y="115651"/>
                </a:lnTo>
                <a:lnTo>
                  <a:pt x="1494844" y="113801"/>
                </a:lnTo>
                <a:lnTo>
                  <a:pt x="1582135" y="113801"/>
                </a:lnTo>
                <a:lnTo>
                  <a:pt x="1576841" y="105705"/>
                </a:lnTo>
                <a:lnTo>
                  <a:pt x="1543572" y="80397"/>
                </a:lnTo>
                <a:lnTo>
                  <a:pt x="1522601" y="75000"/>
                </a:lnTo>
                <a:lnTo>
                  <a:pt x="1511190" y="74325"/>
                </a:lnTo>
                <a:close/>
              </a:path>
              <a:path w="2307590" h="622300">
                <a:moveTo>
                  <a:pt x="1459070" y="96065"/>
                </a:moveTo>
                <a:lnTo>
                  <a:pt x="1443264" y="133076"/>
                </a:lnTo>
                <a:lnTo>
                  <a:pt x="1441182" y="159753"/>
                </a:lnTo>
                <a:lnTo>
                  <a:pt x="1441722" y="173631"/>
                </a:lnTo>
                <a:lnTo>
                  <a:pt x="1454713" y="216673"/>
                </a:lnTo>
                <a:lnTo>
                  <a:pt x="1461228" y="225037"/>
                </a:lnTo>
                <a:lnTo>
                  <a:pt x="1461151" y="207864"/>
                </a:lnTo>
                <a:lnTo>
                  <a:pt x="1458144" y="160061"/>
                </a:lnTo>
                <a:lnTo>
                  <a:pt x="1458977" y="115651"/>
                </a:lnTo>
                <a:lnTo>
                  <a:pt x="1459070" y="96065"/>
                </a:lnTo>
                <a:close/>
              </a:path>
              <a:path w="2307590" h="622300">
                <a:moveTo>
                  <a:pt x="1582135" y="113801"/>
                </a:moveTo>
                <a:lnTo>
                  <a:pt x="1510881" y="113801"/>
                </a:lnTo>
                <a:lnTo>
                  <a:pt x="1517975" y="115651"/>
                </a:lnTo>
                <a:lnTo>
                  <a:pt x="1524143" y="119352"/>
                </a:lnTo>
                <a:lnTo>
                  <a:pt x="1530517" y="123053"/>
                </a:lnTo>
                <a:lnTo>
                  <a:pt x="1535554" y="128296"/>
                </a:lnTo>
                <a:lnTo>
                  <a:pt x="1539255" y="135081"/>
                </a:lnTo>
                <a:lnTo>
                  <a:pt x="1543161" y="141865"/>
                </a:lnTo>
                <a:lnTo>
                  <a:pt x="1545114" y="150090"/>
                </a:lnTo>
                <a:lnTo>
                  <a:pt x="1545114" y="169211"/>
                </a:lnTo>
                <a:lnTo>
                  <a:pt x="1543161" y="177435"/>
                </a:lnTo>
                <a:lnTo>
                  <a:pt x="1539255" y="184425"/>
                </a:lnTo>
                <a:lnTo>
                  <a:pt x="1535554" y="191210"/>
                </a:lnTo>
                <a:lnTo>
                  <a:pt x="1530517" y="196453"/>
                </a:lnTo>
                <a:lnTo>
                  <a:pt x="1524143" y="200154"/>
                </a:lnTo>
                <a:lnTo>
                  <a:pt x="1517975" y="203855"/>
                </a:lnTo>
                <a:lnTo>
                  <a:pt x="1510881" y="205705"/>
                </a:lnTo>
                <a:lnTo>
                  <a:pt x="1582336" y="205705"/>
                </a:lnTo>
                <a:lnTo>
                  <a:pt x="1593842" y="159753"/>
                </a:lnTo>
                <a:lnTo>
                  <a:pt x="1593148" y="147224"/>
                </a:lnTo>
                <a:lnTo>
                  <a:pt x="1591067" y="135543"/>
                </a:lnTo>
                <a:lnTo>
                  <a:pt x="1587597" y="124710"/>
                </a:lnTo>
                <a:lnTo>
                  <a:pt x="1582740" y="114726"/>
                </a:lnTo>
                <a:lnTo>
                  <a:pt x="1582135" y="113801"/>
                </a:lnTo>
                <a:close/>
              </a:path>
              <a:path w="2307590" h="622300">
                <a:moveTo>
                  <a:pt x="1672001" y="76792"/>
                </a:moveTo>
                <a:lnTo>
                  <a:pt x="1626049" y="76792"/>
                </a:lnTo>
                <a:lnTo>
                  <a:pt x="1626049" y="302544"/>
                </a:lnTo>
                <a:lnTo>
                  <a:pt x="1674160" y="302544"/>
                </a:lnTo>
                <a:lnTo>
                  <a:pt x="1674160" y="225037"/>
                </a:lnTo>
                <a:lnTo>
                  <a:pt x="1673389" y="224286"/>
                </a:lnTo>
                <a:lnTo>
                  <a:pt x="1667645" y="216673"/>
                </a:lnTo>
                <a:lnTo>
                  <a:pt x="1654653" y="173631"/>
                </a:lnTo>
                <a:lnTo>
                  <a:pt x="1654114" y="159753"/>
                </a:lnTo>
                <a:lnTo>
                  <a:pt x="1654634" y="145759"/>
                </a:lnTo>
                <a:lnTo>
                  <a:pt x="1667067" y="102833"/>
                </a:lnTo>
                <a:lnTo>
                  <a:pt x="1672001" y="96065"/>
                </a:lnTo>
                <a:lnTo>
                  <a:pt x="1672001" y="76792"/>
                </a:lnTo>
                <a:close/>
              </a:path>
              <a:path w="2307590" h="622300">
                <a:moveTo>
                  <a:pt x="1724121" y="74325"/>
                </a:moveTo>
                <a:lnTo>
                  <a:pt x="1686496" y="83577"/>
                </a:lnTo>
                <a:lnTo>
                  <a:pt x="1671908" y="115651"/>
                </a:lnTo>
                <a:lnTo>
                  <a:pt x="1671076" y="160061"/>
                </a:lnTo>
                <a:lnTo>
                  <a:pt x="1674082" y="207864"/>
                </a:lnTo>
                <a:lnTo>
                  <a:pt x="1674160" y="225037"/>
                </a:lnTo>
                <a:lnTo>
                  <a:pt x="1679981" y="230705"/>
                </a:lnTo>
                <a:lnTo>
                  <a:pt x="1724121" y="245181"/>
                </a:lnTo>
                <a:lnTo>
                  <a:pt x="1735532" y="244526"/>
                </a:lnTo>
                <a:lnTo>
                  <a:pt x="1774969" y="228913"/>
                </a:lnTo>
                <a:lnTo>
                  <a:pt x="1795268" y="205705"/>
                </a:lnTo>
                <a:lnTo>
                  <a:pt x="1707776" y="205705"/>
                </a:lnTo>
                <a:lnTo>
                  <a:pt x="1700580" y="203855"/>
                </a:lnTo>
                <a:lnTo>
                  <a:pt x="1673543" y="169211"/>
                </a:lnTo>
                <a:lnTo>
                  <a:pt x="1673543" y="150090"/>
                </a:lnTo>
                <a:lnTo>
                  <a:pt x="1700580" y="115651"/>
                </a:lnTo>
                <a:lnTo>
                  <a:pt x="1707776" y="113801"/>
                </a:lnTo>
                <a:lnTo>
                  <a:pt x="1795066" y="113801"/>
                </a:lnTo>
                <a:lnTo>
                  <a:pt x="1789773" y="105705"/>
                </a:lnTo>
                <a:lnTo>
                  <a:pt x="1756504" y="80397"/>
                </a:lnTo>
                <a:lnTo>
                  <a:pt x="1735532" y="75000"/>
                </a:lnTo>
                <a:lnTo>
                  <a:pt x="1724121" y="74325"/>
                </a:lnTo>
                <a:close/>
              </a:path>
              <a:path w="2307590" h="622300">
                <a:moveTo>
                  <a:pt x="1672001" y="96065"/>
                </a:moveTo>
                <a:lnTo>
                  <a:pt x="1656195" y="133076"/>
                </a:lnTo>
                <a:lnTo>
                  <a:pt x="1654114" y="159753"/>
                </a:lnTo>
                <a:lnTo>
                  <a:pt x="1654653" y="173631"/>
                </a:lnTo>
                <a:lnTo>
                  <a:pt x="1667645" y="216673"/>
                </a:lnTo>
                <a:lnTo>
                  <a:pt x="1674160" y="225037"/>
                </a:lnTo>
                <a:lnTo>
                  <a:pt x="1674082" y="207864"/>
                </a:lnTo>
                <a:lnTo>
                  <a:pt x="1671076" y="160061"/>
                </a:lnTo>
                <a:lnTo>
                  <a:pt x="1671908" y="115651"/>
                </a:lnTo>
                <a:lnTo>
                  <a:pt x="1672001" y="96065"/>
                </a:lnTo>
                <a:close/>
              </a:path>
              <a:path w="2307590" h="622300">
                <a:moveTo>
                  <a:pt x="1795066" y="113801"/>
                </a:moveTo>
                <a:lnTo>
                  <a:pt x="1723813" y="113801"/>
                </a:lnTo>
                <a:lnTo>
                  <a:pt x="1730906" y="115651"/>
                </a:lnTo>
                <a:lnTo>
                  <a:pt x="1737074" y="119352"/>
                </a:lnTo>
                <a:lnTo>
                  <a:pt x="1743448" y="123053"/>
                </a:lnTo>
                <a:lnTo>
                  <a:pt x="1748485" y="128296"/>
                </a:lnTo>
                <a:lnTo>
                  <a:pt x="1752186" y="135081"/>
                </a:lnTo>
                <a:lnTo>
                  <a:pt x="1756092" y="141865"/>
                </a:lnTo>
                <a:lnTo>
                  <a:pt x="1758046" y="150090"/>
                </a:lnTo>
                <a:lnTo>
                  <a:pt x="1758046" y="169211"/>
                </a:lnTo>
                <a:lnTo>
                  <a:pt x="1756092" y="177435"/>
                </a:lnTo>
                <a:lnTo>
                  <a:pt x="1752186" y="184425"/>
                </a:lnTo>
                <a:lnTo>
                  <a:pt x="1748485" y="191210"/>
                </a:lnTo>
                <a:lnTo>
                  <a:pt x="1743448" y="196453"/>
                </a:lnTo>
                <a:lnTo>
                  <a:pt x="1737074" y="200154"/>
                </a:lnTo>
                <a:lnTo>
                  <a:pt x="1730906" y="203855"/>
                </a:lnTo>
                <a:lnTo>
                  <a:pt x="1723813" y="205705"/>
                </a:lnTo>
                <a:lnTo>
                  <a:pt x="1795268" y="205705"/>
                </a:lnTo>
                <a:lnTo>
                  <a:pt x="1806774" y="159753"/>
                </a:lnTo>
                <a:lnTo>
                  <a:pt x="1806080" y="147224"/>
                </a:lnTo>
                <a:lnTo>
                  <a:pt x="1803998" y="135543"/>
                </a:lnTo>
                <a:lnTo>
                  <a:pt x="1800528" y="124710"/>
                </a:lnTo>
                <a:lnTo>
                  <a:pt x="1795671" y="114726"/>
                </a:lnTo>
                <a:lnTo>
                  <a:pt x="1795066" y="113801"/>
                </a:lnTo>
                <a:close/>
              </a:path>
              <a:path w="2307590" h="622300">
                <a:moveTo>
                  <a:pt x="98072" y="450193"/>
                </a:moveTo>
                <a:lnTo>
                  <a:pt x="53932" y="464668"/>
                </a:lnTo>
                <a:lnTo>
                  <a:pt x="48033" y="487510"/>
                </a:lnTo>
                <a:lnTo>
                  <a:pt x="45027" y="535312"/>
                </a:lnTo>
                <a:lnTo>
                  <a:pt x="45859" y="579722"/>
                </a:lnTo>
                <a:lnTo>
                  <a:pt x="45952" y="599308"/>
                </a:lnTo>
                <a:lnTo>
                  <a:pt x="46569" y="600154"/>
                </a:lnTo>
                <a:lnTo>
                  <a:pt x="87509" y="620470"/>
                </a:lnTo>
                <a:lnTo>
                  <a:pt x="98072" y="621048"/>
                </a:lnTo>
                <a:lnTo>
                  <a:pt x="109483" y="620393"/>
                </a:lnTo>
                <a:lnTo>
                  <a:pt x="148920" y="604645"/>
                </a:lnTo>
                <a:lnTo>
                  <a:pt x="169018" y="581573"/>
                </a:lnTo>
                <a:lnTo>
                  <a:pt x="81727" y="581573"/>
                </a:lnTo>
                <a:lnTo>
                  <a:pt x="74531" y="579722"/>
                </a:lnTo>
                <a:lnTo>
                  <a:pt x="47494" y="545078"/>
                </a:lnTo>
                <a:lnTo>
                  <a:pt x="47494" y="525957"/>
                </a:lnTo>
                <a:lnTo>
                  <a:pt x="74531" y="491519"/>
                </a:lnTo>
                <a:lnTo>
                  <a:pt x="81727" y="489668"/>
                </a:lnTo>
                <a:lnTo>
                  <a:pt x="169219" y="489668"/>
                </a:lnTo>
                <a:lnTo>
                  <a:pt x="163724" y="481264"/>
                </a:lnTo>
                <a:lnTo>
                  <a:pt x="130454" y="456091"/>
                </a:lnTo>
                <a:lnTo>
                  <a:pt x="109483" y="450848"/>
                </a:lnTo>
                <a:lnTo>
                  <a:pt x="98072" y="450193"/>
                </a:lnTo>
                <a:close/>
              </a:path>
              <a:path w="2307590" h="622300">
                <a:moveTo>
                  <a:pt x="48111" y="389745"/>
                </a:moveTo>
                <a:lnTo>
                  <a:pt x="0" y="389745"/>
                </a:lnTo>
                <a:lnTo>
                  <a:pt x="0" y="618581"/>
                </a:lnTo>
                <a:lnTo>
                  <a:pt x="45952" y="618581"/>
                </a:lnTo>
                <a:lnTo>
                  <a:pt x="45952" y="599308"/>
                </a:lnTo>
                <a:lnTo>
                  <a:pt x="41017" y="592540"/>
                </a:lnTo>
                <a:lnTo>
                  <a:pt x="36391" y="583732"/>
                </a:lnTo>
                <a:lnTo>
                  <a:pt x="32748" y="573554"/>
                </a:lnTo>
                <a:lnTo>
                  <a:pt x="30146" y="562143"/>
                </a:lnTo>
                <a:lnTo>
                  <a:pt x="28585" y="549499"/>
                </a:lnTo>
                <a:lnTo>
                  <a:pt x="28064" y="535621"/>
                </a:lnTo>
                <a:lnTo>
                  <a:pt x="28604" y="521627"/>
                </a:lnTo>
                <a:lnTo>
                  <a:pt x="41596" y="478701"/>
                </a:lnTo>
                <a:lnTo>
                  <a:pt x="48111" y="470336"/>
                </a:lnTo>
                <a:lnTo>
                  <a:pt x="48111" y="389745"/>
                </a:lnTo>
                <a:close/>
              </a:path>
              <a:path w="2307590" h="622300">
                <a:moveTo>
                  <a:pt x="48111" y="470336"/>
                </a:moveTo>
                <a:lnTo>
                  <a:pt x="30223" y="508944"/>
                </a:lnTo>
                <a:lnTo>
                  <a:pt x="28064" y="535621"/>
                </a:lnTo>
                <a:lnTo>
                  <a:pt x="28585" y="549499"/>
                </a:lnTo>
                <a:lnTo>
                  <a:pt x="41017" y="592540"/>
                </a:lnTo>
                <a:lnTo>
                  <a:pt x="45952" y="599308"/>
                </a:lnTo>
                <a:lnTo>
                  <a:pt x="45859" y="579722"/>
                </a:lnTo>
                <a:lnTo>
                  <a:pt x="45027" y="535312"/>
                </a:lnTo>
                <a:lnTo>
                  <a:pt x="48033" y="487510"/>
                </a:lnTo>
                <a:lnTo>
                  <a:pt x="48111" y="470336"/>
                </a:lnTo>
                <a:close/>
              </a:path>
              <a:path w="2307590" h="622300">
                <a:moveTo>
                  <a:pt x="169219" y="489668"/>
                </a:moveTo>
                <a:lnTo>
                  <a:pt x="97764" y="489668"/>
                </a:lnTo>
                <a:lnTo>
                  <a:pt x="104857" y="491519"/>
                </a:lnTo>
                <a:lnTo>
                  <a:pt x="111025" y="495220"/>
                </a:lnTo>
                <a:lnTo>
                  <a:pt x="117399" y="498920"/>
                </a:lnTo>
                <a:lnTo>
                  <a:pt x="122436" y="504163"/>
                </a:lnTo>
                <a:lnTo>
                  <a:pt x="126137" y="510948"/>
                </a:lnTo>
                <a:lnTo>
                  <a:pt x="130043" y="517733"/>
                </a:lnTo>
                <a:lnTo>
                  <a:pt x="131997" y="525957"/>
                </a:lnTo>
                <a:lnTo>
                  <a:pt x="131997" y="545078"/>
                </a:lnTo>
                <a:lnTo>
                  <a:pt x="130043" y="553302"/>
                </a:lnTo>
                <a:lnTo>
                  <a:pt x="126137" y="560293"/>
                </a:lnTo>
                <a:lnTo>
                  <a:pt x="122436" y="567078"/>
                </a:lnTo>
                <a:lnTo>
                  <a:pt x="117399" y="572321"/>
                </a:lnTo>
                <a:lnTo>
                  <a:pt x="111025" y="576021"/>
                </a:lnTo>
                <a:lnTo>
                  <a:pt x="104857" y="579722"/>
                </a:lnTo>
                <a:lnTo>
                  <a:pt x="97764" y="581573"/>
                </a:lnTo>
                <a:lnTo>
                  <a:pt x="169018" y="581573"/>
                </a:lnTo>
                <a:lnTo>
                  <a:pt x="180724" y="535621"/>
                </a:lnTo>
                <a:lnTo>
                  <a:pt x="180030" y="522957"/>
                </a:lnTo>
                <a:lnTo>
                  <a:pt x="177949" y="511180"/>
                </a:lnTo>
                <a:lnTo>
                  <a:pt x="174479" y="500289"/>
                </a:lnTo>
                <a:lnTo>
                  <a:pt x="169622" y="490285"/>
                </a:lnTo>
                <a:lnTo>
                  <a:pt x="169219" y="489668"/>
                </a:lnTo>
                <a:close/>
              </a:path>
              <a:path w="2307590" h="622300">
                <a:moveTo>
                  <a:pt x="308910" y="521126"/>
                </a:moveTo>
                <a:lnTo>
                  <a:pt x="270668" y="521126"/>
                </a:lnTo>
                <a:lnTo>
                  <a:pt x="258621" y="521530"/>
                </a:lnTo>
                <a:lnTo>
                  <a:pt x="216003" y="535004"/>
                </a:lnTo>
                <a:lnTo>
                  <a:pt x="199426" y="570779"/>
                </a:lnTo>
                <a:lnTo>
                  <a:pt x="199889" y="577698"/>
                </a:lnTo>
                <a:lnTo>
                  <a:pt x="221573" y="610890"/>
                </a:lnTo>
                <a:lnTo>
                  <a:pt x="261415" y="621048"/>
                </a:lnTo>
                <a:lnTo>
                  <a:pt x="271863" y="620528"/>
                </a:lnTo>
                <a:lnTo>
                  <a:pt x="308910" y="602467"/>
                </a:lnTo>
                <a:lnTo>
                  <a:pt x="311994" y="597687"/>
                </a:lnTo>
                <a:lnTo>
                  <a:pt x="311994" y="588666"/>
                </a:lnTo>
                <a:lnTo>
                  <a:pt x="265014" y="588666"/>
                </a:lnTo>
                <a:lnTo>
                  <a:pt x="258331" y="586918"/>
                </a:lnTo>
                <a:lnTo>
                  <a:pt x="253397" y="583423"/>
                </a:lnTo>
                <a:lnTo>
                  <a:pt x="248668" y="579722"/>
                </a:lnTo>
                <a:lnTo>
                  <a:pt x="246304" y="574788"/>
                </a:lnTo>
                <a:lnTo>
                  <a:pt x="246304" y="563069"/>
                </a:lnTo>
                <a:lnTo>
                  <a:pt x="248360" y="558442"/>
                </a:lnTo>
                <a:lnTo>
                  <a:pt x="252472" y="554742"/>
                </a:lnTo>
                <a:lnTo>
                  <a:pt x="256789" y="551041"/>
                </a:lnTo>
                <a:lnTo>
                  <a:pt x="264602" y="549190"/>
                </a:lnTo>
                <a:lnTo>
                  <a:pt x="308910" y="549190"/>
                </a:lnTo>
                <a:lnTo>
                  <a:pt x="308910" y="521126"/>
                </a:lnTo>
                <a:close/>
              </a:path>
              <a:path w="2307590" h="622300">
                <a:moveTo>
                  <a:pt x="350465" y="488435"/>
                </a:moveTo>
                <a:lnTo>
                  <a:pt x="270668" y="488435"/>
                </a:lnTo>
                <a:lnTo>
                  <a:pt x="279746" y="488974"/>
                </a:lnTo>
                <a:lnTo>
                  <a:pt x="287553" y="490594"/>
                </a:lnTo>
                <a:lnTo>
                  <a:pt x="308910" y="521126"/>
                </a:lnTo>
                <a:lnTo>
                  <a:pt x="308910" y="566153"/>
                </a:lnTo>
                <a:lnTo>
                  <a:pt x="316311" y="588358"/>
                </a:lnTo>
                <a:lnTo>
                  <a:pt x="313150" y="595894"/>
                </a:lnTo>
                <a:lnTo>
                  <a:pt x="311994" y="597687"/>
                </a:lnTo>
                <a:lnTo>
                  <a:pt x="311994" y="618581"/>
                </a:lnTo>
                <a:lnTo>
                  <a:pt x="357021" y="618581"/>
                </a:lnTo>
                <a:lnTo>
                  <a:pt x="357021" y="549190"/>
                </a:lnTo>
                <a:lnTo>
                  <a:pt x="314769" y="549190"/>
                </a:lnTo>
                <a:lnTo>
                  <a:pt x="314769" y="521126"/>
                </a:lnTo>
                <a:lnTo>
                  <a:pt x="356815" y="521126"/>
                </a:lnTo>
                <a:lnTo>
                  <a:pt x="355710" y="506187"/>
                </a:lnTo>
                <a:lnTo>
                  <a:pt x="351778" y="490979"/>
                </a:lnTo>
                <a:lnTo>
                  <a:pt x="350465" y="488435"/>
                </a:lnTo>
                <a:close/>
              </a:path>
              <a:path w="2307590" h="622300">
                <a:moveTo>
                  <a:pt x="308910" y="566153"/>
                </a:moveTo>
                <a:lnTo>
                  <a:pt x="308954" y="579208"/>
                </a:lnTo>
                <a:lnTo>
                  <a:pt x="311994" y="586199"/>
                </a:lnTo>
                <a:lnTo>
                  <a:pt x="311994" y="597687"/>
                </a:lnTo>
                <a:lnTo>
                  <a:pt x="313150" y="595894"/>
                </a:lnTo>
                <a:lnTo>
                  <a:pt x="316311" y="588358"/>
                </a:lnTo>
                <a:lnTo>
                  <a:pt x="308910" y="566153"/>
                </a:lnTo>
                <a:close/>
              </a:path>
              <a:path w="2307590" h="622300">
                <a:moveTo>
                  <a:pt x="308910" y="566153"/>
                </a:moveTo>
                <a:lnTo>
                  <a:pt x="281462" y="588666"/>
                </a:lnTo>
                <a:lnTo>
                  <a:pt x="311994" y="588666"/>
                </a:lnTo>
                <a:lnTo>
                  <a:pt x="311994" y="586199"/>
                </a:lnTo>
                <a:lnTo>
                  <a:pt x="308954" y="579208"/>
                </a:lnTo>
                <a:lnTo>
                  <a:pt x="308910" y="566153"/>
                </a:lnTo>
                <a:close/>
              </a:path>
              <a:path w="2307590" h="622300">
                <a:moveTo>
                  <a:pt x="356815" y="521126"/>
                </a:moveTo>
                <a:lnTo>
                  <a:pt x="314769" y="521126"/>
                </a:lnTo>
                <a:lnTo>
                  <a:pt x="314769" y="549190"/>
                </a:lnTo>
                <a:lnTo>
                  <a:pt x="357021" y="549190"/>
                </a:lnTo>
                <a:lnTo>
                  <a:pt x="356935" y="522745"/>
                </a:lnTo>
                <a:lnTo>
                  <a:pt x="356815" y="521126"/>
                </a:lnTo>
                <a:close/>
              </a:path>
              <a:path w="2307590" h="622300">
                <a:moveTo>
                  <a:pt x="277144" y="450193"/>
                </a:moveTo>
                <a:lnTo>
                  <a:pt x="238285" y="455435"/>
                </a:lnTo>
                <a:lnTo>
                  <a:pt x="205594" y="470239"/>
                </a:lnTo>
                <a:lnTo>
                  <a:pt x="222865" y="503855"/>
                </a:lnTo>
                <a:lnTo>
                  <a:pt x="228827" y="499126"/>
                </a:lnTo>
                <a:lnTo>
                  <a:pt x="236024" y="495425"/>
                </a:lnTo>
                <a:lnTo>
                  <a:pt x="270668" y="488435"/>
                </a:lnTo>
                <a:lnTo>
                  <a:pt x="350465" y="488435"/>
                </a:lnTo>
                <a:lnTo>
                  <a:pt x="345224" y="478277"/>
                </a:lnTo>
                <a:lnTo>
                  <a:pt x="336049" y="468080"/>
                </a:lnTo>
                <a:lnTo>
                  <a:pt x="324503" y="460254"/>
                </a:lnTo>
                <a:lnTo>
                  <a:pt x="310837" y="454664"/>
                </a:lnTo>
                <a:lnTo>
                  <a:pt x="295051" y="451311"/>
                </a:lnTo>
                <a:lnTo>
                  <a:pt x="277144" y="450193"/>
                </a:lnTo>
                <a:close/>
              </a:path>
              <a:path w="2307590" h="622300">
                <a:moveTo>
                  <a:pt x="400564" y="568620"/>
                </a:moveTo>
                <a:lnTo>
                  <a:pt x="384527" y="603161"/>
                </a:lnTo>
                <a:lnTo>
                  <a:pt x="390733" y="606862"/>
                </a:lnTo>
                <a:lnTo>
                  <a:pt x="397942" y="610254"/>
                </a:lnTo>
                <a:lnTo>
                  <a:pt x="435490" y="619815"/>
                </a:lnTo>
                <a:lnTo>
                  <a:pt x="456385" y="621048"/>
                </a:lnTo>
                <a:lnTo>
                  <a:pt x="468393" y="620624"/>
                </a:lnTo>
                <a:lnTo>
                  <a:pt x="506905" y="610563"/>
                </a:lnTo>
                <a:lnTo>
                  <a:pt x="531635" y="584657"/>
                </a:lnTo>
                <a:lnTo>
                  <a:pt x="458235" y="584657"/>
                </a:lnTo>
                <a:lnTo>
                  <a:pt x="450641" y="584387"/>
                </a:lnTo>
                <a:lnTo>
                  <a:pt x="412977" y="575096"/>
                </a:lnTo>
                <a:lnTo>
                  <a:pt x="406520" y="572012"/>
                </a:lnTo>
                <a:lnTo>
                  <a:pt x="400564" y="568620"/>
                </a:lnTo>
                <a:close/>
              </a:path>
              <a:path w="2307590" h="622300">
                <a:moveTo>
                  <a:pt x="465328" y="450193"/>
                </a:moveTo>
                <a:lnTo>
                  <a:pt x="424002" y="457286"/>
                </a:lnTo>
                <a:lnTo>
                  <a:pt x="393567" y="482344"/>
                </a:lnTo>
                <a:lnTo>
                  <a:pt x="388536" y="503855"/>
                </a:lnTo>
                <a:lnTo>
                  <a:pt x="388536" y="513313"/>
                </a:lnTo>
                <a:lnTo>
                  <a:pt x="414236" y="544667"/>
                </a:lnTo>
                <a:lnTo>
                  <a:pt x="456488" y="554228"/>
                </a:lnTo>
                <a:lnTo>
                  <a:pt x="463067" y="555256"/>
                </a:lnTo>
                <a:lnTo>
                  <a:pt x="474992" y="557312"/>
                </a:lnTo>
                <a:lnTo>
                  <a:pt x="479721" y="558854"/>
                </a:lnTo>
                <a:lnTo>
                  <a:pt x="483216" y="560910"/>
                </a:lnTo>
                <a:lnTo>
                  <a:pt x="486917" y="562760"/>
                </a:lnTo>
                <a:lnTo>
                  <a:pt x="488767" y="565639"/>
                </a:lnTo>
                <a:lnTo>
                  <a:pt x="488767" y="574274"/>
                </a:lnTo>
                <a:lnTo>
                  <a:pt x="486403" y="577975"/>
                </a:lnTo>
                <a:lnTo>
                  <a:pt x="481674" y="580648"/>
                </a:lnTo>
                <a:lnTo>
                  <a:pt x="477151" y="583320"/>
                </a:lnTo>
                <a:lnTo>
                  <a:pt x="469338" y="584657"/>
                </a:lnTo>
                <a:lnTo>
                  <a:pt x="531635" y="584657"/>
                </a:lnTo>
                <a:lnTo>
                  <a:pt x="532406" y="582884"/>
                </a:lnTo>
                <a:lnTo>
                  <a:pt x="534141" y="575809"/>
                </a:lnTo>
                <a:lnTo>
                  <a:pt x="534696" y="568620"/>
                </a:lnTo>
                <a:lnTo>
                  <a:pt x="534719" y="558854"/>
                </a:lnTo>
                <a:lnTo>
                  <a:pt x="532869" y="551246"/>
                </a:lnTo>
                <a:lnTo>
                  <a:pt x="529168" y="545489"/>
                </a:lnTo>
                <a:lnTo>
                  <a:pt x="525467" y="539527"/>
                </a:lnTo>
                <a:lnTo>
                  <a:pt x="520636" y="534901"/>
                </a:lnTo>
                <a:lnTo>
                  <a:pt x="514673" y="531611"/>
                </a:lnTo>
                <a:lnTo>
                  <a:pt x="508916" y="528116"/>
                </a:lnTo>
                <a:lnTo>
                  <a:pt x="502440" y="525443"/>
                </a:lnTo>
                <a:lnTo>
                  <a:pt x="488048" y="521742"/>
                </a:lnTo>
                <a:lnTo>
                  <a:pt x="480851" y="520406"/>
                </a:lnTo>
                <a:lnTo>
                  <a:pt x="473655" y="519584"/>
                </a:lnTo>
                <a:lnTo>
                  <a:pt x="466665" y="518556"/>
                </a:lnTo>
                <a:lnTo>
                  <a:pt x="434488" y="506117"/>
                </a:lnTo>
                <a:lnTo>
                  <a:pt x="434488" y="497481"/>
                </a:lnTo>
                <a:lnTo>
                  <a:pt x="436955" y="493780"/>
                </a:lnTo>
                <a:lnTo>
                  <a:pt x="446824" y="488024"/>
                </a:lnTo>
                <a:lnTo>
                  <a:pt x="454637" y="486584"/>
                </a:lnTo>
                <a:lnTo>
                  <a:pt x="518910" y="486584"/>
                </a:lnTo>
                <a:lnTo>
                  <a:pt x="529168" y="464688"/>
                </a:lnTo>
                <a:lnTo>
                  <a:pt x="491119" y="452274"/>
                </a:lnTo>
                <a:lnTo>
                  <a:pt x="473848" y="450424"/>
                </a:lnTo>
                <a:lnTo>
                  <a:pt x="465328" y="450193"/>
                </a:lnTo>
                <a:close/>
              </a:path>
              <a:path w="2307590" h="622300">
                <a:moveTo>
                  <a:pt x="518910" y="486584"/>
                </a:moveTo>
                <a:lnTo>
                  <a:pt x="472936" y="486584"/>
                </a:lnTo>
                <a:lnTo>
                  <a:pt x="480749" y="487510"/>
                </a:lnTo>
                <a:lnTo>
                  <a:pt x="488767" y="489360"/>
                </a:lnTo>
                <a:lnTo>
                  <a:pt x="494916" y="490883"/>
                </a:lnTo>
                <a:lnTo>
                  <a:pt x="501026" y="492984"/>
                </a:lnTo>
                <a:lnTo>
                  <a:pt x="507098" y="495663"/>
                </a:lnTo>
                <a:lnTo>
                  <a:pt x="513131" y="498920"/>
                </a:lnTo>
                <a:lnTo>
                  <a:pt x="518910" y="486584"/>
                </a:lnTo>
                <a:close/>
              </a:path>
              <a:path w="2307590" h="622300">
                <a:moveTo>
                  <a:pt x="640579" y="450193"/>
                </a:moveTo>
                <a:lnTo>
                  <a:pt x="595244" y="461295"/>
                </a:lnTo>
                <a:lnTo>
                  <a:pt x="563478" y="491519"/>
                </a:lnTo>
                <a:lnTo>
                  <a:pt x="552067" y="535621"/>
                </a:lnTo>
                <a:lnTo>
                  <a:pt x="552800" y="547629"/>
                </a:lnTo>
                <a:lnTo>
                  <a:pt x="570244" y="588782"/>
                </a:lnTo>
                <a:lnTo>
                  <a:pt x="608004" y="614803"/>
                </a:lnTo>
                <a:lnTo>
                  <a:pt x="646747" y="621048"/>
                </a:lnTo>
                <a:lnTo>
                  <a:pt x="657676" y="620624"/>
                </a:lnTo>
                <a:lnTo>
                  <a:pt x="694800" y="610351"/>
                </a:lnTo>
                <a:lnTo>
                  <a:pt x="715213" y="594217"/>
                </a:lnTo>
                <a:lnTo>
                  <a:pt x="704405" y="582498"/>
                </a:lnTo>
                <a:lnTo>
                  <a:pt x="647981" y="582498"/>
                </a:lnTo>
                <a:lnTo>
                  <a:pt x="640810" y="582170"/>
                </a:lnTo>
                <a:lnTo>
                  <a:pt x="605113" y="561527"/>
                </a:lnTo>
                <a:lnTo>
                  <a:pt x="599904" y="549190"/>
                </a:lnTo>
                <a:lnTo>
                  <a:pt x="591234" y="549190"/>
                </a:lnTo>
                <a:lnTo>
                  <a:pt x="591234" y="521126"/>
                </a:lnTo>
                <a:lnTo>
                  <a:pt x="599277" y="521126"/>
                </a:lnTo>
                <a:lnTo>
                  <a:pt x="601001" y="513621"/>
                </a:lnTo>
                <a:lnTo>
                  <a:pt x="604496" y="507247"/>
                </a:lnTo>
                <a:lnTo>
                  <a:pt x="607991" y="500668"/>
                </a:lnTo>
                <a:lnTo>
                  <a:pt x="612823" y="495631"/>
                </a:lnTo>
                <a:lnTo>
                  <a:pt x="618991" y="492136"/>
                </a:lnTo>
                <a:lnTo>
                  <a:pt x="625365" y="488435"/>
                </a:lnTo>
                <a:lnTo>
                  <a:pt x="632663" y="486584"/>
                </a:lnTo>
                <a:lnTo>
                  <a:pt x="713000" y="486584"/>
                </a:lnTo>
                <a:lnTo>
                  <a:pt x="709296" y="481149"/>
                </a:lnTo>
                <a:lnTo>
                  <a:pt x="674349" y="456091"/>
                </a:lnTo>
                <a:lnTo>
                  <a:pt x="652453" y="450848"/>
                </a:lnTo>
                <a:lnTo>
                  <a:pt x="640579" y="450193"/>
                </a:lnTo>
                <a:close/>
              </a:path>
              <a:path w="2307590" h="622300">
                <a:moveTo>
                  <a:pt x="689615" y="566461"/>
                </a:moveTo>
                <a:lnTo>
                  <a:pt x="684064" y="571807"/>
                </a:lnTo>
                <a:lnTo>
                  <a:pt x="677896" y="575816"/>
                </a:lnTo>
                <a:lnTo>
                  <a:pt x="671111" y="578489"/>
                </a:lnTo>
                <a:lnTo>
                  <a:pt x="664532" y="581162"/>
                </a:lnTo>
                <a:lnTo>
                  <a:pt x="656822" y="582498"/>
                </a:lnTo>
                <a:lnTo>
                  <a:pt x="704405" y="582498"/>
                </a:lnTo>
                <a:lnTo>
                  <a:pt x="689615" y="566461"/>
                </a:lnTo>
                <a:close/>
              </a:path>
              <a:path w="2307590" h="622300">
                <a:moveTo>
                  <a:pt x="599277" y="521126"/>
                </a:moveTo>
                <a:lnTo>
                  <a:pt x="591234" y="521126"/>
                </a:lnTo>
                <a:lnTo>
                  <a:pt x="591234" y="549190"/>
                </a:lnTo>
                <a:lnTo>
                  <a:pt x="599904" y="549190"/>
                </a:lnTo>
                <a:lnTo>
                  <a:pt x="599253" y="546518"/>
                </a:lnTo>
                <a:lnTo>
                  <a:pt x="599277" y="521126"/>
                </a:lnTo>
                <a:close/>
              </a:path>
              <a:path w="2307590" h="622300">
                <a:moveTo>
                  <a:pt x="682214" y="521126"/>
                </a:moveTo>
                <a:lnTo>
                  <a:pt x="599277" y="521126"/>
                </a:lnTo>
                <a:lnTo>
                  <a:pt x="599253" y="546518"/>
                </a:lnTo>
                <a:lnTo>
                  <a:pt x="599904" y="549190"/>
                </a:lnTo>
                <a:lnTo>
                  <a:pt x="726007" y="549190"/>
                </a:lnTo>
                <a:lnTo>
                  <a:pt x="726268" y="546518"/>
                </a:lnTo>
                <a:lnTo>
                  <a:pt x="726830" y="540247"/>
                </a:lnTo>
                <a:lnTo>
                  <a:pt x="726898" y="535621"/>
                </a:lnTo>
                <a:lnTo>
                  <a:pt x="726558" y="529452"/>
                </a:lnTo>
                <a:lnTo>
                  <a:pt x="682214" y="529452"/>
                </a:lnTo>
                <a:lnTo>
                  <a:pt x="682214" y="521126"/>
                </a:lnTo>
                <a:close/>
              </a:path>
              <a:path w="2307590" h="622300">
                <a:moveTo>
                  <a:pt x="713000" y="486584"/>
                </a:moveTo>
                <a:lnTo>
                  <a:pt x="649112" y="486584"/>
                </a:lnTo>
                <a:lnTo>
                  <a:pt x="656308" y="488435"/>
                </a:lnTo>
                <a:lnTo>
                  <a:pt x="662476" y="492136"/>
                </a:lnTo>
                <a:lnTo>
                  <a:pt x="668644" y="495631"/>
                </a:lnTo>
                <a:lnTo>
                  <a:pt x="673476" y="500565"/>
                </a:lnTo>
                <a:lnTo>
                  <a:pt x="680466" y="513313"/>
                </a:lnTo>
                <a:lnTo>
                  <a:pt x="682214" y="520817"/>
                </a:lnTo>
                <a:lnTo>
                  <a:pt x="682214" y="529452"/>
                </a:lnTo>
                <a:lnTo>
                  <a:pt x="700718" y="521126"/>
                </a:lnTo>
                <a:lnTo>
                  <a:pt x="725830" y="521126"/>
                </a:lnTo>
                <a:lnTo>
                  <a:pt x="724080" y="511334"/>
                </a:lnTo>
                <a:lnTo>
                  <a:pt x="720514" y="500328"/>
                </a:lnTo>
                <a:lnTo>
                  <a:pt x="715521" y="490285"/>
                </a:lnTo>
                <a:lnTo>
                  <a:pt x="713000" y="486584"/>
                </a:lnTo>
                <a:close/>
              </a:path>
              <a:path w="2307590" h="622300">
                <a:moveTo>
                  <a:pt x="725830" y="521126"/>
                </a:moveTo>
                <a:lnTo>
                  <a:pt x="700718" y="521126"/>
                </a:lnTo>
                <a:lnTo>
                  <a:pt x="682214" y="529452"/>
                </a:lnTo>
                <a:lnTo>
                  <a:pt x="726558" y="529452"/>
                </a:lnTo>
                <a:lnTo>
                  <a:pt x="726219" y="523304"/>
                </a:lnTo>
                <a:lnTo>
                  <a:pt x="725830" y="521126"/>
                </a:lnTo>
                <a:close/>
              </a:path>
              <a:path w="2307590" h="622300">
                <a:moveTo>
                  <a:pt x="830204" y="450193"/>
                </a:moveTo>
                <a:lnTo>
                  <a:pt x="787953" y="460678"/>
                </a:lnTo>
                <a:lnTo>
                  <a:pt x="758038" y="490285"/>
                </a:lnTo>
                <a:lnTo>
                  <a:pt x="747244" y="535621"/>
                </a:lnTo>
                <a:lnTo>
                  <a:pt x="747918" y="548149"/>
                </a:lnTo>
                <a:lnTo>
                  <a:pt x="764071" y="589688"/>
                </a:lnTo>
                <a:lnTo>
                  <a:pt x="797648" y="615150"/>
                </a:lnTo>
                <a:lnTo>
                  <a:pt x="830204" y="621048"/>
                </a:lnTo>
                <a:lnTo>
                  <a:pt x="840748" y="620470"/>
                </a:lnTo>
                <a:lnTo>
                  <a:pt x="881399" y="600154"/>
                </a:lnTo>
                <a:lnTo>
                  <a:pt x="882074" y="581573"/>
                </a:lnTo>
                <a:lnTo>
                  <a:pt x="830513" y="581573"/>
                </a:lnTo>
                <a:lnTo>
                  <a:pt x="823317" y="579722"/>
                </a:lnTo>
                <a:lnTo>
                  <a:pt x="795971" y="545078"/>
                </a:lnTo>
                <a:lnTo>
                  <a:pt x="795971" y="525957"/>
                </a:lnTo>
                <a:lnTo>
                  <a:pt x="823317" y="491519"/>
                </a:lnTo>
                <a:lnTo>
                  <a:pt x="830513" y="489668"/>
                </a:lnTo>
                <a:lnTo>
                  <a:pt x="880071" y="489668"/>
                </a:lnTo>
                <a:lnTo>
                  <a:pt x="879935" y="487510"/>
                </a:lnTo>
                <a:lnTo>
                  <a:pt x="858712" y="455397"/>
                </a:lnTo>
                <a:lnTo>
                  <a:pt x="840362" y="450771"/>
                </a:lnTo>
                <a:lnTo>
                  <a:pt x="830204" y="450193"/>
                </a:lnTo>
                <a:close/>
              </a:path>
              <a:path w="2307590" h="622300">
                <a:moveTo>
                  <a:pt x="927968" y="389745"/>
                </a:moveTo>
                <a:lnTo>
                  <a:pt x="879857" y="389745"/>
                </a:lnTo>
                <a:lnTo>
                  <a:pt x="879857" y="470102"/>
                </a:lnTo>
                <a:lnTo>
                  <a:pt x="880860" y="471087"/>
                </a:lnTo>
                <a:lnTo>
                  <a:pt x="886507" y="478701"/>
                </a:lnTo>
                <a:lnTo>
                  <a:pt x="899364" y="521627"/>
                </a:lnTo>
                <a:lnTo>
                  <a:pt x="899904" y="535621"/>
                </a:lnTo>
                <a:lnTo>
                  <a:pt x="899383" y="549499"/>
                </a:lnTo>
                <a:lnTo>
                  <a:pt x="886951" y="592540"/>
                </a:lnTo>
                <a:lnTo>
                  <a:pt x="882016" y="599308"/>
                </a:lnTo>
                <a:lnTo>
                  <a:pt x="882016" y="618581"/>
                </a:lnTo>
                <a:lnTo>
                  <a:pt x="927968" y="618581"/>
                </a:lnTo>
                <a:lnTo>
                  <a:pt x="927968" y="389745"/>
                </a:lnTo>
                <a:close/>
              </a:path>
              <a:path w="2307590" h="622300">
                <a:moveTo>
                  <a:pt x="879857" y="470102"/>
                </a:moveTo>
                <a:lnTo>
                  <a:pt x="879935" y="487510"/>
                </a:lnTo>
                <a:lnTo>
                  <a:pt x="882942" y="535312"/>
                </a:lnTo>
                <a:lnTo>
                  <a:pt x="882109" y="579722"/>
                </a:lnTo>
                <a:lnTo>
                  <a:pt x="882016" y="599308"/>
                </a:lnTo>
                <a:lnTo>
                  <a:pt x="886951" y="592540"/>
                </a:lnTo>
                <a:lnTo>
                  <a:pt x="891577" y="583732"/>
                </a:lnTo>
                <a:lnTo>
                  <a:pt x="895220" y="573554"/>
                </a:lnTo>
                <a:lnTo>
                  <a:pt x="897822" y="562143"/>
                </a:lnTo>
                <a:lnTo>
                  <a:pt x="899383" y="549499"/>
                </a:lnTo>
                <a:lnTo>
                  <a:pt x="899904" y="535621"/>
                </a:lnTo>
                <a:lnTo>
                  <a:pt x="899364" y="521627"/>
                </a:lnTo>
                <a:lnTo>
                  <a:pt x="886507" y="478701"/>
                </a:lnTo>
                <a:lnTo>
                  <a:pt x="880860" y="471087"/>
                </a:lnTo>
                <a:lnTo>
                  <a:pt x="879857" y="470102"/>
                </a:lnTo>
                <a:close/>
              </a:path>
              <a:path w="2307590" h="622300">
                <a:moveTo>
                  <a:pt x="880071" y="489668"/>
                </a:moveTo>
                <a:lnTo>
                  <a:pt x="846344" y="489668"/>
                </a:lnTo>
                <a:lnTo>
                  <a:pt x="853438" y="491519"/>
                </a:lnTo>
                <a:lnTo>
                  <a:pt x="866185" y="498920"/>
                </a:lnTo>
                <a:lnTo>
                  <a:pt x="871222" y="504163"/>
                </a:lnTo>
                <a:lnTo>
                  <a:pt x="874923" y="510948"/>
                </a:lnTo>
                <a:lnTo>
                  <a:pt x="878829" y="517733"/>
                </a:lnTo>
                <a:lnTo>
                  <a:pt x="880783" y="525957"/>
                </a:lnTo>
                <a:lnTo>
                  <a:pt x="880783" y="545078"/>
                </a:lnTo>
                <a:lnTo>
                  <a:pt x="878829" y="553302"/>
                </a:lnTo>
                <a:lnTo>
                  <a:pt x="874923" y="560293"/>
                </a:lnTo>
                <a:lnTo>
                  <a:pt x="871222" y="567078"/>
                </a:lnTo>
                <a:lnTo>
                  <a:pt x="866185" y="572321"/>
                </a:lnTo>
                <a:lnTo>
                  <a:pt x="853438" y="579722"/>
                </a:lnTo>
                <a:lnTo>
                  <a:pt x="846344" y="581573"/>
                </a:lnTo>
                <a:lnTo>
                  <a:pt x="882074" y="581573"/>
                </a:lnTo>
                <a:lnTo>
                  <a:pt x="882942" y="535312"/>
                </a:lnTo>
                <a:lnTo>
                  <a:pt x="880071" y="489668"/>
                </a:lnTo>
                <a:close/>
              </a:path>
              <a:path w="2307590" h="622300">
                <a:moveTo>
                  <a:pt x="1138789" y="450193"/>
                </a:moveTo>
                <a:lnTo>
                  <a:pt x="1091603" y="461295"/>
                </a:lnTo>
                <a:lnTo>
                  <a:pt x="1059221" y="491519"/>
                </a:lnTo>
                <a:lnTo>
                  <a:pt x="1047502" y="535621"/>
                </a:lnTo>
                <a:lnTo>
                  <a:pt x="1048234" y="547629"/>
                </a:lnTo>
                <a:lnTo>
                  <a:pt x="1065755" y="588782"/>
                </a:lnTo>
                <a:lnTo>
                  <a:pt x="1102301" y="614803"/>
                </a:lnTo>
                <a:lnTo>
                  <a:pt x="1138789" y="621048"/>
                </a:lnTo>
                <a:lnTo>
                  <a:pt x="1151550" y="620355"/>
                </a:lnTo>
                <a:lnTo>
                  <a:pt x="1195439" y="603894"/>
                </a:lnTo>
                <a:lnTo>
                  <a:pt x="1216738" y="581573"/>
                </a:lnTo>
                <a:lnTo>
                  <a:pt x="1130771" y="581573"/>
                </a:lnTo>
                <a:lnTo>
                  <a:pt x="1123575" y="579722"/>
                </a:lnTo>
                <a:lnTo>
                  <a:pt x="1096230" y="545078"/>
                </a:lnTo>
                <a:lnTo>
                  <a:pt x="1096230" y="525957"/>
                </a:lnTo>
                <a:lnTo>
                  <a:pt x="1123575" y="491519"/>
                </a:lnTo>
                <a:lnTo>
                  <a:pt x="1130771" y="489668"/>
                </a:lnTo>
                <a:lnTo>
                  <a:pt x="1216954" y="489668"/>
                </a:lnTo>
                <a:lnTo>
                  <a:pt x="1211631" y="482170"/>
                </a:lnTo>
                <a:lnTo>
                  <a:pt x="1174988" y="456438"/>
                </a:lnTo>
                <a:lnTo>
                  <a:pt x="1151550" y="450886"/>
                </a:lnTo>
                <a:lnTo>
                  <a:pt x="1138789" y="450193"/>
                </a:lnTo>
                <a:close/>
              </a:path>
              <a:path w="2307590" h="622300">
                <a:moveTo>
                  <a:pt x="1216954" y="489668"/>
                </a:moveTo>
                <a:lnTo>
                  <a:pt x="1146808" y="489668"/>
                </a:lnTo>
                <a:lnTo>
                  <a:pt x="1154004" y="491519"/>
                </a:lnTo>
                <a:lnTo>
                  <a:pt x="1166751" y="498920"/>
                </a:lnTo>
                <a:lnTo>
                  <a:pt x="1171789" y="504163"/>
                </a:lnTo>
                <a:lnTo>
                  <a:pt x="1179190" y="517733"/>
                </a:lnTo>
                <a:lnTo>
                  <a:pt x="1181041" y="525957"/>
                </a:lnTo>
                <a:lnTo>
                  <a:pt x="1181041" y="545078"/>
                </a:lnTo>
                <a:lnTo>
                  <a:pt x="1154004" y="579722"/>
                </a:lnTo>
                <a:lnTo>
                  <a:pt x="1146808" y="581573"/>
                </a:lnTo>
                <a:lnTo>
                  <a:pt x="1216738" y="581573"/>
                </a:lnTo>
                <a:lnTo>
                  <a:pt x="1229769" y="535621"/>
                </a:lnTo>
                <a:lnTo>
                  <a:pt x="1229036" y="523361"/>
                </a:lnTo>
                <a:lnTo>
                  <a:pt x="1226839" y="511873"/>
                </a:lnTo>
                <a:lnTo>
                  <a:pt x="1223176" y="501156"/>
                </a:lnTo>
                <a:lnTo>
                  <a:pt x="1218049" y="491210"/>
                </a:lnTo>
                <a:lnTo>
                  <a:pt x="1216954" y="489668"/>
                </a:lnTo>
                <a:close/>
              </a:path>
              <a:path w="2307590" h="622300">
                <a:moveTo>
                  <a:pt x="1307879" y="452660"/>
                </a:moveTo>
                <a:lnTo>
                  <a:pt x="1261927" y="452660"/>
                </a:lnTo>
                <a:lnTo>
                  <a:pt x="1261927" y="618581"/>
                </a:lnTo>
                <a:lnTo>
                  <a:pt x="1310038" y="618581"/>
                </a:lnTo>
                <a:lnTo>
                  <a:pt x="1310038" y="536546"/>
                </a:lnTo>
                <a:lnTo>
                  <a:pt x="1310346" y="529183"/>
                </a:lnTo>
                <a:lnTo>
                  <a:pt x="1325582" y="498612"/>
                </a:lnTo>
                <a:lnTo>
                  <a:pt x="1307879" y="498612"/>
                </a:lnTo>
                <a:lnTo>
                  <a:pt x="1299244" y="484734"/>
                </a:lnTo>
                <a:lnTo>
                  <a:pt x="1304198" y="476889"/>
                </a:lnTo>
                <a:lnTo>
                  <a:pt x="1307879" y="472608"/>
                </a:lnTo>
                <a:lnTo>
                  <a:pt x="1307879" y="452660"/>
                </a:lnTo>
                <a:close/>
              </a:path>
              <a:path w="2307590" h="622300">
                <a:moveTo>
                  <a:pt x="1426795" y="491827"/>
                </a:moveTo>
                <a:lnTo>
                  <a:pt x="1349822" y="491827"/>
                </a:lnTo>
                <a:lnTo>
                  <a:pt x="1357378" y="492425"/>
                </a:lnTo>
                <a:lnTo>
                  <a:pt x="1364009" y="494217"/>
                </a:lnTo>
                <a:lnTo>
                  <a:pt x="1383330" y="529183"/>
                </a:lnTo>
                <a:lnTo>
                  <a:pt x="1383438" y="618581"/>
                </a:lnTo>
                <a:lnTo>
                  <a:pt x="1431549" y="618581"/>
                </a:lnTo>
                <a:lnTo>
                  <a:pt x="1431458" y="521627"/>
                </a:lnTo>
                <a:lnTo>
                  <a:pt x="1430990" y="511526"/>
                </a:lnTo>
                <a:lnTo>
                  <a:pt x="1429313" y="500617"/>
                </a:lnTo>
                <a:lnTo>
                  <a:pt x="1426795" y="491827"/>
                </a:lnTo>
                <a:close/>
              </a:path>
              <a:path w="2307590" h="622300">
                <a:moveTo>
                  <a:pt x="1307879" y="472608"/>
                </a:moveTo>
                <a:lnTo>
                  <a:pt x="1304198" y="476889"/>
                </a:lnTo>
                <a:lnTo>
                  <a:pt x="1299244" y="484734"/>
                </a:lnTo>
                <a:lnTo>
                  <a:pt x="1307879" y="498612"/>
                </a:lnTo>
                <a:lnTo>
                  <a:pt x="1307879" y="472608"/>
                </a:lnTo>
                <a:close/>
              </a:path>
              <a:path w="2307590" h="622300">
                <a:moveTo>
                  <a:pt x="1362775" y="450193"/>
                </a:moveTo>
                <a:lnTo>
                  <a:pt x="1324841" y="459136"/>
                </a:lnTo>
                <a:lnTo>
                  <a:pt x="1307879" y="472608"/>
                </a:lnTo>
                <a:lnTo>
                  <a:pt x="1307879" y="498612"/>
                </a:lnTo>
                <a:lnTo>
                  <a:pt x="1325582" y="498612"/>
                </a:lnTo>
                <a:lnTo>
                  <a:pt x="1329159" y="496762"/>
                </a:lnTo>
                <a:lnTo>
                  <a:pt x="1335327" y="493472"/>
                </a:lnTo>
                <a:lnTo>
                  <a:pt x="1342215" y="491827"/>
                </a:lnTo>
                <a:lnTo>
                  <a:pt x="1426795" y="491827"/>
                </a:lnTo>
                <a:lnTo>
                  <a:pt x="1426518" y="490863"/>
                </a:lnTo>
                <a:lnTo>
                  <a:pt x="1397933" y="458211"/>
                </a:lnTo>
                <a:lnTo>
                  <a:pt x="1372374" y="450694"/>
                </a:lnTo>
                <a:lnTo>
                  <a:pt x="1362775" y="450193"/>
                </a:lnTo>
                <a:close/>
              </a:path>
              <a:path w="2307590" h="622300">
                <a:moveTo>
                  <a:pt x="1683087" y="402698"/>
                </a:moveTo>
                <a:lnTo>
                  <a:pt x="1633742" y="402698"/>
                </a:lnTo>
                <a:lnTo>
                  <a:pt x="1537520" y="618581"/>
                </a:lnTo>
                <a:lnTo>
                  <a:pt x="1588715" y="618581"/>
                </a:lnTo>
                <a:lnTo>
                  <a:pt x="1607953" y="572321"/>
                </a:lnTo>
                <a:lnTo>
                  <a:pt x="1585631" y="572321"/>
                </a:lnTo>
                <a:lnTo>
                  <a:pt x="1598892" y="534387"/>
                </a:lnTo>
                <a:lnTo>
                  <a:pt x="1623728" y="534387"/>
                </a:lnTo>
                <a:lnTo>
                  <a:pt x="1658087" y="451765"/>
                </a:lnTo>
                <a:lnTo>
                  <a:pt x="1648237" y="427987"/>
                </a:lnTo>
                <a:lnTo>
                  <a:pt x="1694394" y="427987"/>
                </a:lnTo>
                <a:lnTo>
                  <a:pt x="1683087" y="402698"/>
                </a:lnTo>
                <a:close/>
              </a:path>
              <a:path w="2307590" h="622300">
                <a:moveTo>
                  <a:pt x="1694394" y="427987"/>
                </a:moveTo>
                <a:lnTo>
                  <a:pt x="1667975" y="427987"/>
                </a:lnTo>
                <a:lnTo>
                  <a:pt x="1658087" y="451765"/>
                </a:lnTo>
                <a:lnTo>
                  <a:pt x="1727188" y="618581"/>
                </a:lnTo>
                <a:lnTo>
                  <a:pt x="1779617" y="618581"/>
                </a:lnTo>
                <a:lnTo>
                  <a:pt x="1758932" y="572321"/>
                </a:lnTo>
                <a:lnTo>
                  <a:pt x="1723488" y="572321"/>
                </a:lnTo>
                <a:lnTo>
                  <a:pt x="1709918" y="534387"/>
                </a:lnTo>
                <a:lnTo>
                  <a:pt x="1741970" y="534387"/>
                </a:lnTo>
                <a:lnTo>
                  <a:pt x="1694394" y="427987"/>
                </a:lnTo>
                <a:close/>
              </a:path>
              <a:path w="2307590" h="622300">
                <a:moveTo>
                  <a:pt x="1823268" y="402698"/>
                </a:moveTo>
                <a:lnTo>
                  <a:pt x="1771456" y="402698"/>
                </a:lnTo>
                <a:lnTo>
                  <a:pt x="1842081" y="618581"/>
                </a:lnTo>
                <a:lnTo>
                  <a:pt x="1895743" y="618581"/>
                </a:lnTo>
                <a:lnTo>
                  <a:pt x="1903998" y="593909"/>
                </a:lnTo>
                <a:lnTo>
                  <a:pt x="1858735" y="593909"/>
                </a:lnTo>
                <a:lnTo>
                  <a:pt x="1871974" y="554445"/>
                </a:lnTo>
                <a:lnTo>
                  <a:pt x="1823268" y="402698"/>
                </a:lnTo>
                <a:close/>
              </a:path>
              <a:path w="2307590" h="622300">
                <a:moveTo>
                  <a:pt x="1984663" y="450809"/>
                </a:moveTo>
                <a:lnTo>
                  <a:pt x="1951873" y="450809"/>
                </a:lnTo>
                <a:lnTo>
                  <a:pt x="1944681" y="472307"/>
                </a:lnTo>
                <a:lnTo>
                  <a:pt x="1992274" y="618581"/>
                </a:lnTo>
                <a:lnTo>
                  <a:pt x="2045936" y="618581"/>
                </a:lnTo>
                <a:lnTo>
                  <a:pt x="2054008" y="593909"/>
                </a:lnTo>
                <a:lnTo>
                  <a:pt x="2005844" y="593909"/>
                </a:lnTo>
                <a:lnTo>
                  <a:pt x="2018458" y="555572"/>
                </a:lnTo>
                <a:lnTo>
                  <a:pt x="1984663" y="450809"/>
                </a:lnTo>
                <a:close/>
              </a:path>
              <a:path w="2307590" h="622300">
                <a:moveTo>
                  <a:pt x="1871974" y="554445"/>
                </a:moveTo>
                <a:lnTo>
                  <a:pt x="1858735" y="593909"/>
                </a:lnTo>
                <a:lnTo>
                  <a:pt x="1884641" y="593909"/>
                </a:lnTo>
                <a:lnTo>
                  <a:pt x="1871974" y="554445"/>
                </a:lnTo>
                <a:close/>
              </a:path>
              <a:path w="2307590" h="622300">
                <a:moveTo>
                  <a:pt x="1969144" y="402698"/>
                </a:moveTo>
                <a:lnTo>
                  <a:pt x="1922883" y="402698"/>
                </a:lnTo>
                <a:lnTo>
                  <a:pt x="1871974" y="554445"/>
                </a:lnTo>
                <a:lnTo>
                  <a:pt x="1884641" y="593909"/>
                </a:lnTo>
                <a:lnTo>
                  <a:pt x="1903998" y="593909"/>
                </a:lnTo>
                <a:lnTo>
                  <a:pt x="1944681" y="472307"/>
                </a:lnTo>
                <a:lnTo>
                  <a:pt x="1937686" y="450809"/>
                </a:lnTo>
                <a:lnTo>
                  <a:pt x="1984663" y="450809"/>
                </a:lnTo>
                <a:lnTo>
                  <a:pt x="1969144" y="402698"/>
                </a:lnTo>
                <a:close/>
              </a:path>
              <a:path w="2307590" h="622300">
                <a:moveTo>
                  <a:pt x="2018458" y="555572"/>
                </a:moveTo>
                <a:lnTo>
                  <a:pt x="2005844" y="593909"/>
                </a:lnTo>
                <a:lnTo>
                  <a:pt x="2030824" y="593909"/>
                </a:lnTo>
                <a:lnTo>
                  <a:pt x="2018458" y="555572"/>
                </a:lnTo>
                <a:close/>
              </a:path>
              <a:path w="2307590" h="622300">
                <a:moveTo>
                  <a:pt x="2116561" y="402698"/>
                </a:moveTo>
                <a:lnTo>
                  <a:pt x="2068758" y="402698"/>
                </a:lnTo>
                <a:lnTo>
                  <a:pt x="2018458" y="555572"/>
                </a:lnTo>
                <a:lnTo>
                  <a:pt x="2030824" y="593909"/>
                </a:lnTo>
                <a:lnTo>
                  <a:pt x="2054008" y="593909"/>
                </a:lnTo>
                <a:lnTo>
                  <a:pt x="2116561" y="402698"/>
                </a:lnTo>
                <a:close/>
              </a:path>
              <a:path w="2307590" h="622300">
                <a:moveTo>
                  <a:pt x="1623728" y="534387"/>
                </a:moveTo>
                <a:lnTo>
                  <a:pt x="1598892" y="534387"/>
                </a:lnTo>
                <a:lnTo>
                  <a:pt x="1585631" y="572321"/>
                </a:lnTo>
                <a:lnTo>
                  <a:pt x="1607953" y="572321"/>
                </a:lnTo>
                <a:lnTo>
                  <a:pt x="1623728" y="534387"/>
                </a:lnTo>
                <a:close/>
              </a:path>
              <a:path w="2307590" h="622300">
                <a:moveTo>
                  <a:pt x="1692312" y="534387"/>
                </a:moveTo>
                <a:lnTo>
                  <a:pt x="1623728" y="534387"/>
                </a:lnTo>
                <a:lnTo>
                  <a:pt x="1607953" y="572321"/>
                </a:lnTo>
                <a:lnTo>
                  <a:pt x="1708025" y="572321"/>
                </a:lnTo>
                <a:lnTo>
                  <a:pt x="1692312" y="534387"/>
                </a:lnTo>
                <a:close/>
              </a:path>
              <a:path w="2307590" h="622300">
                <a:moveTo>
                  <a:pt x="1741970" y="534387"/>
                </a:moveTo>
                <a:lnTo>
                  <a:pt x="1709918" y="534387"/>
                </a:lnTo>
                <a:lnTo>
                  <a:pt x="1723488" y="572321"/>
                </a:lnTo>
                <a:lnTo>
                  <a:pt x="1758932" y="572321"/>
                </a:lnTo>
                <a:lnTo>
                  <a:pt x="1741970" y="534387"/>
                </a:lnTo>
                <a:close/>
              </a:path>
              <a:path w="2307590" h="622300">
                <a:moveTo>
                  <a:pt x="1951873" y="450809"/>
                </a:moveTo>
                <a:lnTo>
                  <a:pt x="1937686" y="450809"/>
                </a:lnTo>
                <a:lnTo>
                  <a:pt x="1944681" y="472307"/>
                </a:lnTo>
                <a:lnTo>
                  <a:pt x="1951873" y="450809"/>
                </a:lnTo>
                <a:close/>
              </a:path>
              <a:path w="2307590" h="622300">
                <a:moveTo>
                  <a:pt x="1667975" y="427987"/>
                </a:moveTo>
                <a:lnTo>
                  <a:pt x="1648237" y="427987"/>
                </a:lnTo>
                <a:lnTo>
                  <a:pt x="1658087" y="451765"/>
                </a:lnTo>
                <a:lnTo>
                  <a:pt x="1667975" y="427987"/>
                </a:lnTo>
                <a:close/>
              </a:path>
              <a:path w="2307590" h="622300">
                <a:moveTo>
                  <a:pt x="2144452" y="559676"/>
                </a:moveTo>
                <a:lnTo>
                  <a:pt x="2127490" y="597301"/>
                </a:lnTo>
                <a:lnTo>
                  <a:pt x="2135316" y="602602"/>
                </a:lnTo>
                <a:lnTo>
                  <a:pt x="2144298" y="607402"/>
                </a:lnTo>
                <a:lnTo>
                  <a:pt x="2190019" y="620586"/>
                </a:lnTo>
                <a:lnTo>
                  <a:pt x="2215385" y="622282"/>
                </a:lnTo>
                <a:lnTo>
                  <a:pt x="2230131" y="621704"/>
                </a:lnTo>
                <a:lnTo>
                  <a:pt x="2275813" y="608038"/>
                </a:lnTo>
                <a:lnTo>
                  <a:pt x="2300525" y="582190"/>
                </a:lnTo>
                <a:lnTo>
                  <a:pt x="2215694" y="582190"/>
                </a:lnTo>
                <a:lnTo>
                  <a:pt x="2205998" y="581804"/>
                </a:lnTo>
                <a:lnTo>
                  <a:pt x="2168045" y="572571"/>
                </a:lnTo>
                <a:lnTo>
                  <a:pt x="2151700" y="564399"/>
                </a:lnTo>
                <a:lnTo>
                  <a:pt x="2144452" y="559676"/>
                </a:lnTo>
                <a:close/>
              </a:path>
              <a:path w="2307590" h="622300">
                <a:moveTo>
                  <a:pt x="2222787" y="398997"/>
                </a:moveTo>
                <a:lnTo>
                  <a:pt x="2182714" y="404202"/>
                </a:lnTo>
                <a:lnTo>
                  <a:pt x="2147382" y="425308"/>
                </a:lnTo>
                <a:lnTo>
                  <a:pt x="2131807" y="466230"/>
                </a:lnTo>
                <a:lnTo>
                  <a:pt x="2132232" y="474479"/>
                </a:lnTo>
                <a:lnTo>
                  <a:pt x="2151488" y="508828"/>
                </a:lnTo>
                <a:lnTo>
                  <a:pt x="2187918" y="525674"/>
                </a:lnTo>
                <a:lnTo>
                  <a:pt x="2214614" y="532421"/>
                </a:lnTo>
                <a:lnTo>
                  <a:pt x="2220936" y="533924"/>
                </a:lnTo>
                <a:lnTo>
                  <a:pt x="2226950" y="535505"/>
                </a:lnTo>
                <a:lnTo>
                  <a:pt x="2232656" y="537163"/>
                </a:lnTo>
                <a:lnTo>
                  <a:pt x="2240057" y="539219"/>
                </a:lnTo>
                <a:lnTo>
                  <a:pt x="2246020" y="541994"/>
                </a:lnTo>
                <a:lnTo>
                  <a:pt x="2250543" y="545489"/>
                </a:lnTo>
                <a:lnTo>
                  <a:pt x="2255066" y="548779"/>
                </a:lnTo>
                <a:lnTo>
                  <a:pt x="2257328" y="553302"/>
                </a:lnTo>
                <a:lnTo>
                  <a:pt x="2257328" y="563583"/>
                </a:lnTo>
                <a:lnTo>
                  <a:pt x="2225562" y="582190"/>
                </a:lnTo>
                <a:lnTo>
                  <a:pt x="2300525" y="582190"/>
                </a:lnTo>
                <a:lnTo>
                  <a:pt x="2306981" y="555358"/>
                </a:lnTo>
                <a:lnTo>
                  <a:pt x="2306538" y="547244"/>
                </a:lnTo>
                <a:lnTo>
                  <a:pt x="2282000" y="509406"/>
                </a:lnTo>
                <a:lnTo>
                  <a:pt x="2243990" y="494834"/>
                </a:lnTo>
                <a:lnTo>
                  <a:pt x="2221656" y="489463"/>
                </a:lnTo>
                <a:lnTo>
                  <a:pt x="2213535" y="487407"/>
                </a:lnTo>
                <a:lnTo>
                  <a:pt x="2181461" y="469314"/>
                </a:lnTo>
                <a:lnTo>
                  <a:pt x="2181461" y="459033"/>
                </a:lnTo>
                <a:lnTo>
                  <a:pt x="2182797" y="454921"/>
                </a:lnTo>
                <a:lnTo>
                  <a:pt x="2185470" y="451426"/>
                </a:lnTo>
                <a:lnTo>
                  <a:pt x="2188143" y="447725"/>
                </a:lnTo>
                <a:lnTo>
                  <a:pt x="2192563" y="444744"/>
                </a:lnTo>
                <a:lnTo>
                  <a:pt x="2204899" y="440221"/>
                </a:lnTo>
                <a:lnTo>
                  <a:pt x="2212815" y="439090"/>
                </a:lnTo>
                <a:lnTo>
                  <a:pt x="2289204" y="439090"/>
                </a:lnTo>
                <a:lnTo>
                  <a:pt x="2297729" y="418119"/>
                </a:lnTo>
                <a:lnTo>
                  <a:pt x="2252972" y="401773"/>
                </a:lnTo>
                <a:lnTo>
                  <a:pt x="2232926" y="399306"/>
                </a:lnTo>
                <a:lnTo>
                  <a:pt x="2222787" y="398997"/>
                </a:lnTo>
                <a:close/>
              </a:path>
              <a:path w="2307590" h="622300">
                <a:moveTo>
                  <a:pt x="2289204" y="439090"/>
                </a:moveTo>
                <a:lnTo>
                  <a:pt x="2222478" y="439090"/>
                </a:lnTo>
                <a:lnTo>
                  <a:pt x="2229764" y="439360"/>
                </a:lnTo>
                <a:lnTo>
                  <a:pt x="2237128" y="440169"/>
                </a:lnTo>
                <a:lnTo>
                  <a:pt x="2274753" y="452024"/>
                </a:lnTo>
                <a:lnTo>
                  <a:pt x="2282309" y="456052"/>
                </a:lnTo>
                <a:lnTo>
                  <a:pt x="2289204" y="43909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278419" y="10988981"/>
            <a:ext cx="2136775" cy="655320"/>
          </a:xfrm>
          <a:custGeom>
            <a:avLst/>
            <a:gdLst/>
            <a:ahLst/>
            <a:cxnLst/>
            <a:rect l="l" t="t" r="r" b="b"/>
            <a:pathLst>
              <a:path w="2136775" h="655320">
                <a:moveTo>
                  <a:pt x="117193" y="0"/>
                </a:moveTo>
                <a:lnTo>
                  <a:pt x="70624" y="8326"/>
                </a:lnTo>
                <a:lnTo>
                  <a:pt x="33307" y="31457"/>
                </a:lnTo>
                <a:lnTo>
                  <a:pt x="8635" y="66923"/>
                </a:lnTo>
                <a:lnTo>
                  <a:pt x="0" y="111642"/>
                </a:lnTo>
                <a:lnTo>
                  <a:pt x="539" y="123573"/>
                </a:lnTo>
                <a:lnTo>
                  <a:pt x="13531" y="166210"/>
                </a:lnTo>
                <a:lnTo>
                  <a:pt x="41518" y="198959"/>
                </a:lnTo>
                <a:lnTo>
                  <a:pt x="81322" y="218774"/>
                </a:lnTo>
                <a:lnTo>
                  <a:pt x="116885" y="223284"/>
                </a:lnTo>
                <a:lnTo>
                  <a:pt x="130705" y="222667"/>
                </a:lnTo>
                <a:lnTo>
                  <a:pt x="167771" y="213415"/>
                </a:lnTo>
                <a:lnTo>
                  <a:pt x="206014" y="184734"/>
                </a:lnTo>
                <a:lnTo>
                  <a:pt x="201670" y="180724"/>
                </a:lnTo>
                <a:lnTo>
                  <a:pt x="119660" y="180724"/>
                </a:lnTo>
                <a:lnTo>
                  <a:pt x="112259" y="180416"/>
                </a:lnTo>
                <a:lnTo>
                  <a:pt x="74845" y="165960"/>
                </a:lnTo>
                <a:lnTo>
                  <a:pt x="53353" y="133211"/>
                </a:lnTo>
                <a:lnTo>
                  <a:pt x="50578" y="111642"/>
                </a:lnTo>
                <a:lnTo>
                  <a:pt x="50886" y="104105"/>
                </a:lnTo>
                <a:lnTo>
                  <a:pt x="65632" y="66518"/>
                </a:lnTo>
                <a:lnTo>
                  <a:pt x="98380" y="45335"/>
                </a:lnTo>
                <a:lnTo>
                  <a:pt x="119660" y="42559"/>
                </a:lnTo>
                <a:lnTo>
                  <a:pt x="201336" y="42559"/>
                </a:lnTo>
                <a:lnTo>
                  <a:pt x="206014" y="38242"/>
                </a:lnTo>
                <a:lnTo>
                  <a:pt x="167771" y="9868"/>
                </a:lnTo>
                <a:lnTo>
                  <a:pt x="130879" y="616"/>
                </a:lnTo>
                <a:lnTo>
                  <a:pt x="117193" y="0"/>
                </a:lnTo>
                <a:close/>
              </a:path>
              <a:path w="2136775" h="655320">
                <a:moveTo>
                  <a:pt x="173939" y="155127"/>
                </a:moveTo>
                <a:lnTo>
                  <a:pt x="142328" y="177255"/>
                </a:lnTo>
                <a:lnTo>
                  <a:pt x="119660" y="180724"/>
                </a:lnTo>
                <a:lnTo>
                  <a:pt x="201670" y="180724"/>
                </a:lnTo>
                <a:lnTo>
                  <a:pt x="173939" y="155127"/>
                </a:lnTo>
                <a:close/>
              </a:path>
              <a:path w="2136775" h="655320">
                <a:moveTo>
                  <a:pt x="201336" y="42559"/>
                </a:moveTo>
                <a:lnTo>
                  <a:pt x="119660" y="42559"/>
                </a:lnTo>
                <a:lnTo>
                  <a:pt x="127525" y="42964"/>
                </a:lnTo>
                <a:lnTo>
                  <a:pt x="135081" y="44178"/>
                </a:lnTo>
                <a:lnTo>
                  <a:pt x="173939" y="67848"/>
                </a:lnTo>
                <a:lnTo>
                  <a:pt x="201336" y="42559"/>
                </a:lnTo>
                <a:close/>
              </a:path>
              <a:path w="2136775" h="655320">
                <a:moveTo>
                  <a:pt x="279631" y="53662"/>
                </a:moveTo>
                <a:lnTo>
                  <a:pt x="231520" y="53662"/>
                </a:lnTo>
                <a:lnTo>
                  <a:pt x="231637" y="149980"/>
                </a:lnTo>
                <a:lnTo>
                  <a:pt x="240463" y="189668"/>
                </a:lnTo>
                <a:lnTo>
                  <a:pt x="273887" y="217540"/>
                </a:lnTo>
                <a:lnTo>
                  <a:pt x="302452" y="222051"/>
                </a:lnTo>
                <a:lnTo>
                  <a:pt x="311820" y="221511"/>
                </a:lnTo>
                <a:lnTo>
                  <a:pt x="351951" y="202390"/>
                </a:lnTo>
                <a:lnTo>
                  <a:pt x="353956" y="199887"/>
                </a:lnTo>
                <a:lnTo>
                  <a:pt x="353956" y="180416"/>
                </a:lnTo>
                <a:lnTo>
                  <a:pt x="313247" y="180416"/>
                </a:lnTo>
                <a:lnTo>
                  <a:pt x="305671" y="179818"/>
                </a:lnTo>
                <a:lnTo>
                  <a:pt x="280170" y="149980"/>
                </a:lnTo>
                <a:lnTo>
                  <a:pt x="279631" y="140323"/>
                </a:lnTo>
                <a:lnTo>
                  <a:pt x="279631" y="53662"/>
                </a:lnTo>
                <a:close/>
              </a:path>
              <a:path w="2136775" h="655320">
                <a:moveTo>
                  <a:pt x="399600" y="173939"/>
                </a:moveTo>
                <a:lnTo>
                  <a:pt x="353956" y="173939"/>
                </a:lnTo>
                <a:lnTo>
                  <a:pt x="362283" y="187201"/>
                </a:lnTo>
                <a:lnTo>
                  <a:pt x="357618" y="195316"/>
                </a:lnTo>
                <a:lnTo>
                  <a:pt x="353956" y="199887"/>
                </a:lnTo>
                <a:lnTo>
                  <a:pt x="353956" y="219583"/>
                </a:lnTo>
                <a:lnTo>
                  <a:pt x="399600" y="219583"/>
                </a:lnTo>
                <a:lnTo>
                  <a:pt x="399600" y="173939"/>
                </a:lnTo>
                <a:close/>
              </a:path>
              <a:path w="2136775" h="655320">
                <a:moveTo>
                  <a:pt x="353956" y="173939"/>
                </a:moveTo>
                <a:lnTo>
                  <a:pt x="353956" y="199887"/>
                </a:lnTo>
                <a:lnTo>
                  <a:pt x="357618" y="195316"/>
                </a:lnTo>
                <a:lnTo>
                  <a:pt x="362283" y="187201"/>
                </a:lnTo>
                <a:lnTo>
                  <a:pt x="353956" y="173939"/>
                </a:lnTo>
                <a:close/>
              </a:path>
              <a:path w="2136775" h="655320">
                <a:moveTo>
                  <a:pt x="399600" y="53662"/>
                </a:moveTo>
                <a:lnTo>
                  <a:pt x="351489" y="53662"/>
                </a:lnTo>
                <a:lnTo>
                  <a:pt x="351489" y="135697"/>
                </a:lnTo>
                <a:lnTo>
                  <a:pt x="351180" y="142945"/>
                </a:lnTo>
                <a:lnTo>
                  <a:pt x="327228" y="178874"/>
                </a:lnTo>
                <a:lnTo>
                  <a:pt x="320648" y="180416"/>
                </a:lnTo>
                <a:lnTo>
                  <a:pt x="353956" y="180416"/>
                </a:lnTo>
                <a:lnTo>
                  <a:pt x="353956" y="173939"/>
                </a:lnTo>
                <a:lnTo>
                  <a:pt x="399600" y="173939"/>
                </a:lnTo>
                <a:lnTo>
                  <a:pt x="399600" y="53662"/>
                </a:lnTo>
                <a:close/>
              </a:path>
              <a:path w="2136775" h="655320">
                <a:moveTo>
                  <a:pt x="444171" y="169622"/>
                </a:moveTo>
                <a:lnTo>
                  <a:pt x="428134" y="204163"/>
                </a:lnTo>
                <a:lnTo>
                  <a:pt x="434341" y="207864"/>
                </a:lnTo>
                <a:lnTo>
                  <a:pt x="441550" y="211256"/>
                </a:lnTo>
                <a:lnTo>
                  <a:pt x="479098" y="220817"/>
                </a:lnTo>
                <a:lnTo>
                  <a:pt x="499993" y="222051"/>
                </a:lnTo>
                <a:lnTo>
                  <a:pt x="512001" y="221626"/>
                </a:lnTo>
                <a:lnTo>
                  <a:pt x="550513" y="211565"/>
                </a:lnTo>
                <a:lnTo>
                  <a:pt x="575243" y="185659"/>
                </a:lnTo>
                <a:lnTo>
                  <a:pt x="501843" y="185659"/>
                </a:lnTo>
                <a:lnTo>
                  <a:pt x="494249" y="185389"/>
                </a:lnTo>
                <a:lnTo>
                  <a:pt x="456585" y="176098"/>
                </a:lnTo>
                <a:lnTo>
                  <a:pt x="450128" y="173014"/>
                </a:lnTo>
                <a:lnTo>
                  <a:pt x="444171" y="169622"/>
                </a:lnTo>
                <a:close/>
              </a:path>
              <a:path w="2136775" h="655320">
                <a:moveTo>
                  <a:pt x="508936" y="51195"/>
                </a:moveTo>
                <a:lnTo>
                  <a:pt x="467610" y="58288"/>
                </a:lnTo>
                <a:lnTo>
                  <a:pt x="437175" y="83346"/>
                </a:lnTo>
                <a:lnTo>
                  <a:pt x="432144" y="104857"/>
                </a:lnTo>
                <a:lnTo>
                  <a:pt x="432144" y="114315"/>
                </a:lnTo>
                <a:lnTo>
                  <a:pt x="457844" y="145669"/>
                </a:lnTo>
                <a:lnTo>
                  <a:pt x="500095" y="155230"/>
                </a:lnTo>
                <a:lnTo>
                  <a:pt x="506675" y="156258"/>
                </a:lnTo>
                <a:lnTo>
                  <a:pt x="518600" y="158314"/>
                </a:lnTo>
                <a:lnTo>
                  <a:pt x="523329" y="159856"/>
                </a:lnTo>
                <a:lnTo>
                  <a:pt x="526824" y="161912"/>
                </a:lnTo>
                <a:lnTo>
                  <a:pt x="530525" y="163762"/>
                </a:lnTo>
                <a:lnTo>
                  <a:pt x="532375" y="166641"/>
                </a:lnTo>
                <a:lnTo>
                  <a:pt x="532375" y="175276"/>
                </a:lnTo>
                <a:lnTo>
                  <a:pt x="530011" y="178977"/>
                </a:lnTo>
                <a:lnTo>
                  <a:pt x="525282" y="181650"/>
                </a:lnTo>
                <a:lnTo>
                  <a:pt x="520759" y="184322"/>
                </a:lnTo>
                <a:lnTo>
                  <a:pt x="512946" y="185659"/>
                </a:lnTo>
                <a:lnTo>
                  <a:pt x="575243" y="185659"/>
                </a:lnTo>
                <a:lnTo>
                  <a:pt x="576014" y="183886"/>
                </a:lnTo>
                <a:lnTo>
                  <a:pt x="577749" y="176812"/>
                </a:lnTo>
                <a:lnTo>
                  <a:pt x="578303" y="169622"/>
                </a:lnTo>
                <a:lnTo>
                  <a:pt x="578327" y="159856"/>
                </a:lnTo>
                <a:lnTo>
                  <a:pt x="576477" y="152248"/>
                </a:lnTo>
                <a:lnTo>
                  <a:pt x="572776" y="146492"/>
                </a:lnTo>
                <a:lnTo>
                  <a:pt x="569075" y="140529"/>
                </a:lnTo>
                <a:lnTo>
                  <a:pt x="564243" y="135903"/>
                </a:lnTo>
                <a:lnTo>
                  <a:pt x="558281" y="132613"/>
                </a:lnTo>
                <a:lnTo>
                  <a:pt x="552524" y="129118"/>
                </a:lnTo>
                <a:lnTo>
                  <a:pt x="546048" y="126445"/>
                </a:lnTo>
                <a:lnTo>
                  <a:pt x="531655" y="122744"/>
                </a:lnTo>
                <a:lnTo>
                  <a:pt x="524459" y="121408"/>
                </a:lnTo>
                <a:lnTo>
                  <a:pt x="517263" y="120586"/>
                </a:lnTo>
                <a:lnTo>
                  <a:pt x="510273" y="119558"/>
                </a:lnTo>
                <a:lnTo>
                  <a:pt x="478096" y="107119"/>
                </a:lnTo>
                <a:lnTo>
                  <a:pt x="478096" y="98483"/>
                </a:lnTo>
                <a:lnTo>
                  <a:pt x="480563" y="94782"/>
                </a:lnTo>
                <a:lnTo>
                  <a:pt x="490432" y="89026"/>
                </a:lnTo>
                <a:lnTo>
                  <a:pt x="498245" y="87586"/>
                </a:lnTo>
                <a:lnTo>
                  <a:pt x="562518" y="87586"/>
                </a:lnTo>
                <a:lnTo>
                  <a:pt x="572776" y="65690"/>
                </a:lnTo>
                <a:lnTo>
                  <a:pt x="534727" y="53276"/>
                </a:lnTo>
                <a:lnTo>
                  <a:pt x="517456" y="51426"/>
                </a:lnTo>
                <a:lnTo>
                  <a:pt x="508936" y="51195"/>
                </a:lnTo>
                <a:close/>
              </a:path>
              <a:path w="2136775" h="655320">
                <a:moveTo>
                  <a:pt x="562518" y="87586"/>
                </a:moveTo>
                <a:lnTo>
                  <a:pt x="516544" y="87586"/>
                </a:lnTo>
                <a:lnTo>
                  <a:pt x="524357" y="88512"/>
                </a:lnTo>
                <a:lnTo>
                  <a:pt x="532375" y="90362"/>
                </a:lnTo>
                <a:lnTo>
                  <a:pt x="538524" y="91885"/>
                </a:lnTo>
                <a:lnTo>
                  <a:pt x="544634" y="93986"/>
                </a:lnTo>
                <a:lnTo>
                  <a:pt x="550706" y="96665"/>
                </a:lnTo>
                <a:lnTo>
                  <a:pt x="556739" y="99922"/>
                </a:lnTo>
                <a:lnTo>
                  <a:pt x="562518" y="87586"/>
                </a:lnTo>
                <a:close/>
              </a:path>
              <a:path w="2136775" h="655320">
                <a:moveTo>
                  <a:pt x="661982" y="16962"/>
                </a:moveTo>
                <a:lnTo>
                  <a:pt x="613871" y="16962"/>
                </a:lnTo>
                <a:lnTo>
                  <a:pt x="613871" y="162529"/>
                </a:lnTo>
                <a:lnTo>
                  <a:pt x="630216" y="207247"/>
                </a:lnTo>
                <a:lnTo>
                  <a:pt x="675860" y="222051"/>
                </a:lnTo>
                <a:lnTo>
                  <a:pt x="683262" y="222051"/>
                </a:lnTo>
                <a:lnTo>
                  <a:pt x="715028" y="211565"/>
                </a:lnTo>
                <a:lnTo>
                  <a:pt x="704430" y="183808"/>
                </a:lnTo>
                <a:lnTo>
                  <a:pt x="676271" y="183808"/>
                </a:lnTo>
                <a:lnTo>
                  <a:pt x="671234" y="181958"/>
                </a:lnTo>
                <a:lnTo>
                  <a:pt x="667533" y="178257"/>
                </a:lnTo>
                <a:lnTo>
                  <a:pt x="663832" y="174351"/>
                </a:lnTo>
                <a:lnTo>
                  <a:pt x="661982" y="168902"/>
                </a:lnTo>
                <a:lnTo>
                  <a:pt x="661982" y="16962"/>
                </a:lnTo>
                <a:close/>
              </a:path>
              <a:path w="2136775" h="655320">
                <a:moveTo>
                  <a:pt x="702075" y="177640"/>
                </a:moveTo>
                <a:lnTo>
                  <a:pt x="696729" y="181752"/>
                </a:lnTo>
                <a:lnTo>
                  <a:pt x="690252" y="183808"/>
                </a:lnTo>
                <a:lnTo>
                  <a:pt x="704430" y="183808"/>
                </a:lnTo>
                <a:lnTo>
                  <a:pt x="702075" y="177640"/>
                </a:lnTo>
                <a:close/>
              </a:path>
              <a:path w="2136775" h="655320">
                <a:moveTo>
                  <a:pt x="613871" y="57363"/>
                </a:moveTo>
                <a:lnTo>
                  <a:pt x="588273" y="57363"/>
                </a:lnTo>
                <a:lnTo>
                  <a:pt x="588273" y="94371"/>
                </a:lnTo>
                <a:lnTo>
                  <a:pt x="613871" y="94371"/>
                </a:lnTo>
                <a:lnTo>
                  <a:pt x="613871" y="57363"/>
                </a:lnTo>
                <a:close/>
              </a:path>
              <a:path w="2136775" h="655320">
                <a:moveTo>
                  <a:pt x="703308" y="57363"/>
                </a:moveTo>
                <a:lnTo>
                  <a:pt x="661982" y="57363"/>
                </a:lnTo>
                <a:lnTo>
                  <a:pt x="661982" y="94371"/>
                </a:lnTo>
                <a:lnTo>
                  <a:pt x="703308" y="94371"/>
                </a:lnTo>
                <a:lnTo>
                  <a:pt x="703308" y="57363"/>
                </a:lnTo>
                <a:close/>
              </a:path>
              <a:path w="2136775" h="655320">
                <a:moveTo>
                  <a:pt x="815866" y="51195"/>
                </a:moveTo>
                <a:lnTo>
                  <a:pt x="768680" y="62297"/>
                </a:lnTo>
                <a:lnTo>
                  <a:pt x="736298" y="92521"/>
                </a:lnTo>
                <a:lnTo>
                  <a:pt x="724578" y="136623"/>
                </a:lnTo>
                <a:lnTo>
                  <a:pt x="725311" y="148631"/>
                </a:lnTo>
                <a:lnTo>
                  <a:pt x="742832" y="189784"/>
                </a:lnTo>
                <a:lnTo>
                  <a:pt x="779378" y="215805"/>
                </a:lnTo>
                <a:lnTo>
                  <a:pt x="815866" y="222051"/>
                </a:lnTo>
                <a:lnTo>
                  <a:pt x="828626" y="221357"/>
                </a:lnTo>
                <a:lnTo>
                  <a:pt x="872516" y="204896"/>
                </a:lnTo>
                <a:lnTo>
                  <a:pt x="893815" y="182575"/>
                </a:lnTo>
                <a:lnTo>
                  <a:pt x="807848" y="182575"/>
                </a:lnTo>
                <a:lnTo>
                  <a:pt x="800651" y="180724"/>
                </a:lnTo>
                <a:lnTo>
                  <a:pt x="773306" y="146080"/>
                </a:lnTo>
                <a:lnTo>
                  <a:pt x="773306" y="126959"/>
                </a:lnTo>
                <a:lnTo>
                  <a:pt x="800652" y="92521"/>
                </a:lnTo>
                <a:lnTo>
                  <a:pt x="807848" y="90670"/>
                </a:lnTo>
                <a:lnTo>
                  <a:pt x="894031" y="90670"/>
                </a:lnTo>
                <a:lnTo>
                  <a:pt x="888707" y="83172"/>
                </a:lnTo>
                <a:lnTo>
                  <a:pt x="852065" y="57440"/>
                </a:lnTo>
                <a:lnTo>
                  <a:pt x="828626" y="51889"/>
                </a:lnTo>
                <a:lnTo>
                  <a:pt x="815866" y="51195"/>
                </a:lnTo>
                <a:close/>
              </a:path>
              <a:path w="2136775" h="655320">
                <a:moveTo>
                  <a:pt x="894031" y="90670"/>
                </a:moveTo>
                <a:lnTo>
                  <a:pt x="823885" y="90670"/>
                </a:lnTo>
                <a:lnTo>
                  <a:pt x="831081" y="92521"/>
                </a:lnTo>
                <a:lnTo>
                  <a:pt x="843828" y="99922"/>
                </a:lnTo>
                <a:lnTo>
                  <a:pt x="848865" y="105165"/>
                </a:lnTo>
                <a:lnTo>
                  <a:pt x="856267" y="118735"/>
                </a:lnTo>
                <a:lnTo>
                  <a:pt x="858117" y="126959"/>
                </a:lnTo>
                <a:lnTo>
                  <a:pt x="858117" y="146080"/>
                </a:lnTo>
                <a:lnTo>
                  <a:pt x="831081" y="180724"/>
                </a:lnTo>
                <a:lnTo>
                  <a:pt x="823885" y="182575"/>
                </a:lnTo>
                <a:lnTo>
                  <a:pt x="893815" y="182575"/>
                </a:lnTo>
                <a:lnTo>
                  <a:pt x="906845" y="136623"/>
                </a:lnTo>
                <a:lnTo>
                  <a:pt x="906113" y="124363"/>
                </a:lnTo>
                <a:lnTo>
                  <a:pt x="903915" y="112875"/>
                </a:lnTo>
                <a:lnTo>
                  <a:pt x="900253" y="102158"/>
                </a:lnTo>
                <a:lnTo>
                  <a:pt x="895126" y="92212"/>
                </a:lnTo>
                <a:lnTo>
                  <a:pt x="894031" y="90670"/>
                </a:lnTo>
                <a:close/>
              </a:path>
              <a:path w="2136775" h="655320">
                <a:moveTo>
                  <a:pt x="984956" y="53662"/>
                </a:moveTo>
                <a:lnTo>
                  <a:pt x="939004" y="53662"/>
                </a:lnTo>
                <a:lnTo>
                  <a:pt x="939004" y="219583"/>
                </a:lnTo>
                <a:lnTo>
                  <a:pt x="987115" y="219583"/>
                </a:lnTo>
                <a:lnTo>
                  <a:pt x="987115" y="126445"/>
                </a:lnTo>
                <a:lnTo>
                  <a:pt x="988657" y="118324"/>
                </a:lnTo>
                <a:lnTo>
                  <a:pt x="994825" y="105577"/>
                </a:lnTo>
                <a:lnTo>
                  <a:pt x="999142" y="100848"/>
                </a:lnTo>
                <a:lnTo>
                  <a:pt x="1002473" y="98997"/>
                </a:lnTo>
                <a:lnTo>
                  <a:pt x="984956" y="98997"/>
                </a:lnTo>
                <a:lnTo>
                  <a:pt x="976321" y="85736"/>
                </a:lnTo>
                <a:lnTo>
                  <a:pt x="981082" y="77775"/>
                </a:lnTo>
                <a:lnTo>
                  <a:pt x="984956" y="73028"/>
                </a:lnTo>
                <a:lnTo>
                  <a:pt x="984956" y="53662"/>
                </a:lnTo>
                <a:close/>
              </a:path>
              <a:path w="2136775" h="655320">
                <a:moveTo>
                  <a:pt x="1083040" y="92829"/>
                </a:moveTo>
                <a:lnTo>
                  <a:pt x="1033581" y="92829"/>
                </a:lnTo>
                <a:lnTo>
                  <a:pt x="1041291" y="96016"/>
                </a:lnTo>
                <a:lnTo>
                  <a:pt x="1046637" y="102390"/>
                </a:lnTo>
                <a:lnTo>
                  <a:pt x="1050280" y="107825"/>
                </a:lnTo>
                <a:lnTo>
                  <a:pt x="1052882" y="114572"/>
                </a:lnTo>
                <a:lnTo>
                  <a:pt x="1054443" y="122629"/>
                </a:lnTo>
                <a:lnTo>
                  <a:pt x="1054964" y="131996"/>
                </a:lnTo>
                <a:lnTo>
                  <a:pt x="1054964" y="219583"/>
                </a:lnTo>
                <a:lnTo>
                  <a:pt x="1103075" y="219583"/>
                </a:lnTo>
                <a:lnTo>
                  <a:pt x="1103075" y="126445"/>
                </a:lnTo>
                <a:lnTo>
                  <a:pt x="1104617" y="118324"/>
                </a:lnTo>
                <a:lnTo>
                  <a:pt x="1110785" y="105577"/>
                </a:lnTo>
                <a:lnTo>
                  <a:pt x="1115102" y="100848"/>
                </a:lnTo>
                <a:lnTo>
                  <a:pt x="1120099" y="98072"/>
                </a:lnTo>
                <a:lnTo>
                  <a:pt x="1099682" y="98072"/>
                </a:lnTo>
                <a:lnTo>
                  <a:pt x="1082720" y="93446"/>
                </a:lnTo>
                <a:lnTo>
                  <a:pt x="1083040" y="92829"/>
                </a:lnTo>
                <a:close/>
              </a:path>
              <a:path w="2136775" h="655320">
                <a:moveTo>
                  <a:pt x="1214588" y="92829"/>
                </a:moveTo>
                <a:lnTo>
                  <a:pt x="1149541" y="92829"/>
                </a:lnTo>
                <a:lnTo>
                  <a:pt x="1157354" y="96016"/>
                </a:lnTo>
                <a:lnTo>
                  <a:pt x="1162905" y="102390"/>
                </a:lnTo>
                <a:lnTo>
                  <a:pt x="1166548" y="107825"/>
                </a:lnTo>
                <a:lnTo>
                  <a:pt x="1169150" y="114572"/>
                </a:lnTo>
                <a:lnTo>
                  <a:pt x="1170712" y="122629"/>
                </a:lnTo>
                <a:lnTo>
                  <a:pt x="1171232" y="131996"/>
                </a:lnTo>
                <a:lnTo>
                  <a:pt x="1171232" y="219583"/>
                </a:lnTo>
                <a:lnTo>
                  <a:pt x="1219343" y="219583"/>
                </a:lnTo>
                <a:lnTo>
                  <a:pt x="1219252" y="122629"/>
                </a:lnTo>
                <a:lnTo>
                  <a:pt x="1218784" y="112528"/>
                </a:lnTo>
                <a:lnTo>
                  <a:pt x="1217107" y="101619"/>
                </a:lnTo>
                <a:lnTo>
                  <a:pt x="1214588" y="92829"/>
                </a:lnTo>
                <a:close/>
              </a:path>
              <a:path w="2136775" h="655320">
                <a:moveTo>
                  <a:pt x="984956" y="73028"/>
                </a:moveTo>
                <a:lnTo>
                  <a:pt x="981082" y="77775"/>
                </a:lnTo>
                <a:lnTo>
                  <a:pt x="976321" y="85736"/>
                </a:lnTo>
                <a:lnTo>
                  <a:pt x="984956" y="98997"/>
                </a:lnTo>
                <a:lnTo>
                  <a:pt x="984956" y="73028"/>
                </a:lnTo>
                <a:close/>
              </a:path>
              <a:path w="2136775" h="655320">
                <a:moveTo>
                  <a:pt x="1037076" y="51195"/>
                </a:moveTo>
                <a:lnTo>
                  <a:pt x="993263" y="64976"/>
                </a:lnTo>
                <a:lnTo>
                  <a:pt x="984956" y="73028"/>
                </a:lnTo>
                <a:lnTo>
                  <a:pt x="984956" y="98997"/>
                </a:lnTo>
                <a:lnTo>
                  <a:pt x="1002473" y="98997"/>
                </a:lnTo>
                <a:lnTo>
                  <a:pt x="1004694" y="97764"/>
                </a:lnTo>
                <a:lnTo>
                  <a:pt x="1010245" y="94474"/>
                </a:lnTo>
                <a:lnTo>
                  <a:pt x="1016516" y="92829"/>
                </a:lnTo>
                <a:lnTo>
                  <a:pt x="1083040" y="92829"/>
                </a:lnTo>
                <a:lnTo>
                  <a:pt x="1087500" y="84232"/>
                </a:lnTo>
                <a:lnTo>
                  <a:pt x="1091740" y="78444"/>
                </a:lnTo>
                <a:lnTo>
                  <a:pt x="1058433" y="54124"/>
                </a:lnTo>
                <a:lnTo>
                  <a:pt x="1048121" y="51927"/>
                </a:lnTo>
                <a:lnTo>
                  <a:pt x="1037076" y="51195"/>
                </a:lnTo>
                <a:close/>
              </a:path>
              <a:path w="2136775" h="655320">
                <a:moveTo>
                  <a:pt x="1091740" y="78444"/>
                </a:moveTo>
                <a:lnTo>
                  <a:pt x="1087500" y="84232"/>
                </a:lnTo>
                <a:lnTo>
                  <a:pt x="1082720" y="93446"/>
                </a:lnTo>
                <a:lnTo>
                  <a:pt x="1099682" y="98072"/>
                </a:lnTo>
                <a:lnTo>
                  <a:pt x="1096174" y="86969"/>
                </a:lnTo>
                <a:lnTo>
                  <a:pt x="1091740" y="78444"/>
                </a:lnTo>
                <a:close/>
              </a:path>
              <a:path w="2136775" h="655320">
                <a:moveTo>
                  <a:pt x="1151494" y="51195"/>
                </a:moveTo>
                <a:lnTo>
                  <a:pt x="1109243" y="62606"/>
                </a:lnTo>
                <a:lnTo>
                  <a:pt x="1091740" y="78444"/>
                </a:lnTo>
                <a:lnTo>
                  <a:pt x="1096174" y="86969"/>
                </a:lnTo>
                <a:lnTo>
                  <a:pt x="1099682" y="98072"/>
                </a:lnTo>
                <a:lnTo>
                  <a:pt x="1120099" y="98072"/>
                </a:lnTo>
                <a:lnTo>
                  <a:pt x="1120654" y="97764"/>
                </a:lnTo>
                <a:lnTo>
                  <a:pt x="1126205" y="94474"/>
                </a:lnTo>
                <a:lnTo>
                  <a:pt x="1132476" y="92829"/>
                </a:lnTo>
                <a:lnTo>
                  <a:pt x="1214588" y="92829"/>
                </a:lnTo>
                <a:lnTo>
                  <a:pt x="1214312" y="91865"/>
                </a:lnTo>
                <a:lnTo>
                  <a:pt x="1186344" y="59213"/>
                </a:lnTo>
                <a:lnTo>
                  <a:pt x="1161074" y="51696"/>
                </a:lnTo>
                <a:lnTo>
                  <a:pt x="1151494" y="51195"/>
                </a:lnTo>
                <a:close/>
              </a:path>
              <a:path w="2136775" h="655320">
                <a:moveTo>
                  <a:pt x="1339847" y="51195"/>
                </a:moveTo>
                <a:lnTo>
                  <a:pt x="1294512" y="62297"/>
                </a:lnTo>
                <a:lnTo>
                  <a:pt x="1262746" y="92521"/>
                </a:lnTo>
                <a:lnTo>
                  <a:pt x="1251335" y="136623"/>
                </a:lnTo>
                <a:lnTo>
                  <a:pt x="1252068" y="148631"/>
                </a:lnTo>
                <a:lnTo>
                  <a:pt x="1269512" y="189784"/>
                </a:lnTo>
                <a:lnTo>
                  <a:pt x="1307272" y="215805"/>
                </a:lnTo>
                <a:lnTo>
                  <a:pt x="1346015" y="222051"/>
                </a:lnTo>
                <a:lnTo>
                  <a:pt x="1356944" y="221626"/>
                </a:lnTo>
                <a:lnTo>
                  <a:pt x="1394069" y="211353"/>
                </a:lnTo>
                <a:lnTo>
                  <a:pt x="1414481" y="195219"/>
                </a:lnTo>
                <a:lnTo>
                  <a:pt x="1403673" y="183500"/>
                </a:lnTo>
                <a:lnTo>
                  <a:pt x="1347249" y="183500"/>
                </a:lnTo>
                <a:lnTo>
                  <a:pt x="1340078" y="183172"/>
                </a:lnTo>
                <a:lnTo>
                  <a:pt x="1304381" y="162529"/>
                </a:lnTo>
                <a:lnTo>
                  <a:pt x="1299172" y="150192"/>
                </a:lnTo>
                <a:lnTo>
                  <a:pt x="1290502" y="150192"/>
                </a:lnTo>
                <a:lnTo>
                  <a:pt x="1290502" y="122128"/>
                </a:lnTo>
                <a:lnTo>
                  <a:pt x="1298545" y="122128"/>
                </a:lnTo>
                <a:lnTo>
                  <a:pt x="1300269" y="114623"/>
                </a:lnTo>
                <a:lnTo>
                  <a:pt x="1303764" y="108249"/>
                </a:lnTo>
                <a:lnTo>
                  <a:pt x="1307259" y="101670"/>
                </a:lnTo>
                <a:lnTo>
                  <a:pt x="1312091" y="96633"/>
                </a:lnTo>
                <a:lnTo>
                  <a:pt x="1318259" y="93138"/>
                </a:lnTo>
                <a:lnTo>
                  <a:pt x="1324633" y="89437"/>
                </a:lnTo>
                <a:lnTo>
                  <a:pt x="1331932" y="87586"/>
                </a:lnTo>
                <a:lnTo>
                  <a:pt x="1412268" y="87586"/>
                </a:lnTo>
                <a:lnTo>
                  <a:pt x="1408564" y="82151"/>
                </a:lnTo>
                <a:lnTo>
                  <a:pt x="1373617" y="57093"/>
                </a:lnTo>
                <a:lnTo>
                  <a:pt x="1351721" y="51850"/>
                </a:lnTo>
                <a:lnTo>
                  <a:pt x="1339847" y="51195"/>
                </a:lnTo>
                <a:close/>
              </a:path>
              <a:path w="2136775" h="655320">
                <a:moveTo>
                  <a:pt x="1388884" y="167463"/>
                </a:moveTo>
                <a:lnTo>
                  <a:pt x="1383332" y="172809"/>
                </a:lnTo>
                <a:lnTo>
                  <a:pt x="1377164" y="176818"/>
                </a:lnTo>
                <a:lnTo>
                  <a:pt x="1370379" y="179491"/>
                </a:lnTo>
                <a:lnTo>
                  <a:pt x="1363800" y="182164"/>
                </a:lnTo>
                <a:lnTo>
                  <a:pt x="1356090" y="183500"/>
                </a:lnTo>
                <a:lnTo>
                  <a:pt x="1403673" y="183500"/>
                </a:lnTo>
                <a:lnTo>
                  <a:pt x="1388884" y="167463"/>
                </a:lnTo>
                <a:close/>
              </a:path>
              <a:path w="2136775" h="655320">
                <a:moveTo>
                  <a:pt x="1298545" y="122128"/>
                </a:moveTo>
                <a:lnTo>
                  <a:pt x="1290502" y="122128"/>
                </a:lnTo>
                <a:lnTo>
                  <a:pt x="1290502" y="150192"/>
                </a:lnTo>
                <a:lnTo>
                  <a:pt x="1299172" y="150192"/>
                </a:lnTo>
                <a:lnTo>
                  <a:pt x="1298521" y="147520"/>
                </a:lnTo>
                <a:lnTo>
                  <a:pt x="1298545" y="122128"/>
                </a:lnTo>
                <a:close/>
              </a:path>
              <a:path w="2136775" h="655320">
                <a:moveTo>
                  <a:pt x="1381482" y="122128"/>
                </a:moveTo>
                <a:lnTo>
                  <a:pt x="1298545" y="122128"/>
                </a:lnTo>
                <a:lnTo>
                  <a:pt x="1298521" y="147520"/>
                </a:lnTo>
                <a:lnTo>
                  <a:pt x="1299172" y="150192"/>
                </a:lnTo>
                <a:lnTo>
                  <a:pt x="1425275" y="150192"/>
                </a:lnTo>
                <a:lnTo>
                  <a:pt x="1425536" y="147520"/>
                </a:lnTo>
                <a:lnTo>
                  <a:pt x="1426098" y="141249"/>
                </a:lnTo>
                <a:lnTo>
                  <a:pt x="1426166" y="136623"/>
                </a:lnTo>
                <a:lnTo>
                  <a:pt x="1425826" y="130454"/>
                </a:lnTo>
                <a:lnTo>
                  <a:pt x="1381482" y="130454"/>
                </a:lnTo>
                <a:lnTo>
                  <a:pt x="1381482" y="122128"/>
                </a:lnTo>
                <a:close/>
              </a:path>
              <a:path w="2136775" h="655320">
                <a:moveTo>
                  <a:pt x="1412268" y="87586"/>
                </a:moveTo>
                <a:lnTo>
                  <a:pt x="1348380" y="87586"/>
                </a:lnTo>
                <a:lnTo>
                  <a:pt x="1355576" y="89437"/>
                </a:lnTo>
                <a:lnTo>
                  <a:pt x="1361744" y="93138"/>
                </a:lnTo>
                <a:lnTo>
                  <a:pt x="1367912" y="96633"/>
                </a:lnTo>
                <a:lnTo>
                  <a:pt x="1372744" y="101567"/>
                </a:lnTo>
                <a:lnTo>
                  <a:pt x="1379734" y="114315"/>
                </a:lnTo>
                <a:lnTo>
                  <a:pt x="1381482" y="121819"/>
                </a:lnTo>
                <a:lnTo>
                  <a:pt x="1381482" y="130454"/>
                </a:lnTo>
                <a:lnTo>
                  <a:pt x="1399986" y="122128"/>
                </a:lnTo>
                <a:lnTo>
                  <a:pt x="1425098" y="122128"/>
                </a:lnTo>
                <a:lnTo>
                  <a:pt x="1423348" y="112336"/>
                </a:lnTo>
                <a:lnTo>
                  <a:pt x="1419782" y="101330"/>
                </a:lnTo>
                <a:lnTo>
                  <a:pt x="1414790" y="91287"/>
                </a:lnTo>
                <a:lnTo>
                  <a:pt x="1412268" y="87586"/>
                </a:lnTo>
                <a:close/>
              </a:path>
              <a:path w="2136775" h="655320">
                <a:moveTo>
                  <a:pt x="1425098" y="122128"/>
                </a:moveTo>
                <a:lnTo>
                  <a:pt x="1399986" y="122128"/>
                </a:lnTo>
                <a:lnTo>
                  <a:pt x="1381482" y="130454"/>
                </a:lnTo>
                <a:lnTo>
                  <a:pt x="1425826" y="130454"/>
                </a:lnTo>
                <a:lnTo>
                  <a:pt x="1425487" y="124306"/>
                </a:lnTo>
                <a:lnTo>
                  <a:pt x="1425098" y="122128"/>
                </a:lnTo>
                <a:close/>
              </a:path>
              <a:path w="2136775" h="655320">
                <a:moveTo>
                  <a:pt x="1504183" y="53662"/>
                </a:moveTo>
                <a:lnTo>
                  <a:pt x="1458231" y="53662"/>
                </a:lnTo>
                <a:lnTo>
                  <a:pt x="1458231" y="219583"/>
                </a:lnTo>
                <a:lnTo>
                  <a:pt x="1506342" y="219583"/>
                </a:lnTo>
                <a:lnTo>
                  <a:pt x="1506342" y="141249"/>
                </a:lnTo>
                <a:lnTo>
                  <a:pt x="1507094" y="130165"/>
                </a:lnTo>
                <a:lnTo>
                  <a:pt x="1526839" y="100539"/>
                </a:lnTo>
                <a:lnTo>
                  <a:pt x="1504183" y="100539"/>
                </a:lnTo>
                <a:lnTo>
                  <a:pt x="1497707" y="86969"/>
                </a:lnTo>
                <a:lnTo>
                  <a:pt x="1501967" y="78720"/>
                </a:lnTo>
                <a:lnTo>
                  <a:pt x="1504183" y="75764"/>
                </a:lnTo>
                <a:lnTo>
                  <a:pt x="1504183" y="53662"/>
                </a:lnTo>
                <a:close/>
              </a:path>
              <a:path w="2136775" h="655320">
                <a:moveTo>
                  <a:pt x="1504183" y="75764"/>
                </a:moveTo>
                <a:lnTo>
                  <a:pt x="1501967" y="78720"/>
                </a:lnTo>
                <a:lnTo>
                  <a:pt x="1497707" y="86969"/>
                </a:lnTo>
                <a:lnTo>
                  <a:pt x="1504183" y="100539"/>
                </a:lnTo>
                <a:lnTo>
                  <a:pt x="1504183" y="75764"/>
                </a:lnTo>
                <a:close/>
              </a:path>
              <a:path w="2136775" h="655320">
                <a:moveTo>
                  <a:pt x="1561238" y="51195"/>
                </a:moveTo>
                <a:lnTo>
                  <a:pt x="1521454" y="60447"/>
                </a:lnTo>
                <a:lnTo>
                  <a:pt x="1504183" y="75764"/>
                </a:lnTo>
                <a:lnTo>
                  <a:pt x="1504183" y="100539"/>
                </a:lnTo>
                <a:lnTo>
                  <a:pt x="1526839" y="100539"/>
                </a:lnTo>
                <a:lnTo>
                  <a:pt x="1532556" y="97841"/>
                </a:lnTo>
                <a:lnTo>
                  <a:pt x="1541038" y="95701"/>
                </a:lnTo>
                <a:lnTo>
                  <a:pt x="1550444" y="94988"/>
                </a:lnTo>
                <a:lnTo>
                  <a:pt x="1561238" y="94988"/>
                </a:lnTo>
                <a:lnTo>
                  <a:pt x="1561238" y="51195"/>
                </a:lnTo>
                <a:close/>
              </a:path>
              <a:path w="2136775" h="655320">
                <a:moveTo>
                  <a:pt x="1561238" y="94988"/>
                </a:moveTo>
                <a:lnTo>
                  <a:pt x="1552294" y="94988"/>
                </a:lnTo>
                <a:lnTo>
                  <a:pt x="1554042" y="95091"/>
                </a:lnTo>
                <a:lnTo>
                  <a:pt x="1555687" y="95296"/>
                </a:lnTo>
                <a:lnTo>
                  <a:pt x="1557332" y="95296"/>
                </a:lnTo>
                <a:lnTo>
                  <a:pt x="1559182" y="95399"/>
                </a:lnTo>
                <a:lnTo>
                  <a:pt x="1561238" y="95605"/>
                </a:lnTo>
                <a:lnTo>
                  <a:pt x="1561238" y="94988"/>
                </a:lnTo>
                <a:close/>
              </a:path>
              <a:path w="2136775" h="655320">
                <a:moveTo>
                  <a:pt x="54895" y="379568"/>
                </a:moveTo>
                <a:lnTo>
                  <a:pt x="13569" y="379568"/>
                </a:lnTo>
                <a:lnTo>
                  <a:pt x="13569" y="595451"/>
                </a:lnTo>
                <a:lnTo>
                  <a:pt x="60447" y="595451"/>
                </a:lnTo>
                <a:lnTo>
                  <a:pt x="60447" y="468668"/>
                </a:lnTo>
                <a:lnTo>
                  <a:pt x="49961" y="451426"/>
                </a:lnTo>
                <a:lnTo>
                  <a:pt x="98243" y="451426"/>
                </a:lnTo>
                <a:lnTo>
                  <a:pt x="54895" y="379568"/>
                </a:lnTo>
                <a:close/>
              </a:path>
              <a:path w="2136775" h="655320">
                <a:moveTo>
                  <a:pt x="256489" y="451426"/>
                </a:moveTo>
                <a:lnTo>
                  <a:pt x="218350" y="451426"/>
                </a:lnTo>
                <a:lnTo>
                  <a:pt x="209745" y="465877"/>
                </a:lnTo>
                <a:lnTo>
                  <a:pt x="210023" y="595451"/>
                </a:lnTo>
                <a:lnTo>
                  <a:pt x="256900" y="595451"/>
                </a:lnTo>
                <a:lnTo>
                  <a:pt x="256489" y="451426"/>
                </a:lnTo>
                <a:close/>
              </a:path>
              <a:path w="2136775" h="655320">
                <a:moveTo>
                  <a:pt x="98243" y="451426"/>
                </a:moveTo>
                <a:lnTo>
                  <a:pt x="60447" y="451426"/>
                </a:lnTo>
                <a:lnTo>
                  <a:pt x="60447" y="468668"/>
                </a:lnTo>
                <a:lnTo>
                  <a:pt x="123670" y="572629"/>
                </a:lnTo>
                <a:lnTo>
                  <a:pt x="146183" y="572629"/>
                </a:lnTo>
                <a:lnTo>
                  <a:pt x="170422" y="531920"/>
                </a:lnTo>
                <a:lnTo>
                  <a:pt x="124903" y="531920"/>
                </a:lnTo>
                <a:lnTo>
                  <a:pt x="135759" y="513617"/>
                </a:lnTo>
                <a:lnTo>
                  <a:pt x="98243" y="451426"/>
                </a:lnTo>
                <a:close/>
              </a:path>
              <a:path w="2136775" h="655320">
                <a:moveTo>
                  <a:pt x="135759" y="513617"/>
                </a:moveTo>
                <a:lnTo>
                  <a:pt x="124903" y="531920"/>
                </a:lnTo>
                <a:lnTo>
                  <a:pt x="146800" y="531920"/>
                </a:lnTo>
                <a:lnTo>
                  <a:pt x="135759" y="513617"/>
                </a:lnTo>
                <a:close/>
              </a:path>
              <a:path w="2136775" h="655320">
                <a:moveTo>
                  <a:pt x="256283" y="379568"/>
                </a:moveTo>
                <a:lnTo>
                  <a:pt x="215266" y="379568"/>
                </a:lnTo>
                <a:lnTo>
                  <a:pt x="135759" y="513617"/>
                </a:lnTo>
                <a:lnTo>
                  <a:pt x="146800" y="531920"/>
                </a:lnTo>
                <a:lnTo>
                  <a:pt x="170422" y="531920"/>
                </a:lnTo>
                <a:lnTo>
                  <a:pt x="209745" y="465877"/>
                </a:lnTo>
                <a:lnTo>
                  <a:pt x="209714" y="451426"/>
                </a:lnTo>
                <a:lnTo>
                  <a:pt x="256489" y="451426"/>
                </a:lnTo>
                <a:lnTo>
                  <a:pt x="256283" y="379568"/>
                </a:lnTo>
                <a:close/>
              </a:path>
              <a:path w="2136775" h="655320">
                <a:moveTo>
                  <a:pt x="60447" y="451426"/>
                </a:moveTo>
                <a:lnTo>
                  <a:pt x="49961" y="451426"/>
                </a:lnTo>
                <a:lnTo>
                  <a:pt x="60447" y="468668"/>
                </a:lnTo>
                <a:lnTo>
                  <a:pt x="60447" y="451426"/>
                </a:lnTo>
                <a:close/>
              </a:path>
              <a:path w="2136775" h="655320">
                <a:moveTo>
                  <a:pt x="218350" y="451426"/>
                </a:moveTo>
                <a:lnTo>
                  <a:pt x="209714" y="451426"/>
                </a:lnTo>
                <a:lnTo>
                  <a:pt x="209745" y="465877"/>
                </a:lnTo>
                <a:lnTo>
                  <a:pt x="218350" y="451426"/>
                </a:lnTo>
                <a:close/>
              </a:path>
              <a:path w="2136775" h="655320">
                <a:moveTo>
                  <a:pt x="403416" y="497995"/>
                </a:moveTo>
                <a:lnTo>
                  <a:pt x="365174" y="497995"/>
                </a:lnTo>
                <a:lnTo>
                  <a:pt x="353127" y="498400"/>
                </a:lnTo>
                <a:lnTo>
                  <a:pt x="310510" y="511873"/>
                </a:lnTo>
                <a:lnTo>
                  <a:pt x="293933" y="547648"/>
                </a:lnTo>
                <a:lnTo>
                  <a:pt x="294395" y="554568"/>
                </a:lnTo>
                <a:lnTo>
                  <a:pt x="316080" y="587760"/>
                </a:lnTo>
                <a:lnTo>
                  <a:pt x="355922" y="597918"/>
                </a:lnTo>
                <a:lnTo>
                  <a:pt x="366369" y="597398"/>
                </a:lnTo>
                <a:lnTo>
                  <a:pt x="403416" y="579337"/>
                </a:lnTo>
                <a:lnTo>
                  <a:pt x="406500" y="574557"/>
                </a:lnTo>
                <a:lnTo>
                  <a:pt x="406500" y="565536"/>
                </a:lnTo>
                <a:lnTo>
                  <a:pt x="359520" y="565536"/>
                </a:lnTo>
                <a:lnTo>
                  <a:pt x="352838" y="563788"/>
                </a:lnTo>
                <a:lnTo>
                  <a:pt x="347904" y="560293"/>
                </a:lnTo>
                <a:lnTo>
                  <a:pt x="343175" y="556592"/>
                </a:lnTo>
                <a:lnTo>
                  <a:pt x="340810" y="551658"/>
                </a:lnTo>
                <a:lnTo>
                  <a:pt x="340810" y="539938"/>
                </a:lnTo>
                <a:lnTo>
                  <a:pt x="342866" y="535312"/>
                </a:lnTo>
                <a:lnTo>
                  <a:pt x="346978" y="531611"/>
                </a:lnTo>
                <a:lnTo>
                  <a:pt x="351296" y="527910"/>
                </a:lnTo>
                <a:lnTo>
                  <a:pt x="359109" y="526060"/>
                </a:lnTo>
                <a:lnTo>
                  <a:pt x="403416" y="526060"/>
                </a:lnTo>
                <a:lnTo>
                  <a:pt x="403416" y="497995"/>
                </a:lnTo>
                <a:close/>
              </a:path>
              <a:path w="2136775" h="655320">
                <a:moveTo>
                  <a:pt x="444972" y="465304"/>
                </a:moveTo>
                <a:lnTo>
                  <a:pt x="365174" y="465304"/>
                </a:lnTo>
                <a:lnTo>
                  <a:pt x="374253" y="465844"/>
                </a:lnTo>
                <a:lnTo>
                  <a:pt x="382059" y="467463"/>
                </a:lnTo>
                <a:lnTo>
                  <a:pt x="403416" y="497995"/>
                </a:lnTo>
                <a:lnTo>
                  <a:pt x="403416" y="543022"/>
                </a:lnTo>
                <a:lnTo>
                  <a:pt x="410818" y="565227"/>
                </a:lnTo>
                <a:lnTo>
                  <a:pt x="407657" y="572764"/>
                </a:lnTo>
                <a:lnTo>
                  <a:pt x="406500" y="574557"/>
                </a:lnTo>
                <a:lnTo>
                  <a:pt x="406500" y="595451"/>
                </a:lnTo>
                <a:lnTo>
                  <a:pt x="451527" y="595451"/>
                </a:lnTo>
                <a:lnTo>
                  <a:pt x="451527" y="526060"/>
                </a:lnTo>
                <a:lnTo>
                  <a:pt x="409276" y="526060"/>
                </a:lnTo>
                <a:lnTo>
                  <a:pt x="409276" y="497995"/>
                </a:lnTo>
                <a:lnTo>
                  <a:pt x="451322" y="497995"/>
                </a:lnTo>
                <a:lnTo>
                  <a:pt x="450217" y="483057"/>
                </a:lnTo>
                <a:lnTo>
                  <a:pt x="446285" y="467849"/>
                </a:lnTo>
                <a:lnTo>
                  <a:pt x="444972" y="465304"/>
                </a:lnTo>
                <a:close/>
              </a:path>
              <a:path w="2136775" h="655320">
                <a:moveTo>
                  <a:pt x="403416" y="543022"/>
                </a:moveTo>
                <a:lnTo>
                  <a:pt x="403461" y="556078"/>
                </a:lnTo>
                <a:lnTo>
                  <a:pt x="406500" y="563069"/>
                </a:lnTo>
                <a:lnTo>
                  <a:pt x="406500" y="574557"/>
                </a:lnTo>
                <a:lnTo>
                  <a:pt x="407657" y="572764"/>
                </a:lnTo>
                <a:lnTo>
                  <a:pt x="410818" y="565227"/>
                </a:lnTo>
                <a:lnTo>
                  <a:pt x="403416" y="543022"/>
                </a:lnTo>
                <a:close/>
              </a:path>
              <a:path w="2136775" h="655320">
                <a:moveTo>
                  <a:pt x="403416" y="543022"/>
                </a:moveTo>
                <a:lnTo>
                  <a:pt x="375968" y="565536"/>
                </a:lnTo>
                <a:lnTo>
                  <a:pt x="406500" y="565536"/>
                </a:lnTo>
                <a:lnTo>
                  <a:pt x="406500" y="563069"/>
                </a:lnTo>
                <a:lnTo>
                  <a:pt x="403461" y="556078"/>
                </a:lnTo>
                <a:lnTo>
                  <a:pt x="403416" y="543022"/>
                </a:lnTo>
                <a:close/>
              </a:path>
              <a:path w="2136775" h="655320">
                <a:moveTo>
                  <a:pt x="451322" y="497995"/>
                </a:moveTo>
                <a:lnTo>
                  <a:pt x="409276" y="497995"/>
                </a:lnTo>
                <a:lnTo>
                  <a:pt x="409276" y="526060"/>
                </a:lnTo>
                <a:lnTo>
                  <a:pt x="451527" y="526060"/>
                </a:lnTo>
                <a:lnTo>
                  <a:pt x="451442" y="499614"/>
                </a:lnTo>
                <a:lnTo>
                  <a:pt x="451322" y="497995"/>
                </a:lnTo>
                <a:close/>
              </a:path>
              <a:path w="2136775" h="655320">
                <a:moveTo>
                  <a:pt x="371651" y="427062"/>
                </a:moveTo>
                <a:lnTo>
                  <a:pt x="332792" y="432305"/>
                </a:lnTo>
                <a:lnTo>
                  <a:pt x="300101" y="447109"/>
                </a:lnTo>
                <a:lnTo>
                  <a:pt x="317372" y="480725"/>
                </a:lnTo>
                <a:lnTo>
                  <a:pt x="323334" y="475996"/>
                </a:lnTo>
                <a:lnTo>
                  <a:pt x="330530" y="472295"/>
                </a:lnTo>
                <a:lnTo>
                  <a:pt x="365174" y="465304"/>
                </a:lnTo>
                <a:lnTo>
                  <a:pt x="444972" y="465304"/>
                </a:lnTo>
                <a:lnTo>
                  <a:pt x="439731" y="455146"/>
                </a:lnTo>
                <a:lnTo>
                  <a:pt x="430556" y="444950"/>
                </a:lnTo>
                <a:lnTo>
                  <a:pt x="419010" y="437124"/>
                </a:lnTo>
                <a:lnTo>
                  <a:pt x="405344" y="431534"/>
                </a:lnTo>
                <a:lnTo>
                  <a:pt x="389557" y="428180"/>
                </a:lnTo>
                <a:lnTo>
                  <a:pt x="371651" y="427062"/>
                </a:lnTo>
                <a:close/>
              </a:path>
              <a:path w="2136775" h="655320">
                <a:moveTo>
                  <a:pt x="541022" y="429529"/>
                </a:moveTo>
                <a:lnTo>
                  <a:pt x="495070" y="429529"/>
                </a:lnTo>
                <a:lnTo>
                  <a:pt x="495070" y="595451"/>
                </a:lnTo>
                <a:lnTo>
                  <a:pt x="543181" y="595451"/>
                </a:lnTo>
                <a:lnTo>
                  <a:pt x="543181" y="513415"/>
                </a:lnTo>
                <a:lnTo>
                  <a:pt x="543490" y="506052"/>
                </a:lnTo>
                <a:lnTo>
                  <a:pt x="558725" y="475482"/>
                </a:lnTo>
                <a:lnTo>
                  <a:pt x="541022" y="475482"/>
                </a:lnTo>
                <a:lnTo>
                  <a:pt x="532387" y="461604"/>
                </a:lnTo>
                <a:lnTo>
                  <a:pt x="537341" y="453758"/>
                </a:lnTo>
                <a:lnTo>
                  <a:pt x="541022" y="449477"/>
                </a:lnTo>
                <a:lnTo>
                  <a:pt x="541022" y="429529"/>
                </a:lnTo>
                <a:close/>
              </a:path>
              <a:path w="2136775" h="655320">
                <a:moveTo>
                  <a:pt x="659938" y="468697"/>
                </a:moveTo>
                <a:lnTo>
                  <a:pt x="582965" y="468697"/>
                </a:lnTo>
                <a:lnTo>
                  <a:pt x="590521" y="469294"/>
                </a:lnTo>
                <a:lnTo>
                  <a:pt x="597152" y="471087"/>
                </a:lnTo>
                <a:lnTo>
                  <a:pt x="616473" y="506052"/>
                </a:lnTo>
                <a:lnTo>
                  <a:pt x="616581" y="595451"/>
                </a:lnTo>
                <a:lnTo>
                  <a:pt x="664693" y="595451"/>
                </a:lnTo>
                <a:lnTo>
                  <a:pt x="664601" y="498496"/>
                </a:lnTo>
                <a:lnTo>
                  <a:pt x="664134" y="488396"/>
                </a:lnTo>
                <a:lnTo>
                  <a:pt x="662457" y="477486"/>
                </a:lnTo>
                <a:lnTo>
                  <a:pt x="659938" y="468697"/>
                </a:lnTo>
                <a:close/>
              </a:path>
              <a:path w="2136775" h="655320">
                <a:moveTo>
                  <a:pt x="541022" y="449477"/>
                </a:moveTo>
                <a:lnTo>
                  <a:pt x="537341" y="453758"/>
                </a:lnTo>
                <a:lnTo>
                  <a:pt x="532387" y="461604"/>
                </a:lnTo>
                <a:lnTo>
                  <a:pt x="541022" y="475482"/>
                </a:lnTo>
                <a:lnTo>
                  <a:pt x="541022" y="449477"/>
                </a:lnTo>
                <a:close/>
              </a:path>
              <a:path w="2136775" h="655320">
                <a:moveTo>
                  <a:pt x="595918" y="427062"/>
                </a:moveTo>
                <a:lnTo>
                  <a:pt x="557985" y="436006"/>
                </a:lnTo>
                <a:lnTo>
                  <a:pt x="541022" y="449477"/>
                </a:lnTo>
                <a:lnTo>
                  <a:pt x="541022" y="475482"/>
                </a:lnTo>
                <a:lnTo>
                  <a:pt x="558725" y="475482"/>
                </a:lnTo>
                <a:lnTo>
                  <a:pt x="562302" y="473631"/>
                </a:lnTo>
                <a:lnTo>
                  <a:pt x="568470" y="470342"/>
                </a:lnTo>
                <a:lnTo>
                  <a:pt x="575358" y="468697"/>
                </a:lnTo>
                <a:lnTo>
                  <a:pt x="659938" y="468697"/>
                </a:lnTo>
                <a:lnTo>
                  <a:pt x="659662" y="467733"/>
                </a:lnTo>
                <a:lnTo>
                  <a:pt x="631076" y="435081"/>
                </a:lnTo>
                <a:lnTo>
                  <a:pt x="605517" y="427563"/>
                </a:lnTo>
                <a:lnTo>
                  <a:pt x="595918" y="427062"/>
                </a:lnTo>
                <a:close/>
              </a:path>
              <a:path w="2136775" h="655320">
                <a:moveTo>
                  <a:pt x="755489" y="429529"/>
                </a:moveTo>
                <a:lnTo>
                  <a:pt x="707378" y="429529"/>
                </a:lnTo>
                <a:lnTo>
                  <a:pt x="707495" y="525848"/>
                </a:lnTo>
                <a:lnTo>
                  <a:pt x="716321" y="565536"/>
                </a:lnTo>
                <a:lnTo>
                  <a:pt x="749745" y="593408"/>
                </a:lnTo>
                <a:lnTo>
                  <a:pt x="778311" y="597918"/>
                </a:lnTo>
                <a:lnTo>
                  <a:pt x="787678" y="597378"/>
                </a:lnTo>
                <a:lnTo>
                  <a:pt x="827809" y="578257"/>
                </a:lnTo>
                <a:lnTo>
                  <a:pt x="829814" y="575755"/>
                </a:lnTo>
                <a:lnTo>
                  <a:pt x="829814" y="556284"/>
                </a:lnTo>
                <a:lnTo>
                  <a:pt x="789105" y="556284"/>
                </a:lnTo>
                <a:lnTo>
                  <a:pt x="781530" y="555686"/>
                </a:lnTo>
                <a:lnTo>
                  <a:pt x="756028" y="525848"/>
                </a:lnTo>
                <a:lnTo>
                  <a:pt x="755489" y="516191"/>
                </a:lnTo>
                <a:lnTo>
                  <a:pt x="755489" y="429529"/>
                </a:lnTo>
                <a:close/>
              </a:path>
              <a:path w="2136775" h="655320">
                <a:moveTo>
                  <a:pt x="875458" y="549807"/>
                </a:moveTo>
                <a:lnTo>
                  <a:pt x="829814" y="549807"/>
                </a:lnTo>
                <a:lnTo>
                  <a:pt x="838141" y="563069"/>
                </a:lnTo>
                <a:lnTo>
                  <a:pt x="833476" y="571183"/>
                </a:lnTo>
                <a:lnTo>
                  <a:pt x="829814" y="575755"/>
                </a:lnTo>
                <a:lnTo>
                  <a:pt x="829814" y="595451"/>
                </a:lnTo>
                <a:lnTo>
                  <a:pt x="875458" y="595451"/>
                </a:lnTo>
                <a:lnTo>
                  <a:pt x="875458" y="549807"/>
                </a:lnTo>
                <a:close/>
              </a:path>
              <a:path w="2136775" h="655320">
                <a:moveTo>
                  <a:pt x="829814" y="549807"/>
                </a:moveTo>
                <a:lnTo>
                  <a:pt x="829814" y="575755"/>
                </a:lnTo>
                <a:lnTo>
                  <a:pt x="833476" y="571183"/>
                </a:lnTo>
                <a:lnTo>
                  <a:pt x="838141" y="563069"/>
                </a:lnTo>
                <a:lnTo>
                  <a:pt x="829814" y="549807"/>
                </a:lnTo>
                <a:close/>
              </a:path>
              <a:path w="2136775" h="655320">
                <a:moveTo>
                  <a:pt x="875458" y="429529"/>
                </a:moveTo>
                <a:lnTo>
                  <a:pt x="827347" y="429529"/>
                </a:lnTo>
                <a:lnTo>
                  <a:pt x="827347" y="511565"/>
                </a:lnTo>
                <a:lnTo>
                  <a:pt x="827038" y="518812"/>
                </a:lnTo>
                <a:lnTo>
                  <a:pt x="803086" y="554742"/>
                </a:lnTo>
                <a:lnTo>
                  <a:pt x="796506" y="556284"/>
                </a:lnTo>
                <a:lnTo>
                  <a:pt x="829814" y="556284"/>
                </a:lnTo>
                <a:lnTo>
                  <a:pt x="829814" y="549807"/>
                </a:lnTo>
                <a:lnTo>
                  <a:pt x="875458" y="549807"/>
                </a:lnTo>
                <a:lnTo>
                  <a:pt x="875458" y="429529"/>
                </a:lnTo>
                <a:close/>
              </a:path>
              <a:path w="2136775" h="655320">
                <a:moveTo>
                  <a:pt x="1018719" y="497995"/>
                </a:moveTo>
                <a:lnTo>
                  <a:pt x="980477" y="497995"/>
                </a:lnTo>
                <a:lnTo>
                  <a:pt x="968430" y="498400"/>
                </a:lnTo>
                <a:lnTo>
                  <a:pt x="925812" y="511873"/>
                </a:lnTo>
                <a:lnTo>
                  <a:pt x="909235" y="547648"/>
                </a:lnTo>
                <a:lnTo>
                  <a:pt x="909698" y="554568"/>
                </a:lnTo>
                <a:lnTo>
                  <a:pt x="931383" y="587760"/>
                </a:lnTo>
                <a:lnTo>
                  <a:pt x="971225" y="597918"/>
                </a:lnTo>
                <a:lnTo>
                  <a:pt x="981672" y="597398"/>
                </a:lnTo>
                <a:lnTo>
                  <a:pt x="1018719" y="579337"/>
                </a:lnTo>
                <a:lnTo>
                  <a:pt x="1021803" y="574557"/>
                </a:lnTo>
                <a:lnTo>
                  <a:pt x="1021803" y="565536"/>
                </a:lnTo>
                <a:lnTo>
                  <a:pt x="974823" y="565536"/>
                </a:lnTo>
                <a:lnTo>
                  <a:pt x="968141" y="563788"/>
                </a:lnTo>
                <a:lnTo>
                  <a:pt x="963206" y="560293"/>
                </a:lnTo>
                <a:lnTo>
                  <a:pt x="958477" y="556592"/>
                </a:lnTo>
                <a:lnTo>
                  <a:pt x="956113" y="551658"/>
                </a:lnTo>
                <a:lnTo>
                  <a:pt x="956113" y="539938"/>
                </a:lnTo>
                <a:lnTo>
                  <a:pt x="958169" y="535312"/>
                </a:lnTo>
                <a:lnTo>
                  <a:pt x="962281" y="531611"/>
                </a:lnTo>
                <a:lnTo>
                  <a:pt x="966599" y="527910"/>
                </a:lnTo>
                <a:lnTo>
                  <a:pt x="974412" y="526060"/>
                </a:lnTo>
                <a:lnTo>
                  <a:pt x="1018719" y="526060"/>
                </a:lnTo>
                <a:lnTo>
                  <a:pt x="1018719" y="497995"/>
                </a:lnTo>
                <a:close/>
              </a:path>
              <a:path w="2136775" h="655320">
                <a:moveTo>
                  <a:pt x="1060274" y="465304"/>
                </a:moveTo>
                <a:lnTo>
                  <a:pt x="980477" y="465304"/>
                </a:lnTo>
                <a:lnTo>
                  <a:pt x="989555" y="465844"/>
                </a:lnTo>
                <a:lnTo>
                  <a:pt x="997362" y="467463"/>
                </a:lnTo>
                <a:lnTo>
                  <a:pt x="1018719" y="497995"/>
                </a:lnTo>
                <a:lnTo>
                  <a:pt x="1018719" y="543022"/>
                </a:lnTo>
                <a:lnTo>
                  <a:pt x="1026121" y="565227"/>
                </a:lnTo>
                <a:lnTo>
                  <a:pt x="1022959" y="572764"/>
                </a:lnTo>
                <a:lnTo>
                  <a:pt x="1021803" y="574557"/>
                </a:lnTo>
                <a:lnTo>
                  <a:pt x="1021803" y="595451"/>
                </a:lnTo>
                <a:lnTo>
                  <a:pt x="1066830" y="595451"/>
                </a:lnTo>
                <a:lnTo>
                  <a:pt x="1066830" y="526060"/>
                </a:lnTo>
                <a:lnTo>
                  <a:pt x="1024579" y="526060"/>
                </a:lnTo>
                <a:lnTo>
                  <a:pt x="1024579" y="497995"/>
                </a:lnTo>
                <a:lnTo>
                  <a:pt x="1066625" y="497995"/>
                </a:lnTo>
                <a:lnTo>
                  <a:pt x="1065519" y="483057"/>
                </a:lnTo>
                <a:lnTo>
                  <a:pt x="1061587" y="467849"/>
                </a:lnTo>
                <a:lnTo>
                  <a:pt x="1060274" y="465304"/>
                </a:lnTo>
                <a:close/>
              </a:path>
              <a:path w="2136775" h="655320">
                <a:moveTo>
                  <a:pt x="1018719" y="543022"/>
                </a:moveTo>
                <a:lnTo>
                  <a:pt x="1018764" y="556078"/>
                </a:lnTo>
                <a:lnTo>
                  <a:pt x="1021803" y="563069"/>
                </a:lnTo>
                <a:lnTo>
                  <a:pt x="1021803" y="574557"/>
                </a:lnTo>
                <a:lnTo>
                  <a:pt x="1022959" y="572764"/>
                </a:lnTo>
                <a:lnTo>
                  <a:pt x="1026121" y="565227"/>
                </a:lnTo>
                <a:lnTo>
                  <a:pt x="1018719" y="543022"/>
                </a:lnTo>
                <a:close/>
              </a:path>
              <a:path w="2136775" h="655320">
                <a:moveTo>
                  <a:pt x="1018719" y="543022"/>
                </a:moveTo>
                <a:lnTo>
                  <a:pt x="991271" y="565536"/>
                </a:lnTo>
                <a:lnTo>
                  <a:pt x="1021803" y="565536"/>
                </a:lnTo>
                <a:lnTo>
                  <a:pt x="1021803" y="563069"/>
                </a:lnTo>
                <a:lnTo>
                  <a:pt x="1018764" y="556078"/>
                </a:lnTo>
                <a:lnTo>
                  <a:pt x="1018719" y="543022"/>
                </a:lnTo>
                <a:close/>
              </a:path>
              <a:path w="2136775" h="655320">
                <a:moveTo>
                  <a:pt x="1066625" y="497995"/>
                </a:moveTo>
                <a:lnTo>
                  <a:pt x="1024579" y="497995"/>
                </a:lnTo>
                <a:lnTo>
                  <a:pt x="1024579" y="526060"/>
                </a:lnTo>
                <a:lnTo>
                  <a:pt x="1066830" y="526060"/>
                </a:lnTo>
                <a:lnTo>
                  <a:pt x="1066744" y="499614"/>
                </a:lnTo>
                <a:lnTo>
                  <a:pt x="1066625" y="497995"/>
                </a:lnTo>
                <a:close/>
              </a:path>
              <a:path w="2136775" h="655320">
                <a:moveTo>
                  <a:pt x="986953" y="427062"/>
                </a:moveTo>
                <a:lnTo>
                  <a:pt x="948094" y="432305"/>
                </a:lnTo>
                <a:lnTo>
                  <a:pt x="915403" y="447109"/>
                </a:lnTo>
                <a:lnTo>
                  <a:pt x="932674" y="480725"/>
                </a:lnTo>
                <a:lnTo>
                  <a:pt x="938637" y="475996"/>
                </a:lnTo>
                <a:lnTo>
                  <a:pt x="945833" y="472295"/>
                </a:lnTo>
                <a:lnTo>
                  <a:pt x="980477" y="465304"/>
                </a:lnTo>
                <a:lnTo>
                  <a:pt x="1060274" y="465304"/>
                </a:lnTo>
                <a:lnTo>
                  <a:pt x="1055033" y="455146"/>
                </a:lnTo>
                <a:lnTo>
                  <a:pt x="1045858" y="444950"/>
                </a:lnTo>
                <a:lnTo>
                  <a:pt x="1034313" y="437124"/>
                </a:lnTo>
                <a:lnTo>
                  <a:pt x="1020646" y="431534"/>
                </a:lnTo>
                <a:lnTo>
                  <a:pt x="1004860" y="428180"/>
                </a:lnTo>
                <a:lnTo>
                  <a:pt x="986953" y="427062"/>
                </a:lnTo>
                <a:close/>
              </a:path>
              <a:path w="2136775" h="655320">
                <a:moveTo>
                  <a:pt x="1158484" y="366615"/>
                </a:moveTo>
                <a:lnTo>
                  <a:pt x="1110373" y="366615"/>
                </a:lnTo>
                <a:lnTo>
                  <a:pt x="1110373" y="595451"/>
                </a:lnTo>
                <a:lnTo>
                  <a:pt x="1158484" y="595451"/>
                </a:lnTo>
                <a:lnTo>
                  <a:pt x="1158484" y="366615"/>
                </a:lnTo>
                <a:close/>
              </a:path>
              <a:path w="2136775" h="655320">
                <a:moveTo>
                  <a:pt x="1343830" y="379568"/>
                </a:moveTo>
                <a:lnTo>
                  <a:pt x="1293869" y="379568"/>
                </a:lnTo>
                <a:lnTo>
                  <a:pt x="1293869" y="595451"/>
                </a:lnTo>
                <a:lnTo>
                  <a:pt x="1343830" y="595451"/>
                </a:lnTo>
                <a:lnTo>
                  <a:pt x="1343830" y="379568"/>
                </a:lnTo>
                <a:close/>
              </a:path>
              <a:path w="2136775" h="655320">
                <a:moveTo>
                  <a:pt x="1437623" y="429529"/>
                </a:moveTo>
                <a:lnTo>
                  <a:pt x="1391671" y="429529"/>
                </a:lnTo>
                <a:lnTo>
                  <a:pt x="1391671" y="595451"/>
                </a:lnTo>
                <a:lnTo>
                  <a:pt x="1439782" y="595451"/>
                </a:lnTo>
                <a:lnTo>
                  <a:pt x="1439782" y="513415"/>
                </a:lnTo>
                <a:lnTo>
                  <a:pt x="1440091" y="506052"/>
                </a:lnTo>
                <a:lnTo>
                  <a:pt x="1455326" y="475482"/>
                </a:lnTo>
                <a:lnTo>
                  <a:pt x="1437623" y="475482"/>
                </a:lnTo>
                <a:lnTo>
                  <a:pt x="1428988" y="461604"/>
                </a:lnTo>
                <a:lnTo>
                  <a:pt x="1433942" y="453758"/>
                </a:lnTo>
                <a:lnTo>
                  <a:pt x="1437623" y="449477"/>
                </a:lnTo>
                <a:lnTo>
                  <a:pt x="1437623" y="429529"/>
                </a:lnTo>
                <a:close/>
              </a:path>
              <a:path w="2136775" h="655320">
                <a:moveTo>
                  <a:pt x="1556539" y="468697"/>
                </a:moveTo>
                <a:lnTo>
                  <a:pt x="1479566" y="468697"/>
                </a:lnTo>
                <a:lnTo>
                  <a:pt x="1487122" y="469294"/>
                </a:lnTo>
                <a:lnTo>
                  <a:pt x="1493753" y="471087"/>
                </a:lnTo>
                <a:lnTo>
                  <a:pt x="1513074" y="506052"/>
                </a:lnTo>
                <a:lnTo>
                  <a:pt x="1513182" y="595451"/>
                </a:lnTo>
                <a:lnTo>
                  <a:pt x="1561294" y="595451"/>
                </a:lnTo>
                <a:lnTo>
                  <a:pt x="1561202" y="498496"/>
                </a:lnTo>
                <a:lnTo>
                  <a:pt x="1560735" y="488396"/>
                </a:lnTo>
                <a:lnTo>
                  <a:pt x="1559058" y="477486"/>
                </a:lnTo>
                <a:lnTo>
                  <a:pt x="1556539" y="468697"/>
                </a:lnTo>
                <a:close/>
              </a:path>
              <a:path w="2136775" h="655320">
                <a:moveTo>
                  <a:pt x="1437623" y="449477"/>
                </a:moveTo>
                <a:lnTo>
                  <a:pt x="1433942" y="453758"/>
                </a:lnTo>
                <a:lnTo>
                  <a:pt x="1428988" y="461604"/>
                </a:lnTo>
                <a:lnTo>
                  <a:pt x="1437623" y="475482"/>
                </a:lnTo>
                <a:lnTo>
                  <a:pt x="1437623" y="449477"/>
                </a:lnTo>
                <a:close/>
              </a:path>
              <a:path w="2136775" h="655320">
                <a:moveTo>
                  <a:pt x="1492519" y="427062"/>
                </a:moveTo>
                <a:lnTo>
                  <a:pt x="1454586" y="436006"/>
                </a:lnTo>
                <a:lnTo>
                  <a:pt x="1437623" y="449477"/>
                </a:lnTo>
                <a:lnTo>
                  <a:pt x="1437623" y="475482"/>
                </a:lnTo>
                <a:lnTo>
                  <a:pt x="1455326" y="475482"/>
                </a:lnTo>
                <a:lnTo>
                  <a:pt x="1458903" y="473631"/>
                </a:lnTo>
                <a:lnTo>
                  <a:pt x="1465071" y="470342"/>
                </a:lnTo>
                <a:lnTo>
                  <a:pt x="1471959" y="468697"/>
                </a:lnTo>
                <a:lnTo>
                  <a:pt x="1556539" y="468697"/>
                </a:lnTo>
                <a:lnTo>
                  <a:pt x="1556263" y="467733"/>
                </a:lnTo>
                <a:lnTo>
                  <a:pt x="1527677" y="435081"/>
                </a:lnTo>
                <a:lnTo>
                  <a:pt x="1502118" y="427563"/>
                </a:lnTo>
                <a:lnTo>
                  <a:pt x="1492519" y="427062"/>
                </a:lnTo>
                <a:close/>
              </a:path>
              <a:path w="2136775" h="655320">
                <a:moveTo>
                  <a:pt x="1650856" y="429529"/>
                </a:moveTo>
                <a:lnTo>
                  <a:pt x="1604904" y="429529"/>
                </a:lnTo>
                <a:lnTo>
                  <a:pt x="1604904" y="655281"/>
                </a:lnTo>
                <a:lnTo>
                  <a:pt x="1653015" y="655281"/>
                </a:lnTo>
                <a:lnTo>
                  <a:pt x="1653015" y="577775"/>
                </a:lnTo>
                <a:lnTo>
                  <a:pt x="1652244" y="577024"/>
                </a:lnTo>
                <a:lnTo>
                  <a:pt x="1646500" y="569410"/>
                </a:lnTo>
                <a:lnTo>
                  <a:pt x="1633508" y="526368"/>
                </a:lnTo>
                <a:lnTo>
                  <a:pt x="1632969" y="512490"/>
                </a:lnTo>
                <a:lnTo>
                  <a:pt x="1633489" y="498496"/>
                </a:lnTo>
                <a:lnTo>
                  <a:pt x="1645922" y="455570"/>
                </a:lnTo>
                <a:lnTo>
                  <a:pt x="1650856" y="448803"/>
                </a:lnTo>
                <a:lnTo>
                  <a:pt x="1650856" y="429529"/>
                </a:lnTo>
                <a:close/>
              </a:path>
              <a:path w="2136775" h="655320">
                <a:moveTo>
                  <a:pt x="1702976" y="427062"/>
                </a:moveTo>
                <a:lnTo>
                  <a:pt x="1665351" y="436314"/>
                </a:lnTo>
                <a:lnTo>
                  <a:pt x="1650764" y="468388"/>
                </a:lnTo>
                <a:lnTo>
                  <a:pt x="1649931" y="512799"/>
                </a:lnTo>
                <a:lnTo>
                  <a:pt x="1652937" y="560601"/>
                </a:lnTo>
                <a:lnTo>
                  <a:pt x="1653015" y="577775"/>
                </a:lnTo>
                <a:lnTo>
                  <a:pt x="1658836" y="583442"/>
                </a:lnTo>
                <a:lnTo>
                  <a:pt x="1702976" y="597918"/>
                </a:lnTo>
                <a:lnTo>
                  <a:pt x="1714387" y="597263"/>
                </a:lnTo>
                <a:lnTo>
                  <a:pt x="1753824" y="581650"/>
                </a:lnTo>
                <a:lnTo>
                  <a:pt x="1774123" y="558442"/>
                </a:lnTo>
                <a:lnTo>
                  <a:pt x="1686631" y="558442"/>
                </a:lnTo>
                <a:lnTo>
                  <a:pt x="1679435" y="556592"/>
                </a:lnTo>
                <a:lnTo>
                  <a:pt x="1652398" y="521948"/>
                </a:lnTo>
                <a:lnTo>
                  <a:pt x="1652398" y="502827"/>
                </a:lnTo>
                <a:lnTo>
                  <a:pt x="1679435" y="468388"/>
                </a:lnTo>
                <a:lnTo>
                  <a:pt x="1686631" y="466538"/>
                </a:lnTo>
                <a:lnTo>
                  <a:pt x="1773921" y="466538"/>
                </a:lnTo>
                <a:lnTo>
                  <a:pt x="1768628" y="458442"/>
                </a:lnTo>
                <a:lnTo>
                  <a:pt x="1735359" y="433134"/>
                </a:lnTo>
                <a:lnTo>
                  <a:pt x="1714387" y="427737"/>
                </a:lnTo>
                <a:lnTo>
                  <a:pt x="1702976" y="427062"/>
                </a:lnTo>
                <a:close/>
              </a:path>
              <a:path w="2136775" h="655320">
                <a:moveTo>
                  <a:pt x="1650856" y="448803"/>
                </a:moveTo>
                <a:lnTo>
                  <a:pt x="1635050" y="485813"/>
                </a:lnTo>
                <a:lnTo>
                  <a:pt x="1632969" y="512490"/>
                </a:lnTo>
                <a:lnTo>
                  <a:pt x="1633508" y="526368"/>
                </a:lnTo>
                <a:lnTo>
                  <a:pt x="1646500" y="569410"/>
                </a:lnTo>
                <a:lnTo>
                  <a:pt x="1653015" y="577775"/>
                </a:lnTo>
                <a:lnTo>
                  <a:pt x="1652937" y="560601"/>
                </a:lnTo>
                <a:lnTo>
                  <a:pt x="1649931" y="512799"/>
                </a:lnTo>
                <a:lnTo>
                  <a:pt x="1650764" y="468388"/>
                </a:lnTo>
                <a:lnTo>
                  <a:pt x="1650856" y="448803"/>
                </a:lnTo>
                <a:close/>
              </a:path>
              <a:path w="2136775" h="655320">
                <a:moveTo>
                  <a:pt x="1773921" y="466538"/>
                </a:moveTo>
                <a:lnTo>
                  <a:pt x="1702668" y="466538"/>
                </a:lnTo>
                <a:lnTo>
                  <a:pt x="1709761" y="468388"/>
                </a:lnTo>
                <a:lnTo>
                  <a:pt x="1715929" y="472089"/>
                </a:lnTo>
                <a:lnTo>
                  <a:pt x="1722303" y="475790"/>
                </a:lnTo>
                <a:lnTo>
                  <a:pt x="1727340" y="481033"/>
                </a:lnTo>
                <a:lnTo>
                  <a:pt x="1731041" y="487818"/>
                </a:lnTo>
                <a:lnTo>
                  <a:pt x="1734948" y="494603"/>
                </a:lnTo>
                <a:lnTo>
                  <a:pt x="1736901" y="502827"/>
                </a:lnTo>
                <a:lnTo>
                  <a:pt x="1736901" y="521948"/>
                </a:lnTo>
                <a:lnTo>
                  <a:pt x="1734948" y="530172"/>
                </a:lnTo>
                <a:lnTo>
                  <a:pt x="1731041" y="537163"/>
                </a:lnTo>
                <a:lnTo>
                  <a:pt x="1727340" y="543948"/>
                </a:lnTo>
                <a:lnTo>
                  <a:pt x="1722303" y="549190"/>
                </a:lnTo>
                <a:lnTo>
                  <a:pt x="1715929" y="552891"/>
                </a:lnTo>
                <a:lnTo>
                  <a:pt x="1709761" y="556592"/>
                </a:lnTo>
                <a:lnTo>
                  <a:pt x="1702668" y="558442"/>
                </a:lnTo>
                <a:lnTo>
                  <a:pt x="1774123" y="558442"/>
                </a:lnTo>
                <a:lnTo>
                  <a:pt x="1785629" y="512490"/>
                </a:lnTo>
                <a:lnTo>
                  <a:pt x="1784935" y="499961"/>
                </a:lnTo>
                <a:lnTo>
                  <a:pt x="1782853" y="488280"/>
                </a:lnTo>
                <a:lnTo>
                  <a:pt x="1779383" y="477448"/>
                </a:lnTo>
                <a:lnTo>
                  <a:pt x="1774526" y="467463"/>
                </a:lnTo>
                <a:lnTo>
                  <a:pt x="1773921" y="466538"/>
                </a:lnTo>
                <a:close/>
              </a:path>
              <a:path w="2136775" h="655320">
                <a:moveTo>
                  <a:pt x="1865021" y="429529"/>
                </a:moveTo>
                <a:lnTo>
                  <a:pt x="1816910" y="429529"/>
                </a:lnTo>
                <a:lnTo>
                  <a:pt x="1817027" y="525848"/>
                </a:lnTo>
                <a:lnTo>
                  <a:pt x="1825854" y="565536"/>
                </a:lnTo>
                <a:lnTo>
                  <a:pt x="1859277" y="593408"/>
                </a:lnTo>
                <a:lnTo>
                  <a:pt x="1887843" y="597918"/>
                </a:lnTo>
                <a:lnTo>
                  <a:pt x="1897211" y="597378"/>
                </a:lnTo>
                <a:lnTo>
                  <a:pt x="1937342" y="578257"/>
                </a:lnTo>
                <a:lnTo>
                  <a:pt x="1939346" y="575755"/>
                </a:lnTo>
                <a:lnTo>
                  <a:pt x="1939346" y="556284"/>
                </a:lnTo>
                <a:lnTo>
                  <a:pt x="1898637" y="556284"/>
                </a:lnTo>
                <a:lnTo>
                  <a:pt x="1891062" y="555686"/>
                </a:lnTo>
                <a:lnTo>
                  <a:pt x="1865561" y="525848"/>
                </a:lnTo>
                <a:lnTo>
                  <a:pt x="1865021" y="516191"/>
                </a:lnTo>
                <a:lnTo>
                  <a:pt x="1865021" y="429529"/>
                </a:lnTo>
                <a:close/>
              </a:path>
              <a:path w="2136775" h="655320">
                <a:moveTo>
                  <a:pt x="1984990" y="549807"/>
                </a:moveTo>
                <a:lnTo>
                  <a:pt x="1939346" y="549807"/>
                </a:lnTo>
                <a:lnTo>
                  <a:pt x="1947673" y="563069"/>
                </a:lnTo>
                <a:lnTo>
                  <a:pt x="1943009" y="571183"/>
                </a:lnTo>
                <a:lnTo>
                  <a:pt x="1939346" y="575755"/>
                </a:lnTo>
                <a:lnTo>
                  <a:pt x="1939346" y="595451"/>
                </a:lnTo>
                <a:lnTo>
                  <a:pt x="1984990" y="595451"/>
                </a:lnTo>
                <a:lnTo>
                  <a:pt x="1984990" y="549807"/>
                </a:lnTo>
                <a:close/>
              </a:path>
              <a:path w="2136775" h="655320">
                <a:moveTo>
                  <a:pt x="1939346" y="549807"/>
                </a:moveTo>
                <a:lnTo>
                  <a:pt x="1939346" y="575755"/>
                </a:lnTo>
                <a:lnTo>
                  <a:pt x="1943009" y="571183"/>
                </a:lnTo>
                <a:lnTo>
                  <a:pt x="1947673" y="563069"/>
                </a:lnTo>
                <a:lnTo>
                  <a:pt x="1939346" y="549807"/>
                </a:lnTo>
                <a:close/>
              </a:path>
              <a:path w="2136775" h="655320">
                <a:moveTo>
                  <a:pt x="1984990" y="429529"/>
                </a:moveTo>
                <a:lnTo>
                  <a:pt x="1936879" y="429529"/>
                </a:lnTo>
                <a:lnTo>
                  <a:pt x="1936879" y="511565"/>
                </a:lnTo>
                <a:lnTo>
                  <a:pt x="1936571" y="518812"/>
                </a:lnTo>
                <a:lnTo>
                  <a:pt x="1912618" y="554742"/>
                </a:lnTo>
                <a:lnTo>
                  <a:pt x="1906039" y="556284"/>
                </a:lnTo>
                <a:lnTo>
                  <a:pt x="1939346" y="556284"/>
                </a:lnTo>
                <a:lnTo>
                  <a:pt x="1939346" y="549807"/>
                </a:lnTo>
                <a:lnTo>
                  <a:pt x="1984990" y="549807"/>
                </a:lnTo>
                <a:lnTo>
                  <a:pt x="1984990" y="429529"/>
                </a:lnTo>
                <a:close/>
              </a:path>
              <a:path w="2136775" h="655320">
                <a:moveTo>
                  <a:pt x="2083533" y="392829"/>
                </a:moveTo>
                <a:lnTo>
                  <a:pt x="2035422" y="392829"/>
                </a:lnTo>
                <a:lnTo>
                  <a:pt x="2035422" y="538396"/>
                </a:lnTo>
                <a:lnTo>
                  <a:pt x="2051767" y="583115"/>
                </a:lnTo>
                <a:lnTo>
                  <a:pt x="2097411" y="597918"/>
                </a:lnTo>
                <a:lnTo>
                  <a:pt x="2104813" y="597918"/>
                </a:lnTo>
                <a:lnTo>
                  <a:pt x="2136578" y="587432"/>
                </a:lnTo>
                <a:lnTo>
                  <a:pt x="2125980" y="559676"/>
                </a:lnTo>
                <a:lnTo>
                  <a:pt x="2097822" y="559676"/>
                </a:lnTo>
                <a:lnTo>
                  <a:pt x="2092785" y="557826"/>
                </a:lnTo>
                <a:lnTo>
                  <a:pt x="2089084" y="554125"/>
                </a:lnTo>
                <a:lnTo>
                  <a:pt x="2085383" y="550218"/>
                </a:lnTo>
                <a:lnTo>
                  <a:pt x="2083533" y="544770"/>
                </a:lnTo>
                <a:lnTo>
                  <a:pt x="2083533" y="392829"/>
                </a:lnTo>
                <a:close/>
              </a:path>
              <a:path w="2136775" h="655320">
                <a:moveTo>
                  <a:pt x="2123625" y="553508"/>
                </a:moveTo>
                <a:lnTo>
                  <a:pt x="2118279" y="557620"/>
                </a:lnTo>
                <a:lnTo>
                  <a:pt x="2111803" y="559676"/>
                </a:lnTo>
                <a:lnTo>
                  <a:pt x="2125980" y="559676"/>
                </a:lnTo>
                <a:lnTo>
                  <a:pt x="2123625" y="553508"/>
                </a:lnTo>
                <a:close/>
              </a:path>
              <a:path w="2136775" h="655320">
                <a:moveTo>
                  <a:pt x="2035422" y="433230"/>
                </a:moveTo>
                <a:lnTo>
                  <a:pt x="2009824" y="433230"/>
                </a:lnTo>
                <a:lnTo>
                  <a:pt x="2009824" y="470239"/>
                </a:lnTo>
                <a:lnTo>
                  <a:pt x="2035422" y="470239"/>
                </a:lnTo>
                <a:lnTo>
                  <a:pt x="2035422" y="433230"/>
                </a:lnTo>
                <a:close/>
              </a:path>
              <a:path w="2136775" h="655320">
                <a:moveTo>
                  <a:pt x="2124859" y="433230"/>
                </a:moveTo>
                <a:lnTo>
                  <a:pt x="2083533" y="433230"/>
                </a:lnTo>
                <a:lnTo>
                  <a:pt x="2083533" y="470239"/>
                </a:lnTo>
                <a:lnTo>
                  <a:pt x="2124859" y="470239"/>
                </a:lnTo>
                <a:lnTo>
                  <a:pt x="2124859" y="43323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430230" y="6235547"/>
            <a:ext cx="19685" cy="771525"/>
          </a:xfrm>
          <a:custGeom>
            <a:avLst/>
            <a:gdLst/>
            <a:ahLst/>
            <a:cxnLst/>
            <a:rect l="l" t="t" r="r" b="b"/>
            <a:pathLst>
              <a:path w="19684" h="771525">
                <a:moveTo>
                  <a:pt x="0" y="771010"/>
                </a:moveTo>
                <a:lnTo>
                  <a:pt x="19275" y="771010"/>
                </a:lnTo>
                <a:lnTo>
                  <a:pt x="19275" y="0"/>
                </a:lnTo>
                <a:lnTo>
                  <a:pt x="0" y="0"/>
                </a:lnTo>
                <a:lnTo>
                  <a:pt x="0" y="7710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430230" y="4915192"/>
            <a:ext cx="19685" cy="925830"/>
          </a:xfrm>
          <a:custGeom>
            <a:avLst/>
            <a:gdLst/>
            <a:ahLst/>
            <a:cxnLst/>
            <a:rect l="l" t="t" r="r" b="b"/>
            <a:pathLst>
              <a:path w="19684" h="925829">
                <a:moveTo>
                  <a:pt x="0" y="925212"/>
                </a:moveTo>
                <a:lnTo>
                  <a:pt x="19275" y="925212"/>
                </a:lnTo>
                <a:lnTo>
                  <a:pt x="19275" y="0"/>
                </a:lnTo>
                <a:lnTo>
                  <a:pt x="0" y="0"/>
                </a:lnTo>
                <a:lnTo>
                  <a:pt x="0" y="925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430230" y="9512342"/>
            <a:ext cx="19685" cy="1118235"/>
          </a:xfrm>
          <a:custGeom>
            <a:avLst/>
            <a:gdLst/>
            <a:ahLst/>
            <a:cxnLst/>
            <a:rect l="l" t="t" r="r" b="b"/>
            <a:pathLst>
              <a:path w="19684" h="1118234">
                <a:moveTo>
                  <a:pt x="0" y="1117965"/>
                </a:moveTo>
                <a:lnTo>
                  <a:pt x="19275" y="1117965"/>
                </a:lnTo>
                <a:lnTo>
                  <a:pt x="19275" y="0"/>
                </a:lnTo>
                <a:lnTo>
                  <a:pt x="0" y="0"/>
                </a:lnTo>
                <a:lnTo>
                  <a:pt x="0" y="1117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430230" y="8211262"/>
            <a:ext cx="19685" cy="877569"/>
          </a:xfrm>
          <a:custGeom>
            <a:avLst/>
            <a:gdLst/>
            <a:ahLst/>
            <a:cxnLst/>
            <a:rect l="l" t="t" r="r" b="b"/>
            <a:pathLst>
              <a:path w="19684" h="877570">
                <a:moveTo>
                  <a:pt x="0" y="877024"/>
                </a:moveTo>
                <a:lnTo>
                  <a:pt x="19275" y="877024"/>
                </a:lnTo>
                <a:lnTo>
                  <a:pt x="19275" y="0"/>
                </a:lnTo>
                <a:lnTo>
                  <a:pt x="0" y="0"/>
                </a:lnTo>
                <a:lnTo>
                  <a:pt x="0" y="877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24140" y="9512342"/>
            <a:ext cx="19685" cy="1118235"/>
          </a:xfrm>
          <a:custGeom>
            <a:avLst/>
            <a:gdLst/>
            <a:ahLst/>
            <a:cxnLst/>
            <a:rect l="l" t="t" r="r" b="b"/>
            <a:pathLst>
              <a:path w="19684" h="1118234">
                <a:moveTo>
                  <a:pt x="0" y="1117965"/>
                </a:moveTo>
                <a:lnTo>
                  <a:pt x="19275" y="1117965"/>
                </a:lnTo>
                <a:lnTo>
                  <a:pt x="19275" y="0"/>
                </a:lnTo>
                <a:lnTo>
                  <a:pt x="0" y="0"/>
                </a:lnTo>
                <a:lnTo>
                  <a:pt x="0" y="1117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124140" y="8211262"/>
            <a:ext cx="19685" cy="877569"/>
          </a:xfrm>
          <a:custGeom>
            <a:avLst/>
            <a:gdLst/>
            <a:ahLst/>
            <a:cxnLst/>
            <a:rect l="l" t="t" r="r" b="b"/>
            <a:pathLst>
              <a:path w="19684" h="877570">
                <a:moveTo>
                  <a:pt x="0" y="877024"/>
                </a:moveTo>
                <a:lnTo>
                  <a:pt x="19275" y="877024"/>
                </a:lnTo>
                <a:lnTo>
                  <a:pt x="19275" y="0"/>
                </a:lnTo>
                <a:lnTo>
                  <a:pt x="0" y="0"/>
                </a:lnTo>
                <a:lnTo>
                  <a:pt x="0" y="877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818050" y="9512342"/>
            <a:ext cx="19685" cy="1118235"/>
          </a:xfrm>
          <a:custGeom>
            <a:avLst/>
            <a:gdLst/>
            <a:ahLst/>
            <a:cxnLst/>
            <a:rect l="l" t="t" r="r" b="b"/>
            <a:pathLst>
              <a:path w="19684" h="1118234">
                <a:moveTo>
                  <a:pt x="0" y="1117965"/>
                </a:moveTo>
                <a:lnTo>
                  <a:pt x="19275" y="1117965"/>
                </a:lnTo>
                <a:lnTo>
                  <a:pt x="19275" y="0"/>
                </a:lnTo>
                <a:lnTo>
                  <a:pt x="0" y="0"/>
                </a:lnTo>
                <a:lnTo>
                  <a:pt x="0" y="1117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818050" y="8211262"/>
            <a:ext cx="19685" cy="877569"/>
          </a:xfrm>
          <a:custGeom>
            <a:avLst/>
            <a:gdLst/>
            <a:ahLst/>
            <a:cxnLst/>
            <a:rect l="l" t="t" r="r" b="b"/>
            <a:pathLst>
              <a:path w="19684" h="877570">
                <a:moveTo>
                  <a:pt x="0" y="877024"/>
                </a:moveTo>
                <a:lnTo>
                  <a:pt x="19275" y="877024"/>
                </a:lnTo>
                <a:lnTo>
                  <a:pt x="19275" y="0"/>
                </a:lnTo>
                <a:lnTo>
                  <a:pt x="0" y="0"/>
                </a:lnTo>
                <a:lnTo>
                  <a:pt x="0" y="877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511959" y="9512342"/>
            <a:ext cx="19685" cy="1118235"/>
          </a:xfrm>
          <a:custGeom>
            <a:avLst/>
            <a:gdLst/>
            <a:ahLst/>
            <a:cxnLst/>
            <a:rect l="l" t="t" r="r" b="b"/>
            <a:pathLst>
              <a:path w="19684" h="1118234">
                <a:moveTo>
                  <a:pt x="0" y="1117965"/>
                </a:moveTo>
                <a:lnTo>
                  <a:pt x="19275" y="1117965"/>
                </a:lnTo>
                <a:lnTo>
                  <a:pt x="19275" y="0"/>
                </a:lnTo>
                <a:lnTo>
                  <a:pt x="0" y="0"/>
                </a:lnTo>
                <a:lnTo>
                  <a:pt x="0" y="1117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511959" y="8211262"/>
            <a:ext cx="19685" cy="877569"/>
          </a:xfrm>
          <a:custGeom>
            <a:avLst/>
            <a:gdLst/>
            <a:ahLst/>
            <a:cxnLst/>
            <a:rect l="l" t="t" r="r" b="b"/>
            <a:pathLst>
              <a:path w="19684" h="877570">
                <a:moveTo>
                  <a:pt x="0" y="877024"/>
                </a:moveTo>
                <a:lnTo>
                  <a:pt x="19275" y="877024"/>
                </a:lnTo>
                <a:lnTo>
                  <a:pt x="19275" y="0"/>
                </a:lnTo>
                <a:lnTo>
                  <a:pt x="0" y="0"/>
                </a:lnTo>
                <a:lnTo>
                  <a:pt x="0" y="8770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133778" y="6235547"/>
            <a:ext cx="19685" cy="771525"/>
          </a:xfrm>
          <a:custGeom>
            <a:avLst/>
            <a:gdLst/>
            <a:ahLst/>
            <a:cxnLst/>
            <a:rect l="l" t="t" r="r" b="b"/>
            <a:pathLst>
              <a:path w="19684" h="771525">
                <a:moveTo>
                  <a:pt x="0" y="771010"/>
                </a:moveTo>
                <a:lnTo>
                  <a:pt x="19275" y="771010"/>
                </a:lnTo>
                <a:lnTo>
                  <a:pt x="19275" y="0"/>
                </a:lnTo>
                <a:lnTo>
                  <a:pt x="0" y="0"/>
                </a:lnTo>
                <a:lnTo>
                  <a:pt x="0" y="7710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133778" y="4915192"/>
            <a:ext cx="19685" cy="925830"/>
          </a:xfrm>
          <a:custGeom>
            <a:avLst/>
            <a:gdLst/>
            <a:ahLst/>
            <a:cxnLst/>
            <a:rect l="l" t="t" r="r" b="b"/>
            <a:pathLst>
              <a:path w="19684" h="925829">
                <a:moveTo>
                  <a:pt x="0" y="925212"/>
                </a:moveTo>
                <a:lnTo>
                  <a:pt x="19275" y="925212"/>
                </a:lnTo>
                <a:lnTo>
                  <a:pt x="19275" y="0"/>
                </a:lnTo>
                <a:lnTo>
                  <a:pt x="0" y="0"/>
                </a:lnTo>
                <a:lnTo>
                  <a:pt x="0" y="925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837325" y="6235547"/>
            <a:ext cx="19685" cy="771525"/>
          </a:xfrm>
          <a:custGeom>
            <a:avLst/>
            <a:gdLst/>
            <a:ahLst/>
            <a:cxnLst/>
            <a:rect l="l" t="t" r="r" b="b"/>
            <a:pathLst>
              <a:path w="19684" h="771525">
                <a:moveTo>
                  <a:pt x="0" y="771010"/>
                </a:moveTo>
                <a:lnTo>
                  <a:pt x="19275" y="771010"/>
                </a:lnTo>
                <a:lnTo>
                  <a:pt x="19275" y="0"/>
                </a:lnTo>
                <a:lnTo>
                  <a:pt x="0" y="0"/>
                </a:lnTo>
                <a:lnTo>
                  <a:pt x="0" y="7710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837325" y="4915192"/>
            <a:ext cx="19685" cy="925830"/>
          </a:xfrm>
          <a:custGeom>
            <a:avLst/>
            <a:gdLst/>
            <a:ahLst/>
            <a:cxnLst/>
            <a:rect l="l" t="t" r="r" b="b"/>
            <a:pathLst>
              <a:path w="19684" h="925829">
                <a:moveTo>
                  <a:pt x="0" y="925212"/>
                </a:moveTo>
                <a:lnTo>
                  <a:pt x="19275" y="925212"/>
                </a:lnTo>
                <a:lnTo>
                  <a:pt x="19275" y="0"/>
                </a:lnTo>
                <a:lnTo>
                  <a:pt x="0" y="0"/>
                </a:lnTo>
                <a:lnTo>
                  <a:pt x="0" y="925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540872" y="6235547"/>
            <a:ext cx="19685" cy="771525"/>
          </a:xfrm>
          <a:custGeom>
            <a:avLst/>
            <a:gdLst/>
            <a:ahLst/>
            <a:cxnLst/>
            <a:rect l="l" t="t" r="r" b="b"/>
            <a:pathLst>
              <a:path w="19684" h="771525">
                <a:moveTo>
                  <a:pt x="0" y="771010"/>
                </a:moveTo>
                <a:lnTo>
                  <a:pt x="19275" y="771010"/>
                </a:lnTo>
                <a:lnTo>
                  <a:pt x="19275" y="0"/>
                </a:lnTo>
                <a:lnTo>
                  <a:pt x="0" y="0"/>
                </a:lnTo>
                <a:lnTo>
                  <a:pt x="0" y="7710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540872" y="4915192"/>
            <a:ext cx="19685" cy="925830"/>
          </a:xfrm>
          <a:custGeom>
            <a:avLst/>
            <a:gdLst/>
            <a:ahLst/>
            <a:cxnLst/>
            <a:rect l="l" t="t" r="r" b="b"/>
            <a:pathLst>
              <a:path w="19684" h="925829">
                <a:moveTo>
                  <a:pt x="0" y="925212"/>
                </a:moveTo>
                <a:lnTo>
                  <a:pt x="19275" y="925212"/>
                </a:lnTo>
                <a:lnTo>
                  <a:pt x="19275" y="0"/>
                </a:lnTo>
                <a:lnTo>
                  <a:pt x="0" y="0"/>
                </a:lnTo>
                <a:lnTo>
                  <a:pt x="0" y="925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112189" y="5840404"/>
            <a:ext cx="626745" cy="395605"/>
          </a:xfrm>
          <a:custGeom>
            <a:avLst/>
            <a:gdLst/>
            <a:ahLst/>
            <a:cxnLst/>
            <a:rect l="l" t="t" r="r" b="b"/>
            <a:pathLst>
              <a:path w="626745" h="395604">
                <a:moveTo>
                  <a:pt x="626446" y="0"/>
                </a:moveTo>
                <a:lnTo>
                  <a:pt x="0" y="0"/>
                </a:lnTo>
                <a:lnTo>
                  <a:pt x="0" y="395142"/>
                </a:lnTo>
                <a:lnTo>
                  <a:pt x="626446" y="395142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112189" y="9088287"/>
            <a:ext cx="626745" cy="424180"/>
          </a:xfrm>
          <a:custGeom>
            <a:avLst/>
            <a:gdLst/>
            <a:ahLst/>
            <a:cxnLst/>
            <a:rect l="l" t="t" r="r" b="b"/>
            <a:pathLst>
              <a:path w="626745" h="424179">
                <a:moveTo>
                  <a:pt x="626446" y="0"/>
                </a:moveTo>
                <a:lnTo>
                  <a:pt x="0" y="0"/>
                </a:lnTo>
                <a:lnTo>
                  <a:pt x="0" y="424055"/>
                </a:lnTo>
                <a:lnTo>
                  <a:pt x="626446" y="424055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806098" y="9088287"/>
            <a:ext cx="626745" cy="424180"/>
          </a:xfrm>
          <a:custGeom>
            <a:avLst/>
            <a:gdLst/>
            <a:ahLst/>
            <a:cxnLst/>
            <a:rect l="l" t="t" r="r" b="b"/>
            <a:pathLst>
              <a:path w="626745" h="424179">
                <a:moveTo>
                  <a:pt x="626446" y="0"/>
                </a:moveTo>
                <a:lnTo>
                  <a:pt x="0" y="0"/>
                </a:lnTo>
                <a:lnTo>
                  <a:pt x="0" y="424055"/>
                </a:lnTo>
                <a:lnTo>
                  <a:pt x="626446" y="424055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500008" y="9088287"/>
            <a:ext cx="626745" cy="424180"/>
          </a:xfrm>
          <a:custGeom>
            <a:avLst/>
            <a:gdLst/>
            <a:ahLst/>
            <a:cxnLst/>
            <a:rect l="l" t="t" r="r" b="b"/>
            <a:pathLst>
              <a:path w="626744" h="424179">
                <a:moveTo>
                  <a:pt x="626446" y="0"/>
                </a:moveTo>
                <a:lnTo>
                  <a:pt x="0" y="0"/>
                </a:lnTo>
                <a:lnTo>
                  <a:pt x="0" y="424055"/>
                </a:lnTo>
                <a:lnTo>
                  <a:pt x="626446" y="424055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93918" y="9088287"/>
            <a:ext cx="626745" cy="424180"/>
          </a:xfrm>
          <a:custGeom>
            <a:avLst/>
            <a:gdLst/>
            <a:ahLst/>
            <a:cxnLst/>
            <a:rect l="l" t="t" r="r" b="b"/>
            <a:pathLst>
              <a:path w="626744" h="424179">
                <a:moveTo>
                  <a:pt x="626446" y="0"/>
                </a:moveTo>
                <a:lnTo>
                  <a:pt x="0" y="0"/>
                </a:lnTo>
                <a:lnTo>
                  <a:pt x="0" y="424055"/>
                </a:lnTo>
                <a:lnTo>
                  <a:pt x="626446" y="424055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815736" y="5840404"/>
            <a:ext cx="626745" cy="395605"/>
          </a:xfrm>
          <a:custGeom>
            <a:avLst/>
            <a:gdLst/>
            <a:ahLst/>
            <a:cxnLst/>
            <a:rect l="l" t="t" r="r" b="b"/>
            <a:pathLst>
              <a:path w="626745" h="395604">
                <a:moveTo>
                  <a:pt x="626446" y="0"/>
                </a:moveTo>
                <a:lnTo>
                  <a:pt x="0" y="0"/>
                </a:lnTo>
                <a:lnTo>
                  <a:pt x="0" y="395142"/>
                </a:lnTo>
                <a:lnTo>
                  <a:pt x="626446" y="395142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519283" y="5840404"/>
            <a:ext cx="626745" cy="395605"/>
          </a:xfrm>
          <a:custGeom>
            <a:avLst/>
            <a:gdLst/>
            <a:ahLst/>
            <a:cxnLst/>
            <a:rect l="l" t="t" r="r" b="b"/>
            <a:pathLst>
              <a:path w="626744" h="395604">
                <a:moveTo>
                  <a:pt x="626446" y="0"/>
                </a:moveTo>
                <a:lnTo>
                  <a:pt x="0" y="0"/>
                </a:lnTo>
                <a:lnTo>
                  <a:pt x="0" y="395142"/>
                </a:lnTo>
                <a:lnTo>
                  <a:pt x="626446" y="395142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22830" y="5840404"/>
            <a:ext cx="626745" cy="395605"/>
          </a:xfrm>
          <a:custGeom>
            <a:avLst/>
            <a:gdLst/>
            <a:ahLst/>
            <a:cxnLst/>
            <a:rect l="l" t="t" r="r" b="b"/>
            <a:pathLst>
              <a:path w="626744" h="395604">
                <a:moveTo>
                  <a:pt x="626446" y="0"/>
                </a:moveTo>
                <a:lnTo>
                  <a:pt x="0" y="0"/>
                </a:lnTo>
                <a:lnTo>
                  <a:pt x="0" y="395142"/>
                </a:lnTo>
                <a:lnTo>
                  <a:pt x="626446" y="395142"/>
                </a:lnTo>
                <a:lnTo>
                  <a:pt x="6264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243839" y="5973018"/>
            <a:ext cx="394970" cy="139700"/>
          </a:xfrm>
          <a:custGeom>
            <a:avLst/>
            <a:gdLst/>
            <a:ahLst/>
            <a:cxnLst/>
            <a:rect l="l" t="t" r="r" b="b"/>
            <a:pathLst>
              <a:path w="394970" h="139700">
                <a:moveTo>
                  <a:pt x="65921" y="2313"/>
                </a:moveTo>
                <a:lnTo>
                  <a:pt x="0" y="2313"/>
                </a:lnTo>
                <a:lnTo>
                  <a:pt x="0" y="137239"/>
                </a:lnTo>
                <a:lnTo>
                  <a:pt x="69776" y="137239"/>
                </a:lnTo>
                <a:lnTo>
                  <a:pt x="82269" y="136637"/>
                </a:lnTo>
                <a:lnTo>
                  <a:pt x="120325" y="115892"/>
                </a:lnTo>
                <a:lnTo>
                  <a:pt x="121091" y="113724"/>
                </a:lnTo>
                <a:lnTo>
                  <a:pt x="31033" y="113724"/>
                </a:lnTo>
                <a:lnTo>
                  <a:pt x="31033" y="80377"/>
                </a:lnTo>
                <a:lnTo>
                  <a:pt x="28720" y="80377"/>
                </a:lnTo>
                <a:lnTo>
                  <a:pt x="28720" y="57633"/>
                </a:lnTo>
                <a:lnTo>
                  <a:pt x="31033" y="57633"/>
                </a:lnTo>
                <a:lnTo>
                  <a:pt x="31033" y="25828"/>
                </a:lnTo>
                <a:lnTo>
                  <a:pt x="114740" y="25828"/>
                </a:lnTo>
                <a:lnTo>
                  <a:pt x="113772" y="23130"/>
                </a:lnTo>
                <a:lnTo>
                  <a:pt x="77847" y="2915"/>
                </a:lnTo>
                <a:lnTo>
                  <a:pt x="65921" y="2313"/>
                </a:lnTo>
                <a:close/>
              </a:path>
              <a:path w="394970" h="139700">
                <a:moveTo>
                  <a:pt x="114740" y="25828"/>
                </a:moveTo>
                <a:lnTo>
                  <a:pt x="69647" y="25828"/>
                </a:lnTo>
                <a:lnTo>
                  <a:pt x="75430" y="27178"/>
                </a:lnTo>
                <a:lnTo>
                  <a:pt x="79414" y="29876"/>
                </a:lnTo>
                <a:lnTo>
                  <a:pt x="83526" y="32446"/>
                </a:lnTo>
                <a:lnTo>
                  <a:pt x="85582" y="36365"/>
                </a:lnTo>
                <a:lnTo>
                  <a:pt x="85582" y="47031"/>
                </a:lnTo>
                <a:lnTo>
                  <a:pt x="83526" y="51079"/>
                </a:lnTo>
                <a:lnTo>
                  <a:pt x="79414" y="53777"/>
                </a:lnTo>
                <a:lnTo>
                  <a:pt x="75430" y="56348"/>
                </a:lnTo>
                <a:lnTo>
                  <a:pt x="69647" y="57633"/>
                </a:lnTo>
                <a:lnTo>
                  <a:pt x="31033" y="57633"/>
                </a:lnTo>
                <a:lnTo>
                  <a:pt x="31033" y="80377"/>
                </a:lnTo>
                <a:lnTo>
                  <a:pt x="75559" y="80377"/>
                </a:lnTo>
                <a:lnTo>
                  <a:pt x="81662" y="81791"/>
                </a:lnTo>
                <a:lnTo>
                  <a:pt x="85774" y="84618"/>
                </a:lnTo>
                <a:lnTo>
                  <a:pt x="90015" y="87316"/>
                </a:lnTo>
                <a:lnTo>
                  <a:pt x="92135" y="91493"/>
                </a:lnTo>
                <a:lnTo>
                  <a:pt x="92135" y="102929"/>
                </a:lnTo>
                <a:lnTo>
                  <a:pt x="90015" y="107170"/>
                </a:lnTo>
                <a:lnTo>
                  <a:pt x="85774" y="109868"/>
                </a:lnTo>
                <a:lnTo>
                  <a:pt x="81662" y="112439"/>
                </a:lnTo>
                <a:lnTo>
                  <a:pt x="75559" y="113724"/>
                </a:lnTo>
                <a:lnTo>
                  <a:pt x="121091" y="113724"/>
                </a:lnTo>
                <a:lnTo>
                  <a:pt x="122891" y="108628"/>
                </a:lnTo>
                <a:lnTo>
                  <a:pt x="123747" y="100424"/>
                </a:lnTo>
                <a:lnTo>
                  <a:pt x="123747" y="92585"/>
                </a:lnTo>
                <a:lnTo>
                  <a:pt x="121883" y="85967"/>
                </a:lnTo>
                <a:lnTo>
                  <a:pt x="118157" y="80570"/>
                </a:lnTo>
                <a:lnTo>
                  <a:pt x="114559" y="75173"/>
                </a:lnTo>
                <a:lnTo>
                  <a:pt x="110692" y="72089"/>
                </a:lnTo>
                <a:lnTo>
                  <a:pt x="76715" y="72089"/>
                </a:lnTo>
                <a:lnTo>
                  <a:pt x="80377" y="64186"/>
                </a:lnTo>
                <a:lnTo>
                  <a:pt x="104569" y="64186"/>
                </a:lnTo>
                <a:lnTo>
                  <a:pt x="108327" y="61038"/>
                </a:lnTo>
                <a:lnTo>
                  <a:pt x="111796" y="55898"/>
                </a:lnTo>
                <a:lnTo>
                  <a:pt x="115266" y="50629"/>
                </a:lnTo>
                <a:lnTo>
                  <a:pt x="117000" y="44461"/>
                </a:lnTo>
                <a:lnTo>
                  <a:pt x="116890" y="36365"/>
                </a:lnTo>
                <a:lnTo>
                  <a:pt x="116193" y="29876"/>
                </a:lnTo>
                <a:lnTo>
                  <a:pt x="114740" y="25828"/>
                </a:lnTo>
                <a:close/>
              </a:path>
              <a:path w="394970" h="139700">
                <a:moveTo>
                  <a:pt x="31033" y="57633"/>
                </a:moveTo>
                <a:lnTo>
                  <a:pt x="28720" y="57633"/>
                </a:lnTo>
                <a:lnTo>
                  <a:pt x="28720" y="80377"/>
                </a:lnTo>
                <a:lnTo>
                  <a:pt x="31033" y="80377"/>
                </a:lnTo>
                <a:lnTo>
                  <a:pt x="31033" y="57633"/>
                </a:lnTo>
                <a:close/>
              </a:path>
              <a:path w="394970" h="139700">
                <a:moveTo>
                  <a:pt x="88858" y="64186"/>
                </a:moveTo>
                <a:lnTo>
                  <a:pt x="80377" y="64186"/>
                </a:lnTo>
                <a:lnTo>
                  <a:pt x="76715" y="72089"/>
                </a:lnTo>
                <a:lnTo>
                  <a:pt x="84554" y="72089"/>
                </a:lnTo>
                <a:lnTo>
                  <a:pt x="91493" y="70675"/>
                </a:lnTo>
                <a:lnTo>
                  <a:pt x="99478" y="66938"/>
                </a:lnTo>
                <a:lnTo>
                  <a:pt x="96376" y="65600"/>
                </a:lnTo>
                <a:lnTo>
                  <a:pt x="88858" y="64186"/>
                </a:lnTo>
                <a:close/>
              </a:path>
              <a:path w="394970" h="139700">
                <a:moveTo>
                  <a:pt x="99478" y="66938"/>
                </a:moveTo>
                <a:lnTo>
                  <a:pt x="91493" y="70675"/>
                </a:lnTo>
                <a:lnTo>
                  <a:pt x="84554" y="72089"/>
                </a:lnTo>
                <a:lnTo>
                  <a:pt x="110692" y="72089"/>
                </a:lnTo>
                <a:lnTo>
                  <a:pt x="109483" y="71125"/>
                </a:lnTo>
                <a:lnTo>
                  <a:pt x="102929" y="68427"/>
                </a:lnTo>
                <a:lnTo>
                  <a:pt x="99478" y="66938"/>
                </a:lnTo>
                <a:close/>
              </a:path>
              <a:path w="394970" h="139700">
                <a:moveTo>
                  <a:pt x="104569" y="64186"/>
                </a:moveTo>
                <a:lnTo>
                  <a:pt x="88858" y="64186"/>
                </a:lnTo>
                <a:lnTo>
                  <a:pt x="96376" y="65600"/>
                </a:lnTo>
                <a:lnTo>
                  <a:pt x="99478" y="66938"/>
                </a:lnTo>
                <a:lnTo>
                  <a:pt x="103572" y="65021"/>
                </a:lnTo>
                <a:lnTo>
                  <a:pt x="104569" y="64186"/>
                </a:lnTo>
                <a:close/>
              </a:path>
              <a:path w="394970" h="139700">
                <a:moveTo>
                  <a:pt x="213116" y="0"/>
                </a:moveTo>
                <a:lnTo>
                  <a:pt x="170807" y="11324"/>
                </a:lnTo>
                <a:lnTo>
                  <a:pt x="144303" y="41827"/>
                </a:lnTo>
                <a:lnTo>
                  <a:pt x="138906" y="69776"/>
                </a:lnTo>
                <a:lnTo>
                  <a:pt x="139244" y="77233"/>
                </a:lnTo>
                <a:lnTo>
                  <a:pt x="155074" y="114964"/>
                </a:lnTo>
                <a:lnTo>
                  <a:pt x="189950" y="136733"/>
                </a:lnTo>
                <a:lnTo>
                  <a:pt x="212538" y="139552"/>
                </a:lnTo>
                <a:lnTo>
                  <a:pt x="219766" y="139275"/>
                </a:lnTo>
                <a:lnTo>
                  <a:pt x="261365" y="126301"/>
                </a:lnTo>
                <a:lnTo>
                  <a:pt x="267087" y="122397"/>
                </a:lnTo>
                <a:lnTo>
                  <a:pt x="238560" y="118350"/>
                </a:lnTo>
                <a:lnTo>
                  <a:pt x="238560" y="112953"/>
                </a:lnTo>
                <a:lnTo>
                  <a:pt x="207848" y="112953"/>
                </a:lnTo>
                <a:lnTo>
                  <a:pt x="201936" y="111925"/>
                </a:lnTo>
                <a:lnTo>
                  <a:pt x="171546" y="81855"/>
                </a:lnTo>
                <a:lnTo>
                  <a:pt x="170518" y="76073"/>
                </a:lnTo>
                <a:lnTo>
                  <a:pt x="170518" y="63351"/>
                </a:lnTo>
                <a:lnTo>
                  <a:pt x="202129" y="27627"/>
                </a:lnTo>
                <a:lnTo>
                  <a:pt x="208105" y="26599"/>
                </a:lnTo>
                <a:lnTo>
                  <a:pt x="266043" y="26599"/>
                </a:lnTo>
                <a:lnTo>
                  <a:pt x="269593" y="23323"/>
                </a:lnTo>
                <a:lnTo>
                  <a:pt x="230127" y="1493"/>
                </a:lnTo>
                <a:lnTo>
                  <a:pt x="221850" y="373"/>
                </a:lnTo>
                <a:lnTo>
                  <a:pt x="213116" y="0"/>
                </a:lnTo>
                <a:close/>
              </a:path>
              <a:path w="394970" h="139700">
                <a:moveTo>
                  <a:pt x="249354" y="99845"/>
                </a:moveTo>
                <a:lnTo>
                  <a:pt x="243828" y="104600"/>
                </a:lnTo>
                <a:lnTo>
                  <a:pt x="238560" y="107737"/>
                </a:lnTo>
                <a:lnTo>
                  <a:pt x="238560" y="118350"/>
                </a:lnTo>
                <a:lnTo>
                  <a:pt x="267087" y="122397"/>
                </a:lnTo>
                <a:lnTo>
                  <a:pt x="249354" y="99845"/>
                </a:lnTo>
                <a:close/>
              </a:path>
              <a:path w="394970" h="139700">
                <a:moveTo>
                  <a:pt x="267087" y="99845"/>
                </a:moveTo>
                <a:lnTo>
                  <a:pt x="249354" y="99845"/>
                </a:lnTo>
                <a:lnTo>
                  <a:pt x="267087" y="122397"/>
                </a:lnTo>
                <a:lnTo>
                  <a:pt x="267087" y="99845"/>
                </a:lnTo>
                <a:close/>
              </a:path>
              <a:path w="394970" h="139700">
                <a:moveTo>
                  <a:pt x="238560" y="107737"/>
                </a:moveTo>
                <a:lnTo>
                  <a:pt x="238110" y="108005"/>
                </a:lnTo>
                <a:lnTo>
                  <a:pt x="232199" y="110061"/>
                </a:lnTo>
                <a:lnTo>
                  <a:pt x="226416" y="111989"/>
                </a:lnTo>
                <a:lnTo>
                  <a:pt x="220441" y="112953"/>
                </a:lnTo>
                <a:lnTo>
                  <a:pt x="238560" y="112953"/>
                </a:lnTo>
                <a:lnTo>
                  <a:pt x="238560" y="107737"/>
                </a:lnTo>
                <a:close/>
              </a:path>
              <a:path w="394970" h="139700">
                <a:moveTo>
                  <a:pt x="267087" y="67656"/>
                </a:moveTo>
                <a:lnTo>
                  <a:pt x="238560" y="67656"/>
                </a:lnTo>
                <a:lnTo>
                  <a:pt x="238560" y="107737"/>
                </a:lnTo>
                <a:lnTo>
                  <a:pt x="243828" y="104600"/>
                </a:lnTo>
                <a:lnTo>
                  <a:pt x="249354" y="99845"/>
                </a:lnTo>
                <a:lnTo>
                  <a:pt x="267087" y="99845"/>
                </a:lnTo>
                <a:lnTo>
                  <a:pt x="267087" y="67656"/>
                </a:lnTo>
                <a:close/>
              </a:path>
              <a:path w="394970" h="139700">
                <a:moveTo>
                  <a:pt x="266043" y="26599"/>
                </a:moveTo>
                <a:lnTo>
                  <a:pt x="221469" y="26599"/>
                </a:lnTo>
                <a:lnTo>
                  <a:pt x="227765" y="27884"/>
                </a:lnTo>
                <a:lnTo>
                  <a:pt x="233548" y="30454"/>
                </a:lnTo>
                <a:lnTo>
                  <a:pt x="239331" y="32896"/>
                </a:lnTo>
                <a:lnTo>
                  <a:pt x="244663" y="36687"/>
                </a:lnTo>
                <a:lnTo>
                  <a:pt x="249546" y="41827"/>
                </a:lnTo>
                <a:lnTo>
                  <a:pt x="266043" y="26599"/>
                </a:lnTo>
                <a:close/>
              </a:path>
              <a:path w="394970" h="139700">
                <a:moveTo>
                  <a:pt x="327319" y="2313"/>
                </a:moveTo>
                <a:lnTo>
                  <a:pt x="296093" y="2313"/>
                </a:lnTo>
                <a:lnTo>
                  <a:pt x="296093" y="137239"/>
                </a:lnTo>
                <a:lnTo>
                  <a:pt x="394975" y="137239"/>
                </a:lnTo>
                <a:lnTo>
                  <a:pt x="394975" y="111796"/>
                </a:lnTo>
                <a:lnTo>
                  <a:pt x="327319" y="111796"/>
                </a:lnTo>
                <a:lnTo>
                  <a:pt x="327319" y="2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185831" y="9240587"/>
            <a:ext cx="464820" cy="120014"/>
          </a:xfrm>
          <a:custGeom>
            <a:avLst/>
            <a:gdLst/>
            <a:ahLst/>
            <a:cxnLst/>
            <a:rect l="l" t="t" r="r" b="b"/>
            <a:pathLst>
              <a:path w="464820" h="120015">
                <a:moveTo>
                  <a:pt x="60202" y="4752"/>
                </a:moveTo>
                <a:lnTo>
                  <a:pt x="51541" y="4752"/>
                </a:lnTo>
                <a:lnTo>
                  <a:pt x="43567" y="6178"/>
                </a:lnTo>
                <a:lnTo>
                  <a:pt x="36279" y="9030"/>
                </a:lnTo>
                <a:lnTo>
                  <a:pt x="28992" y="11776"/>
                </a:lnTo>
                <a:lnTo>
                  <a:pt x="1478" y="46102"/>
                </a:lnTo>
                <a:lnTo>
                  <a:pt x="0" y="53759"/>
                </a:lnTo>
                <a:lnTo>
                  <a:pt x="0" y="70447"/>
                </a:lnTo>
                <a:lnTo>
                  <a:pt x="22496" y="108469"/>
                </a:lnTo>
                <a:lnTo>
                  <a:pt x="51488" y="119453"/>
                </a:lnTo>
                <a:lnTo>
                  <a:pt x="60043" y="119453"/>
                </a:lnTo>
                <a:lnTo>
                  <a:pt x="100548" y="106093"/>
                </a:lnTo>
                <a:lnTo>
                  <a:pt x="105829" y="99650"/>
                </a:lnTo>
                <a:lnTo>
                  <a:pt x="103597" y="97590"/>
                </a:lnTo>
                <a:lnTo>
                  <a:pt x="56294" y="97590"/>
                </a:lnTo>
                <a:lnTo>
                  <a:pt x="51541" y="96745"/>
                </a:lnTo>
                <a:lnTo>
                  <a:pt x="25982" y="67384"/>
                </a:lnTo>
                <a:lnTo>
                  <a:pt x="25982" y="56822"/>
                </a:lnTo>
                <a:lnTo>
                  <a:pt x="51541" y="27460"/>
                </a:lnTo>
                <a:lnTo>
                  <a:pt x="56294" y="26615"/>
                </a:lnTo>
                <a:lnTo>
                  <a:pt x="103426" y="26615"/>
                </a:lnTo>
                <a:lnTo>
                  <a:pt x="105829" y="24397"/>
                </a:lnTo>
                <a:lnTo>
                  <a:pt x="67232" y="5069"/>
                </a:lnTo>
                <a:lnTo>
                  <a:pt x="60202" y="4752"/>
                </a:lnTo>
                <a:close/>
              </a:path>
              <a:path w="464820" h="120015">
                <a:moveTo>
                  <a:pt x="89352" y="84441"/>
                </a:moveTo>
                <a:lnTo>
                  <a:pt x="66961" y="97590"/>
                </a:lnTo>
                <a:lnTo>
                  <a:pt x="103597" y="97590"/>
                </a:lnTo>
                <a:lnTo>
                  <a:pt x="89352" y="84441"/>
                </a:lnTo>
                <a:close/>
              </a:path>
              <a:path w="464820" h="120015">
                <a:moveTo>
                  <a:pt x="103426" y="26615"/>
                </a:moveTo>
                <a:lnTo>
                  <a:pt x="66961" y="26615"/>
                </a:lnTo>
                <a:lnTo>
                  <a:pt x="72031" y="27724"/>
                </a:lnTo>
                <a:lnTo>
                  <a:pt x="76678" y="29942"/>
                </a:lnTo>
                <a:lnTo>
                  <a:pt x="81325" y="32055"/>
                </a:lnTo>
                <a:lnTo>
                  <a:pt x="85550" y="35276"/>
                </a:lnTo>
                <a:lnTo>
                  <a:pt x="89352" y="39606"/>
                </a:lnTo>
                <a:lnTo>
                  <a:pt x="103426" y="26615"/>
                </a:lnTo>
                <a:close/>
              </a:path>
              <a:path w="464820" h="120015">
                <a:moveTo>
                  <a:pt x="171650" y="67489"/>
                </a:moveTo>
                <a:lnTo>
                  <a:pt x="143344" y="67489"/>
                </a:lnTo>
                <a:lnTo>
                  <a:pt x="136321" y="68598"/>
                </a:lnTo>
                <a:lnTo>
                  <a:pt x="130934" y="70816"/>
                </a:lnTo>
                <a:lnTo>
                  <a:pt x="125548" y="72929"/>
                </a:lnTo>
                <a:lnTo>
                  <a:pt x="121587" y="75886"/>
                </a:lnTo>
                <a:lnTo>
                  <a:pt x="119052" y="79688"/>
                </a:lnTo>
                <a:lnTo>
                  <a:pt x="116623" y="83490"/>
                </a:lnTo>
                <a:lnTo>
                  <a:pt x="115408" y="87926"/>
                </a:lnTo>
                <a:lnTo>
                  <a:pt x="115408" y="97854"/>
                </a:lnTo>
                <a:lnTo>
                  <a:pt x="140598" y="118820"/>
                </a:lnTo>
                <a:lnTo>
                  <a:pt x="154751" y="118820"/>
                </a:lnTo>
                <a:lnTo>
                  <a:pt x="160877" y="117394"/>
                </a:lnTo>
                <a:lnTo>
                  <a:pt x="170383" y="111690"/>
                </a:lnTo>
                <a:lnTo>
                  <a:pt x="173234" y="108057"/>
                </a:lnTo>
                <a:lnTo>
                  <a:pt x="173234" y="102185"/>
                </a:lnTo>
                <a:lnTo>
                  <a:pt x="149101" y="102185"/>
                </a:lnTo>
                <a:lnTo>
                  <a:pt x="145668" y="101287"/>
                </a:lnTo>
                <a:lnTo>
                  <a:pt x="143133" y="99492"/>
                </a:lnTo>
                <a:lnTo>
                  <a:pt x="140704" y="97590"/>
                </a:lnTo>
                <a:lnTo>
                  <a:pt x="139489" y="95056"/>
                </a:lnTo>
                <a:lnTo>
                  <a:pt x="139489" y="89035"/>
                </a:lnTo>
                <a:lnTo>
                  <a:pt x="140546" y="86659"/>
                </a:lnTo>
                <a:lnTo>
                  <a:pt x="142658" y="84758"/>
                </a:lnTo>
                <a:lnTo>
                  <a:pt x="144876" y="82857"/>
                </a:lnTo>
                <a:lnTo>
                  <a:pt x="148889" y="81906"/>
                </a:lnTo>
                <a:lnTo>
                  <a:pt x="171650" y="81906"/>
                </a:lnTo>
                <a:lnTo>
                  <a:pt x="171650" y="67489"/>
                </a:lnTo>
                <a:close/>
              </a:path>
              <a:path w="464820" h="120015">
                <a:moveTo>
                  <a:pt x="192997" y="50696"/>
                </a:moveTo>
                <a:lnTo>
                  <a:pt x="158659" y="50696"/>
                </a:lnTo>
                <a:lnTo>
                  <a:pt x="163570" y="52175"/>
                </a:lnTo>
                <a:lnTo>
                  <a:pt x="166739" y="55132"/>
                </a:lnTo>
                <a:lnTo>
                  <a:pt x="170013" y="58089"/>
                </a:lnTo>
                <a:lnTo>
                  <a:pt x="171650" y="62208"/>
                </a:lnTo>
                <a:lnTo>
                  <a:pt x="171650" y="90620"/>
                </a:lnTo>
                <a:lnTo>
                  <a:pt x="175452" y="102026"/>
                </a:lnTo>
                <a:lnTo>
                  <a:pt x="173657" y="107519"/>
                </a:lnTo>
                <a:lnTo>
                  <a:pt x="173234" y="108057"/>
                </a:lnTo>
                <a:lnTo>
                  <a:pt x="173234" y="117552"/>
                </a:lnTo>
                <a:lnTo>
                  <a:pt x="196365" y="117552"/>
                </a:lnTo>
                <a:lnTo>
                  <a:pt x="196365" y="81906"/>
                </a:lnTo>
                <a:lnTo>
                  <a:pt x="174660" y="81906"/>
                </a:lnTo>
                <a:lnTo>
                  <a:pt x="174660" y="67489"/>
                </a:lnTo>
                <a:lnTo>
                  <a:pt x="196259" y="67489"/>
                </a:lnTo>
                <a:lnTo>
                  <a:pt x="195691" y="59816"/>
                </a:lnTo>
                <a:lnTo>
                  <a:pt x="193671" y="52003"/>
                </a:lnTo>
                <a:lnTo>
                  <a:pt x="192997" y="50696"/>
                </a:lnTo>
                <a:close/>
              </a:path>
              <a:path w="464820" h="120015">
                <a:moveTo>
                  <a:pt x="171650" y="90620"/>
                </a:moveTo>
                <a:lnTo>
                  <a:pt x="171673" y="97326"/>
                </a:lnTo>
                <a:lnTo>
                  <a:pt x="173234" y="100917"/>
                </a:lnTo>
                <a:lnTo>
                  <a:pt x="173234" y="108057"/>
                </a:lnTo>
                <a:lnTo>
                  <a:pt x="173657" y="107519"/>
                </a:lnTo>
                <a:lnTo>
                  <a:pt x="175452" y="102026"/>
                </a:lnTo>
                <a:lnTo>
                  <a:pt x="171650" y="90620"/>
                </a:lnTo>
                <a:close/>
              </a:path>
              <a:path w="464820" h="120015">
                <a:moveTo>
                  <a:pt x="171650" y="90620"/>
                </a:moveTo>
                <a:lnTo>
                  <a:pt x="157550" y="102185"/>
                </a:lnTo>
                <a:lnTo>
                  <a:pt x="173234" y="102185"/>
                </a:lnTo>
                <a:lnTo>
                  <a:pt x="173234" y="100917"/>
                </a:lnTo>
                <a:lnTo>
                  <a:pt x="171673" y="97326"/>
                </a:lnTo>
                <a:lnTo>
                  <a:pt x="171650" y="90620"/>
                </a:lnTo>
                <a:close/>
              </a:path>
              <a:path w="464820" h="120015">
                <a:moveTo>
                  <a:pt x="196259" y="67489"/>
                </a:moveTo>
                <a:lnTo>
                  <a:pt x="174660" y="67489"/>
                </a:lnTo>
                <a:lnTo>
                  <a:pt x="174660" y="81906"/>
                </a:lnTo>
                <a:lnTo>
                  <a:pt x="196365" y="81906"/>
                </a:lnTo>
                <a:lnTo>
                  <a:pt x="196259" y="67489"/>
                </a:lnTo>
                <a:close/>
              </a:path>
              <a:path w="464820" h="120015">
                <a:moveTo>
                  <a:pt x="155332" y="31051"/>
                </a:moveTo>
                <a:lnTo>
                  <a:pt x="148573" y="31051"/>
                </a:lnTo>
                <a:lnTo>
                  <a:pt x="141919" y="31949"/>
                </a:lnTo>
                <a:lnTo>
                  <a:pt x="128822" y="35540"/>
                </a:lnTo>
                <a:lnTo>
                  <a:pt x="123224" y="38075"/>
                </a:lnTo>
                <a:lnTo>
                  <a:pt x="118577" y="41349"/>
                </a:lnTo>
                <a:lnTo>
                  <a:pt x="127449" y="58617"/>
                </a:lnTo>
                <a:lnTo>
                  <a:pt x="130512" y="56188"/>
                </a:lnTo>
                <a:lnTo>
                  <a:pt x="134208" y="54287"/>
                </a:lnTo>
                <a:lnTo>
                  <a:pt x="138539" y="52914"/>
                </a:lnTo>
                <a:lnTo>
                  <a:pt x="142975" y="51435"/>
                </a:lnTo>
                <a:lnTo>
                  <a:pt x="147464" y="50696"/>
                </a:lnTo>
                <a:lnTo>
                  <a:pt x="192997" y="50696"/>
                </a:lnTo>
                <a:lnTo>
                  <a:pt x="190305" y="45478"/>
                </a:lnTo>
                <a:lnTo>
                  <a:pt x="185592" y="40240"/>
                </a:lnTo>
                <a:lnTo>
                  <a:pt x="179660" y="36220"/>
                </a:lnTo>
                <a:lnTo>
                  <a:pt x="172640" y="33348"/>
                </a:lnTo>
                <a:lnTo>
                  <a:pt x="164531" y="31625"/>
                </a:lnTo>
                <a:lnTo>
                  <a:pt x="155332" y="31051"/>
                </a:lnTo>
                <a:close/>
              </a:path>
              <a:path w="464820" h="120015">
                <a:moveTo>
                  <a:pt x="242338" y="32319"/>
                </a:moveTo>
                <a:lnTo>
                  <a:pt x="218732" y="32319"/>
                </a:lnTo>
                <a:lnTo>
                  <a:pt x="218732" y="117552"/>
                </a:lnTo>
                <a:lnTo>
                  <a:pt x="243447" y="117552"/>
                </a:lnTo>
                <a:lnTo>
                  <a:pt x="243447" y="69179"/>
                </a:lnTo>
                <a:lnTo>
                  <a:pt x="245507" y="63212"/>
                </a:lnTo>
                <a:lnTo>
                  <a:pt x="252879" y="56399"/>
                </a:lnTo>
                <a:lnTo>
                  <a:pt x="242338" y="56399"/>
                </a:lnTo>
                <a:lnTo>
                  <a:pt x="239011" y="49429"/>
                </a:lnTo>
                <a:lnTo>
                  <a:pt x="241546" y="43408"/>
                </a:lnTo>
                <a:lnTo>
                  <a:pt x="242338" y="42524"/>
                </a:lnTo>
                <a:lnTo>
                  <a:pt x="242338" y="32319"/>
                </a:lnTo>
                <a:close/>
              </a:path>
              <a:path w="464820" h="120015">
                <a:moveTo>
                  <a:pt x="242338" y="42524"/>
                </a:moveTo>
                <a:lnTo>
                  <a:pt x="241546" y="43408"/>
                </a:lnTo>
                <a:lnTo>
                  <a:pt x="239011" y="49429"/>
                </a:lnTo>
                <a:lnTo>
                  <a:pt x="242338" y="56399"/>
                </a:lnTo>
                <a:lnTo>
                  <a:pt x="242338" y="42524"/>
                </a:lnTo>
                <a:close/>
              </a:path>
              <a:path w="464820" h="120015">
                <a:moveTo>
                  <a:pt x="271647" y="31051"/>
                </a:moveTo>
                <a:lnTo>
                  <a:pt x="263620" y="31051"/>
                </a:lnTo>
                <a:lnTo>
                  <a:pt x="256808" y="32635"/>
                </a:lnTo>
                <a:lnTo>
                  <a:pt x="251210" y="35804"/>
                </a:lnTo>
                <a:lnTo>
                  <a:pt x="245612" y="38867"/>
                </a:lnTo>
                <a:lnTo>
                  <a:pt x="242338" y="42524"/>
                </a:lnTo>
                <a:lnTo>
                  <a:pt x="242338" y="56399"/>
                </a:lnTo>
                <a:lnTo>
                  <a:pt x="252879" y="56399"/>
                </a:lnTo>
                <a:lnTo>
                  <a:pt x="253850" y="55502"/>
                </a:lnTo>
                <a:lnTo>
                  <a:pt x="259343" y="53548"/>
                </a:lnTo>
                <a:lnTo>
                  <a:pt x="271647" y="53548"/>
                </a:lnTo>
                <a:lnTo>
                  <a:pt x="271647" y="31051"/>
                </a:lnTo>
                <a:close/>
              </a:path>
              <a:path w="464820" h="120015">
                <a:moveTo>
                  <a:pt x="271647" y="53548"/>
                </a:moveTo>
                <a:lnTo>
                  <a:pt x="267053" y="53548"/>
                </a:lnTo>
                <a:lnTo>
                  <a:pt x="267950" y="53601"/>
                </a:lnTo>
                <a:lnTo>
                  <a:pt x="268795" y="53706"/>
                </a:lnTo>
                <a:lnTo>
                  <a:pt x="269640" y="53706"/>
                </a:lnTo>
                <a:lnTo>
                  <a:pt x="270591" y="53759"/>
                </a:lnTo>
                <a:lnTo>
                  <a:pt x="271647" y="53865"/>
                </a:lnTo>
                <a:lnTo>
                  <a:pt x="271647" y="53548"/>
                </a:lnTo>
                <a:close/>
              </a:path>
              <a:path w="464820" h="120015">
                <a:moveTo>
                  <a:pt x="344904" y="31051"/>
                </a:moveTo>
                <a:lnTo>
                  <a:pt x="329695" y="31051"/>
                </a:lnTo>
                <a:lnTo>
                  <a:pt x="323411" y="32635"/>
                </a:lnTo>
                <a:lnTo>
                  <a:pt x="312638" y="38973"/>
                </a:lnTo>
                <a:lnTo>
                  <a:pt x="311212" y="40594"/>
                </a:lnTo>
                <a:lnTo>
                  <a:pt x="311102" y="51330"/>
                </a:lnTo>
                <a:lnTo>
                  <a:pt x="309627" y="74777"/>
                </a:lnTo>
                <a:lnTo>
                  <a:pt x="309984" y="93788"/>
                </a:lnTo>
                <a:lnTo>
                  <a:pt x="310103" y="108495"/>
                </a:lnTo>
                <a:lnTo>
                  <a:pt x="312162" y="110898"/>
                </a:lnTo>
                <a:lnTo>
                  <a:pt x="322935" y="117235"/>
                </a:lnTo>
                <a:lnTo>
                  <a:pt x="329378" y="118820"/>
                </a:lnTo>
                <a:lnTo>
                  <a:pt x="344904" y="118820"/>
                </a:lnTo>
                <a:lnTo>
                  <a:pt x="352086" y="117024"/>
                </a:lnTo>
                <a:lnTo>
                  <a:pt x="364866" y="109736"/>
                </a:lnTo>
                <a:lnTo>
                  <a:pt x="369935" y="104614"/>
                </a:lnTo>
                <a:lnTo>
                  <a:pt x="373364" y="98541"/>
                </a:lnTo>
                <a:lnTo>
                  <a:pt x="328480" y="98541"/>
                </a:lnTo>
                <a:lnTo>
                  <a:pt x="324784" y="97590"/>
                </a:lnTo>
                <a:lnTo>
                  <a:pt x="310895" y="79794"/>
                </a:lnTo>
                <a:lnTo>
                  <a:pt x="310895" y="69971"/>
                </a:lnTo>
                <a:lnTo>
                  <a:pt x="328480" y="51330"/>
                </a:lnTo>
                <a:lnTo>
                  <a:pt x="373453" y="51330"/>
                </a:lnTo>
                <a:lnTo>
                  <a:pt x="369935" y="45098"/>
                </a:lnTo>
                <a:lnTo>
                  <a:pt x="364866" y="40029"/>
                </a:lnTo>
                <a:lnTo>
                  <a:pt x="352086" y="32847"/>
                </a:lnTo>
                <a:lnTo>
                  <a:pt x="344904" y="31051"/>
                </a:lnTo>
                <a:close/>
              </a:path>
              <a:path w="464820" h="120015">
                <a:moveTo>
                  <a:pt x="311212" y="0"/>
                </a:moveTo>
                <a:lnTo>
                  <a:pt x="286497" y="0"/>
                </a:lnTo>
                <a:lnTo>
                  <a:pt x="286497" y="117552"/>
                </a:lnTo>
                <a:lnTo>
                  <a:pt x="310103" y="117552"/>
                </a:lnTo>
                <a:lnTo>
                  <a:pt x="310103" y="108495"/>
                </a:lnTo>
                <a:lnTo>
                  <a:pt x="308043" y="106093"/>
                </a:lnTo>
                <a:lnTo>
                  <a:pt x="305191" y="99650"/>
                </a:lnTo>
                <a:lnTo>
                  <a:pt x="302340" y="93102"/>
                </a:lnTo>
                <a:lnTo>
                  <a:pt x="300914" y="84863"/>
                </a:lnTo>
                <a:lnTo>
                  <a:pt x="300914" y="64902"/>
                </a:lnTo>
                <a:lnTo>
                  <a:pt x="302393" y="56663"/>
                </a:lnTo>
                <a:lnTo>
                  <a:pt x="305350" y="50221"/>
                </a:lnTo>
                <a:lnTo>
                  <a:pt x="308413" y="43778"/>
                </a:lnTo>
                <a:lnTo>
                  <a:pt x="311212" y="40594"/>
                </a:lnTo>
                <a:lnTo>
                  <a:pt x="311212" y="0"/>
                </a:lnTo>
                <a:close/>
              </a:path>
              <a:path w="464820" h="120015">
                <a:moveTo>
                  <a:pt x="311212" y="40594"/>
                </a:moveTo>
                <a:lnTo>
                  <a:pt x="308413" y="43778"/>
                </a:lnTo>
                <a:lnTo>
                  <a:pt x="305350" y="50221"/>
                </a:lnTo>
                <a:lnTo>
                  <a:pt x="302393" y="56663"/>
                </a:lnTo>
                <a:lnTo>
                  <a:pt x="300914" y="64902"/>
                </a:lnTo>
                <a:lnTo>
                  <a:pt x="300914" y="84863"/>
                </a:lnTo>
                <a:lnTo>
                  <a:pt x="302340" y="93102"/>
                </a:lnTo>
                <a:lnTo>
                  <a:pt x="305191" y="99650"/>
                </a:lnTo>
                <a:lnTo>
                  <a:pt x="308043" y="106093"/>
                </a:lnTo>
                <a:lnTo>
                  <a:pt x="310103" y="108495"/>
                </a:lnTo>
                <a:lnTo>
                  <a:pt x="309984" y="93788"/>
                </a:lnTo>
                <a:lnTo>
                  <a:pt x="309627" y="74777"/>
                </a:lnTo>
                <a:lnTo>
                  <a:pt x="311102" y="51330"/>
                </a:lnTo>
                <a:lnTo>
                  <a:pt x="311212" y="40594"/>
                </a:lnTo>
                <a:close/>
              </a:path>
              <a:path w="464820" h="120015">
                <a:moveTo>
                  <a:pt x="373453" y="51330"/>
                </a:moveTo>
                <a:lnTo>
                  <a:pt x="336718" y="51330"/>
                </a:lnTo>
                <a:lnTo>
                  <a:pt x="340362" y="52280"/>
                </a:lnTo>
                <a:lnTo>
                  <a:pt x="343531" y="54181"/>
                </a:lnTo>
                <a:lnTo>
                  <a:pt x="346805" y="56083"/>
                </a:lnTo>
                <a:lnTo>
                  <a:pt x="349393" y="58776"/>
                </a:lnTo>
                <a:lnTo>
                  <a:pt x="351294" y="62261"/>
                </a:lnTo>
                <a:lnTo>
                  <a:pt x="353300" y="65747"/>
                </a:lnTo>
                <a:lnTo>
                  <a:pt x="354304" y="69971"/>
                </a:lnTo>
                <a:lnTo>
                  <a:pt x="354304" y="79794"/>
                </a:lnTo>
                <a:lnTo>
                  <a:pt x="353300" y="84019"/>
                </a:lnTo>
                <a:lnTo>
                  <a:pt x="351294" y="87610"/>
                </a:lnTo>
                <a:lnTo>
                  <a:pt x="349393" y="91095"/>
                </a:lnTo>
                <a:lnTo>
                  <a:pt x="346805" y="93788"/>
                </a:lnTo>
                <a:lnTo>
                  <a:pt x="343531" y="95689"/>
                </a:lnTo>
                <a:lnTo>
                  <a:pt x="340362" y="97590"/>
                </a:lnTo>
                <a:lnTo>
                  <a:pt x="336718" y="98541"/>
                </a:lnTo>
                <a:lnTo>
                  <a:pt x="373364" y="98541"/>
                </a:lnTo>
                <a:lnTo>
                  <a:pt x="377434" y="91517"/>
                </a:lnTo>
                <a:lnTo>
                  <a:pt x="379283" y="84019"/>
                </a:lnTo>
                <a:lnTo>
                  <a:pt x="379283" y="65747"/>
                </a:lnTo>
                <a:lnTo>
                  <a:pt x="377434" y="58195"/>
                </a:lnTo>
                <a:lnTo>
                  <a:pt x="373453" y="51330"/>
                </a:lnTo>
                <a:close/>
              </a:path>
              <a:path w="464820" h="120015">
                <a:moveTo>
                  <a:pt x="395880" y="91887"/>
                </a:moveTo>
                <a:lnTo>
                  <a:pt x="387641" y="109631"/>
                </a:lnTo>
                <a:lnTo>
                  <a:pt x="391549" y="112271"/>
                </a:lnTo>
                <a:lnTo>
                  <a:pt x="396830" y="114489"/>
                </a:lnTo>
                <a:lnTo>
                  <a:pt x="403484" y="116285"/>
                </a:lnTo>
                <a:lnTo>
                  <a:pt x="410244" y="117975"/>
                </a:lnTo>
                <a:lnTo>
                  <a:pt x="417267" y="118820"/>
                </a:lnTo>
                <a:lnTo>
                  <a:pt x="433110" y="118820"/>
                </a:lnTo>
                <a:lnTo>
                  <a:pt x="463745" y="100125"/>
                </a:lnTo>
                <a:lnTo>
                  <a:pt x="420330" y="100125"/>
                </a:lnTo>
                <a:lnTo>
                  <a:pt x="415049" y="99386"/>
                </a:lnTo>
                <a:lnTo>
                  <a:pt x="409663" y="97907"/>
                </a:lnTo>
                <a:lnTo>
                  <a:pt x="404382" y="96323"/>
                </a:lnTo>
                <a:lnTo>
                  <a:pt x="399788" y="94316"/>
                </a:lnTo>
                <a:lnTo>
                  <a:pt x="395880" y="91887"/>
                </a:lnTo>
                <a:close/>
              </a:path>
              <a:path w="464820" h="120015">
                <a:moveTo>
                  <a:pt x="434958" y="31051"/>
                </a:moveTo>
                <a:lnTo>
                  <a:pt x="420911" y="31051"/>
                </a:lnTo>
                <a:lnTo>
                  <a:pt x="413835" y="32266"/>
                </a:lnTo>
                <a:lnTo>
                  <a:pt x="407920" y="34695"/>
                </a:lnTo>
                <a:lnTo>
                  <a:pt x="402006" y="37019"/>
                </a:lnTo>
                <a:lnTo>
                  <a:pt x="397464" y="40240"/>
                </a:lnTo>
                <a:lnTo>
                  <a:pt x="394295" y="44359"/>
                </a:lnTo>
                <a:lnTo>
                  <a:pt x="391233" y="48478"/>
                </a:lnTo>
                <a:lnTo>
                  <a:pt x="389701" y="53231"/>
                </a:lnTo>
                <a:lnTo>
                  <a:pt x="389701" y="63476"/>
                </a:lnTo>
                <a:lnTo>
                  <a:pt x="424608" y="84494"/>
                </a:lnTo>
                <a:lnTo>
                  <a:pt x="427988" y="85022"/>
                </a:lnTo>
                <a:lnTo>
                  <a:pt x="434113" y="86078"/>
                </a:lnTo>
                <a:lnTo>
                  <a:pt x="436543" y="86870"/>
                </a:lnTo>
                <a:lnTo>
                  <a:pt x="438338" y="87926"/>
                </a:lnTo>
                <a:lnTo>
                  <a:pt x="440239" y="88877"/>
                </a:lnTo>
                <a:lnTo>
                  <a:pt x="441190" y="90356"/>
                </a:lnTo>
                <a:lnTo>
                  <a:pt x="441190" y="94792"/>
                </a:lnTo>
                <a:lnTo>
                  <a:pt x="439975" y="96693"/>
                </a:lnTo>
                <a:lnTo>
                  <a:pt x="437546" y="98066"/>
                </a:lnTo>
                <a:lnTo>
                  <a:pt x="435222" y="99439"/>
                </a:lnTo>
                <a:lnTo>
                  <a:pt x="431209" y="100125"/>
                </a:lnTo>
                <a:lnTo>
                  <a:pt x="463745" y="100125"/>
                </a:lnTo>
                <a:lnTo>
                  <a:pt x="464795" y="97010"/>
                </a:lnTo>
                <a:lnTo>
                  <a:pt x="464795" y="86870"/>
                </a:lnTo>
                <a:lnTo>
                  <a:pt x="463845" y="82962"/>
                </a:lnTo>
                <a:lnTo>
                  <a:pt x="461944" y="80005"/>
                </a:lnTo>
                <a:lnTo>
                  <a:pt x="460043" y="76942"/>
                </a:lnTo>
                <a:lnTo>
                  <a:pt x="457561" y="74566"/>
                </a:lnTo>
                <a:lnTo>
                  <a:pt x="454498" y="72876"/>
                </a:lnTo>
                <a:lnTo>
                  <a:pt x="451540" y="71080"/>
                </a:lnTo>
                <a:lnTo>
                  <a:pt x="448213" y="69707"/>
                </a:lnTo>
                <a:lnTo>
                  <a:pt x="440820" y="67806"/>
                </a:lnTo>
                <a:lnTo>
                  <a:pt x="437124" y="67120"/>
                </a:lnTo>
                <a:lnTo>
                  <a:pt x="433427" y="66697"/>
                </a:lnTo>
                <a:lnTo>
                  <a:pt x="429836" y="66169"/>
                </a:lnTo>
                <a:lnTo>
                  <a:pt x="413307" y="59779"/>
                </a:lnTo>
                <a:lnTo>
                  <a:pt x="413307" y="55343"/>
                </a:lnTo>
                <a:lnTo>
                  <a:pt x="414574" y="53442"/>
                </a:lnTo>
                <a:lnTo>
                  <a:pt x="419644" y="50485"/>
                </a:lnTo>
                <a:lnTo>
                  <a:pt x="423657" y="49746"/>
                </a:lnTo>
                <a:lnTo>
                  <a:pt x="456674" y="49746"/>
                </a:lnTo>
                <a:lnTo>
                  <a:pt x="461944" y="38497"/>
                </a:lnTo>
                <a:lnTo>
                  <a:pt x="457930" y="36068"/>
                </a:lnTo>
                <a:lnTo>
                  <a:pt x="452913" y="34220"/>
                </a:lnTo>
                <a:lnTo>
                  <a:pt x="440873" y="31685"/>
                </a:lnTo>
                <a:lnTo>
                  <a:pt x="434958" y="31051"/>
                </a:lnTo>
                <a:close/>
              </a:path>
              <a:path w="464820" h="120015">
                <a:moveTo>
                  <a:pt x="456674" y="49746"/>
                </a:moveTo>
                <a:lnTo>
                  <a:pt x="433057" y="49746"/>
                </a:lnTo>
                <a:lnTo>
                  <a:pt x="437071" y="50221"/>
                </a:lnTo>
                <a:lnTo>
                  <a:pt x="441190" y="51171"/>
                </a:lnTo>
                <a:lnTo>
                  <a:pt x="445414" y="52016"/>
                </a:lnTo>
                <a:lnTo>
                  <a:pt x="449586" y="53653"/>
                </a:lnTo>
                <a:lnTo>
                  <a:pt x="453706" y="56083"/>
                </a:lnTo>
                <a:lnTo>
                  <a:pt x="456674" y="49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886711" y="9240587"/>
            <a:ext cx="444500" cy="119380"/>
          </a:xfrm>
          <a:custGeom>
            <a:avLst/>
            <a:gdLst/>
            <a:ahLst/>
            <a:cxnLst/>
            <a:rect l="l" t="t" r="r" b="b"/>
            <a:pathLst>
              <a:path w="444500" h="119379">
                <a:moveTo>
                  <a:pt x="21229" y="6653"/>
                </a:moveTo>
                <a:lnTo>
                  <a:pt x="0" y="6653"/>
                </a:lnTo>
                <a:lnTo>
                  <a:pt x="0" y="117552"/>
                </a:lnTo>
                <a:lnTo>
                  <a:pt x="24080" y="117552"/>
                </a:lnTo>
                <a:lnTo>
                  <a:pt x="24080" y="52424"/>
                </a:lnTo>
                <a:lnTo>
                  <a:pt x="18694" y="43567"/>
                </a:lnTo>
                <a:lnTo>
                  <a:pt x="43496" y="43567"/>
                </a:lnTo>
                <a:lnTo>
                  <a:pt x="21229" y="6653"/>
                </a:lnTo>
                <a:close/>
              </a:path>
              <a:path w="444500" h="119379">
                <a:moveTo>
                  <a:pt x="124787" y="43567"/>
                </a:moveTo>
                <a:lnTo>
                  <a:pt x="105195" y="43567"/>
                </a:lnTo>
                <a:lnTo>
                  <a:pt x="100775" y="50990"/>
                </a:lnTo>
                <a:lnTo>
                  <a:pt x="100917" y="117552"/>
                </a:lnTo>
                <a:lnTo>
                  <a:pt x="124998" y="117552"/>
                </a:lnTo>
                <a:lnTo>
                  <a:pt x="124787" y="43567"/>
                </a:lnTo>
                <a:close/>
              </a:path>
              <a:path w="444500" h="119379">
                <a:moveTo>
                  <a:pt x="43496" y="43567"/>
                </a:moveTo>
                <a:lnTo>
                  <a:pt x="24080" y="43567"/>
                </a:lnTo>
                <a:lnTo>
                  <a:pt x="24080" y="52424"/>
                </a:lnTo>
                <a:lnTo>
                  <a:pt x="56558" y="105829"/>
                </a:lnTo>
                <a:lnTo>
                  <a:pt x="68123" y="105829"/>
                </a:lnTo>
                <a:lnTo>
                  <a:pt x="80575" y="84916"/>
                </a:lnTo>
                <a:lnTo>
                  <a:pt x="57192" y="84916"/>
                </a:lnTo>
                <a:lnTo>
                  <a:pt x="62768" y="75514"/>
                </a:lnTo>
                <a:lnTo>
                  <a:pt x="43496" y="43567"/>
                </a:lnTo>
                <a:close/>
              </a:path>
              <a:path w="444500" h="119379">
                <a:moveTo>
                  <a:pt x="62768" y="75514"/>
                </a:moveTo>
                <a:lnTo>
                  <a:pt x="57192" y="84916"/>
                </a:lnTo>
                <a:lnTo>
                  <a:pt x="68440" y="84916"/>
                </a:lnTo>
                <a:lnTo>
                  <a:pt x="62768" y="75514"/>
                </a:lnTo>
                <a:close/>
              </a:path>
              <a:path w="444500" h="119379">
                <a:moveTo>
                  <a:pt x="124681" y="6653"/>
                </a:moveTo>
                <a:lnTo>
                  <a:pt x="103611" y="6653"/>
                </a:lnTo>
                <a:lnTo>
                  <a:pt x="62768" y="75514"/>
                </a:lnTo>
                <a:lnTo>
                  <a:pt x="68440" y="84916"/>
                </a:lnTo>
                <a:lnTo>
                  <a:pt x="80575" y="84916"/>
                </a:lnTo>
                <a:lnTo>
                  <a:pt x="100775" y="50990"/>
                </a:lnTo>
                <a:lnTo>
                  <a:pt x="100759" y="43567"/>
                </a:lnTo>
                <a:lnTo>
                  <a:pt x="124787" y="43567"/>
                </a:lnTo>
                <a:lnTo>
                  <a:pt x="124681" y="6653"/>
                </a:lnTo>
                <a:close/>
              </a:path>
              <a:path w="444500" h="119379">
                <a:moveTo>
                  <a:pt x="24080" y="43567"/>
                </a:moveTo>
                <a:lnTo>
                  <a:pt x="18694" y="43567"/>
                </a:lnTo>
                <a:lnTo>
                  <a:pt x="24080" y="52424"/>
                </a:lnTo>
                <a:lnTo>
                  <a:pt x="24080" y="43567"/>
                </a:lnTo>
                <a:close/>
              </a:path>
              <a:path w="444500" h="119379">
                <a:moveTo>
                  <a:pt x="105195" y="43567"/>
                </a:moveTo>
                <a:lnTo>
                  <a:pt x="100759" y="43567"/>
                </a:lnTo>
                <a:lnTo>
                  <a:pt x="100775" y="50990"/>
                </a:lnTo>
                <a:lnTo>
                  <a:pt x="105195" y="43567"/>
                </a:lnTo>
                <a:close/>
              </a:path>
              <a:path w="444500" h="119379">
                <a:moveTo>
                  <a:pt x="199102" y="31051"/>
                </a:moveTo>
                <a:lnTo>
                  <a:pt x="181041" y="31051"/>
                </a:lnTo>
                <a:lnTo>
                  <a:pt x="172961" y="32952"/>
                </a:lnTo>
                <a:lnTo>
                  <a:pt x="143258" y="66275"/>
                </a:lnTo>
                <a:lnTo>
                  <a:pt x="143230" y="83385"/>
                </a:lnTo>
                <a:lnTo>
                  <a:pt x="145236" y="90936"/>
                </a:lnTo>
                <a:lnTo>
                  <a:pt x="181041" y="118820"/>
                </a:lnTo>
                <a:lnTo>
                  <a:pt x="199102" y="118820"/>
                </a:lnTo>
                <a:lnTo>
                  <a:pt x="207129" y="116918"/>
                </a:lnTo>
                <a:lnTo>
                  <a:pt x="221281" y="109314"/>
                </a:lnTo>
                <a:lnTo>
                  <a:pt x="226826" y="104139"/>
                </a:lnTo>
                <a:lnTo>
                  <a:pt x="230257" y="98541"/>
                </a:lnTo>
                <a:lnTo>
                  <a:pt x="186005" y="98541"/>
                </a:lnTo>
                <a:lnTo>
                  <a:pt x="182308" y="97590"/>
                </a:lnTo>
                <a:lnTo>
                  <a:pt x="168261" y="79794"/>
                </a:lnTo>
                <a:lnTo>
                  <a:pt x="168261" y="69971"/>
                </a:lnTo>
                <a:lnTo>
                  <a:pt x="186005" y="51330"/>
                </a:lnTo>
                <a:lnTo>
                  <a:pt x="230354" y="51330"/>
                </a:lnTo>
                <a:lnTo>
                  <a:pt x="226826" y="45574"/>
                </a:lnTo>
                <a:lnTo>
                  <a:pt x="221281" y="40451"/>
                </a:lnTo>
                <a:lnTo>
                  <a:pt x="214205" y="36755"/>
                </a:lnTo>
                <a:lnTo>
                  <a:pt x="207129" y="32952"/>
                </a:lnTo>
                <a:lnTo>
                  <a:pt x="199102" y="31051"/>
                </a:lnTo>
                <a:close/>
              </a:path>
              <a:path w="444500" h="119379">
                <a:moveTo>
                  <a:pt x="230354" y="51330"/>
                </a:moveTo>
                <a:lnTo>
                  <a:pt x="194243" y="51330"/>
                </a:lnTo>
                <a:lnTo>
                  <a:pt x="197940" y="52280"/>
                </a:lnTo>
                <a:lnTo>
                  <a:pt x="204488" y="56083"/>
                </a:lnTo>
                <a:lnTo>
                  <a:pt x="207076" y="58776"/>
                </a:lnTo>
                <a:lnTo>
                  <a:pt x="210878" y="65747"/>
                </a:lnTo>
                <a:lnTo>
                  <a:pt x="211829" y="69971"/>
                </a:lnTo>
                <a:lnTo>
                  <a:pt x="211829" y="79794"/>
                </a:lnTo>
                <a:lnTo>
                  <a:pt x="194243" y="98541"/>
                </a:lnTo>
                <a:lnTo>
                  <a:pt x="230257" y="98541"/>
                </a:lnTo>
                <a:lnTo>
                  <a:pt x="234853" y="90936"/>
                </a:lnTo>
                <a:lnTo>
                  <a:pt x="236860" y="83385"/>
                </a:lnTo>
                <a:lnTo>
                  <a:pt x="236860" y="66275"/>
                </a:lnTo>
                <a:lnTo>
                  <a:pt x="234853" y="58670"/>
                </a:lnTo>
                <a:lnTo>
                  <a:pt x="230354" y="51330"/>
                </a:lnTo>
                <a:close/>
              </a:path>
              <a:path w="444500" h="119379">
                <a:moveTo>
                  <a:pt x="302915" y="31051"/>
                </a:moveTo>
                <a:lnTo>
                  <a:pt x="284854" y="31051"/>
                </a:lnTo>
                <a:lnTo>
                  <a:pt x="276774" y="32952"/>
                </a:lnTo>
                <a:lnTo>
                  <a:pt x="247071" y="66275"/>
                </a:lnTo>
                <a:lnTo>
                  <a:pt x="247043" y="83385"/>
                </a:lnTo>
                <a:lnTo>
                  <a:pt x="249049" y="90936"/>
                </a:lnTo>
                <a:lnTo>
                  <a:pt x="284854" y="118820"/>
                </a:lnTo>
                <a:lnTo>
                  <a:pt x="302915" y="118820"/>
                </a:lnTo>
                <a:lnTo>
                  <a:pt x="310941" y="116918"/>
                </a:lnTo>
                <a:lnTo>
                  <a:pt x="325094" y="109314"/>
                </a:lnTo>
                <a:lnTo>
                  <a:pt x="330639" y="104139"/>
                </a:lnTo>
                <a:lnTo>
                  <a:pt x="334070" y="98541"/>
                </a:lnTo>
                <a:lnTo>
                  <a:pt x="289818" y="98541"/>
                </a:lnTo>
                <a:lnTo>
                  <a:pt x="286121" y="97590"/>
                </a:lnTo>
                <a:lnTo>
                  <a:pt x="272074" y="79794"/>
                </a:lnTo>
                <a:lnTo>
                  <a:pt x="272074" y="69971"/>
                </a:lnTo>
                <a:lnTo>
                  <a:pt x="289818" y="51330"/>
                </a:lnTo>
                <a:lnTo>
                  <a:pt x="334167" y="51330"/>
                </a:lnTo>
                <a:lnTo>
                  <a:pt x="330639" y="45574"/>
                </a:lnTo>
                <a:lnTo>
                  <a:pt x="325094" y="40451"/>
                </a:lnTo>
                <a:lnTo>
                  <a:pt x="318018" y="36755"/>
                </a:lnTo>
                <a:lnTo>
                  <a:pt x="310941" y="32952"/>
                </a:lnTo>
                <a:lnTo>
                  <a:pt x="302915" y="31051"/>
                </a:lnTo>
                <a:close/>
              </a:path>
              <a:path w="444500" h="119379">
                <a:moveTo>
                  <a:pt x="334167" y="51330"/>
                </a:moveTo>
                <a:lnTo>
                  <a:pt x="298056" y="51330"/>
                </a:lnTo>
                <a:lnTo>
                  <a:pt x="301753" y="52280"/>
                </a:lnTo>
                <a:lnTo>
                  <a:pt x="308301" y="56083"/>
                </a:lnTo>
                <a:lnTo>
                  <a:pt x="310889" y="58776"/>
                </a:lnTo>
                <a:lnTo>
                  <a:pt x="314691" y="65747"/>
                </a:lnTo>
                <a:lnTo>
                  <a:pt x="315641" y="69971"/>
                </a:lnTo>
                <a:lnTo>
                  <a:pt x="315641" y="79794"/>
                </a:lnTo>
                <a:lnTo>
                  <a:pt x="298056" y="98541"/>
                </a:lnTo>
                <a:lnTo>
                  <a:pt x="334070" y="98541"/>
                </a:lnTo>
                <a:lnTo>
                  <a:pt x="338666" y="90936"/>
                </a:lnTo>
                <a:lnTo>
                  <a:pt x="340673" y="83385"/>
                </a:lnTo>
                <a:lnTo>
                  <a:pt x="340673" y="66275"/>
                </a:lnTo>
                <a:lnTo>
                  <a:pt x="338666" y="58670"/>
                </a:lnTo>
                <a:lnTo>
                  <a:pt x="334167" y="51330"/>
                </a:lnTo>
                <a:close/>
              </a:path>
              <a:path w="444500" h="119379">
                <a:moveTo>
                  <a:pt x="400971" y="31051"/>
                </a:moveTo>
                <a:lnTo>
                  <a:pt x="385762" y="31051"/>
                </a:lnTo>
                <a:lnTo>
                  <a:pt x="378527" y="32847"/>
                </a:lnTo>
                <a:lnTo>
                  <a:pt x="351223" y="65747"/>
                </a:lnTo>
                <a:lnTo>
                  <a:pt x="351223" y="84019"/>
                </a:lnTo>
                <a:lnTo>
                  <a:pt x="378527" y="117024"/>
                </a:lnTo>
                <a:lnTo>
                  <a:pt x="385762" y="118820"/>
                </a:lnTo>
                <a:lnTo>
                  <a:pt x="401288" y="118820"/>
                </a:lnTo>
                <a:lnTo>
                  <a:pt x="407678" y="117235"/>
                </a:lnTo>
                <a:lnTo>
                  <a:pt x="412959" y="114067"/>
                </a:lnTo>
                <a:lnTo>
                  <a:pt x="418345" y="110898"/>
                </a:lnTo>
                <a:lnTo>
                  <a:pt x="420405" y="108495"/>
                </a:lnTo>
                <a:lnTo>
                  <a:pt x="420435" y="98541"/>
                </a:lnTo>
                <a:lnTo>
                  <a:pt x="393948" y="98541"/>
                </a:lnTo>
                <a:lnTo>
                  <a:pt x="390251" y="97590"/>
                </a:lnTo>
                <a:lnTo>
                  <a:pt x="376204" y="79794"/>
                </a:lnTo>
                <a:lnTo>
                  <a:pt x="376204" y="69971"/>
                </a:lnTo>
                <a:lnTo>
                  <a:pt x="393948" y="51330"/>
                </a:lnTo>
                <a:lnTo>
                  <a:pt x="419406" y="51330"/>
                </a:lnTo>
                <a:lnTo>
                  <a:pt x="419296" y="40432"/>
                </a:lnTo>
                <a:lnTo>
                  <a:pt x="418028" y="38972"/>
                </a:lnTo>
                <a:lnTo>
                  <a:pt x="407255" y="32635"/>
                </a:lnTo>
                <a:lnTo>
                  <a:pt x="400971" y="31051"/>
                </a:lnTo>
                <a:close/>
              </a:path>
              <a:path w="444500" h="119379">
                <a:moveTo>
                  <a:pt x="444010" y="0"/>
                </a:moveTo>
                <a:lnTo>
                  <a:pt x="419296" y="0"/>
                </a:lnTo>
                <a:lnTo>
                  <a:pt x="419296" y="40432"/>
                </a:lnTo>
                <a:lnTo>
                  <a:pt x="422200" y="43778"/>
                </a:lnTo>
                <a:lnTo>
                  <a:pt x="428115" y="56663"/>
                </a:lnTo>
                <a:lnTo>
                  <a:pt x="429594" y="64902"/>
                </a:lnTo>
                <a:lnTo>
                  <a:pt x="429594" y="84863"/>
                </a:lnTo>
                <a:lnTo>
                  <a:pt x="428168" y="93102"/>
                </a:lnTo>
                <a:lnTo>
                  <a:pt x="425316" y="99650"/>
                </a:lnTo>
                <a:lnTo>
                  <a:pt x="422464" y="106093"/>
                </a:lnTo>
                <a:lnTo>
                  <a:pt x="420405" y="108495"/>
                </a:lnTo>
                <a:lnTo>
                  <a:pt x="420405" y="117552"/>
                </a:lnTo>
                <a:lnTo>
                  <a:pt x="444010" y="117552"/>
                </a:lnTo>
                <a:lnTo>
                  <a:pt x="444010" y="0"/>
                </a:lnTo>
                <a:close/>
              </a:path>
              <a:path w="444500" h="119379">
                <a:moveTo>
                  <a:pt x="419296" y="40432"/>
                </a:moveTo>
                <a:lnTo>
                  <a:pt x="419406" y="51330"/>
                </a:lnTo>
                <a:lnTo>
                  <a:pt x="420880" y="74777"/>
                </a:lnTo>
                <a:lnTo>
                  <a:pt x="420524" y="93788"/>
                </a:lnTo>
                <a:lnTo>
                  <a:pt x="420405" y="108495"/>
                </a:lnTo>
                <a:lnTo>
                  <a:pt x="422464" y="106093"/>
                </a:lnTo>
                <a:lnTo>
                  <a:pt x="425316" y="99650"/>
                </a:lnTo>
                <a:lnTo>
                  <a:pt x="428168" y="93102"/>
                </a:lnTo>
                <a:lnTo>
                  <a:pt x="429594" y="84863"/>
                </a:lnTo>
                <a:lnTo>
                  <a:pt x="429594" y="64902"/>
                </a:lnTo>
                <a:lnTo>
                  <a:pt x="428115" y="56663"/>
                </a:lnTo>
                <a:lnTo>
                  <a:pt x="422200" y="43778"/>
                </a:lnTo>
                <a:lnTo>
                  <a:pt x="419296" y="40432"/>
                </a:lnTo>
                <a:close/>
              </a:path>
              <a:path w="444500" h="119379">
                <a:moveTo>
                  <a:pt x="419406" y="51330"/>
                </a:moveTo>
                <a:lnTo>
                  <a:pt x="402080" y="51330"/>
                </a:lnTo>
                <a:lnTo>
                  <a:pt x="405724" y="52280"/>
                </a:lnTo>
                <a:lnTo>
                  <a:pt x="412272" y="56083"/>
                </a:lnTo>
                <a:lnTo>
                  <a:pt x="414860" y="58776"/>
                </a:lnTo>
                <a:lnTo>
                  <a:pt x="416761" y="62261"/>
                </a:lnTo>
                <a:lnTo>
                  <a:pt x="418768" y="65747"/>
                </a:lnTo>
                <a:lnTo>
                  <a:pt x="419771" y="69971"/>
                </a:lnTo>
                <a:lnTo>
                  <a:pt x="419771" y="79794"/>
                </a:lnTo>
                <a:lnTo>
                  <a:pt x="418768" y="84019"/>
                </a:lnTo>
                <a:lnTo>
                  <a:pt x="416761" y="87610"/>
                </a:lnTo>
                <a:lnTo>
                  <a:pt x="414860" y="91095"/>
                </a:lnTo>
                <a:lnTo>
                  <a:pt x="412272" y="93788"/>
                </a:lnTo>
                <a:lnTo>
                  <a:pt x="405724" y="97590"/>
                </a:lnTo>
                <a:lnTo>
                  <a:pt x="402080" y="98541"/>
                </a:lnTo>
                <a:lnTo>
                  <a:pt x="420435" y="98541"/>
                </a:lnTo>
                <a:lnTo>
                  <a:pt x="420880" y="74777"/>
                </a:lnTo>
                <a:lnTo>
                  <a:pt x="419406" y="51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537344" y="9251953"/>
            <a:ext cx="544195" cy="133985"/>
          </a:xfrm>
          <a:custGeom>
            <a:avLst/>
            <a:gdLst/>
            <a:ahLst/>
            <a:cxnLst/>
            <a:rect l="l" t="t" r="r" b="b"/>
            <a:pathLst>
              <a:path w="544194" h="133984">
                <a:moveTo>
                  <a:pt x="63685" y="11738"/>
                </a:moveTo>
                <a:lnTo>
                  <a:pt x="42097" y="11738"/>
                </a:lnTo>
                <a:lnTo>
                  <a:pt x="0" y="106187"/>
                </a:lnTo>
                <a:lnTo>
                  <a:pt x="22397" y="106187"/>
                </a:lnTo>
                <a:lnTo>
                  <a:pt x="30814" y="85948"/>
                </a:lnTo>
                <a:lnTo>
                  <a:pt x="21048" y="85948"/>
                </a:lnTo>
                <a:lnTo>
                  <a:pt x="26850" y="69352"/>
                </a:lnTo>
                <a:lnTo>
                  <a:pt x="37715" y="69352"/>
                </a:lnTo>
                <a:lnTo>
                  <a:pt x="52747" y="33205"/>
                </a:lnTo>
                <a:lnTo>
                  <a:pt x="48438" y="22802"/>
                </a:lnTo>
                <a:lnTo>
                  <a:pt x="68632" y="22802"/>
                </a:lnTo>
                <a:lnTo>
                  <a:pt x="63685" y="11738"/>
                </a:lnTo>
                <a:close/>
              </a:path>
              <a:path w="544194" h="133984">
                <a:moveTo>
                  <a:pt x="68632" y="22802"/>
                </a:moveTo>
                <a:lnTo>
                  <a:pt x="57074" y="22802"/>
                </a:lnTo>
                <a:lnTo>
                  <a:pt x="52747" y="33205"/>
                </a:lnTo>
                <a:lnTo>
                  <a:pt x="82980" y="106187"/>
                </a:lnTo>
                <a:lnTo>
                  <a:pt x="105917" y="106187"/>
                </a:lnTo>
                <a:lnTo>
                  <a:pt x="96867" y="85948"/>
                </a:lnTo>
                <a:lnTo>
                  <a:pt x="81360" y="85948"/>
                </a:lnTo>
                <a:lnTo>
                  <a:pt x="75424" y="69352"/>
                </a:lnTo>
                <a:lnTo>
                  <a:pt x="89447" y="69352"/>
                </a:lnTo>
                <a:lnTo>
                  <a:pt x="68632" y="22802"/>
                </a:lnTo>
                <a:close/>
              </a:path>
              <a:path w="544194" h="133984">
                <a:moveTo>
                  <a:pt x="37715" y="69352"/>
                </a:moveTo>
                <a:lnTo>
                  <a:pt x="26850" y="69352"/>
                </a:lnTo>
                <a:lnTo>
                  <a:pt x="21048" y="85948"/>
                </a:lnTo>
                <a:lnTo>
                  <a:pt x="30814" y="85948"/>
                </a:lnTo>
                <a:lnTo>
                  <a:pt x="37715" y="69352"/>
                </a:lnTo>
                <a:close/>
              </a:path>
              <a:path w="544194" h="133984">
                <a:moveTo>
                  <a:pt x="67721" y="69352"/>
                </a:moveTo>
                <a:lnTo>
                  <a:pt x="37715" y="69352"/>
                </a:lnTo>
                <a:lnTo>
                  <a:pt x="30814" y="85948"/>
                </a:lnTo>
                <a:lnTo>
                  <a:pt x="74596" y="85948"/>
                </a:lnTo>
                <a:lnTo>
                  <a:pt x="67721" y="69352"/>
                </a:lnTo>
                <a:close/>
              </a:path>
              <a:path w="544194" h="133984">
                <a:moveTo>
                  <a:pt x="89447" y="69352"/>
                </a:moveTo>
                <a:lnTo>
                  <a:pt x="75424" y="69352"/>
                </a:lnTo>
                <a:lnTo>
                  <a:pt x="81360" y="85948"/>
                </a:lnTo>
                <a:lnTo>
                  <a:pt x="96867" y="85948"/>
                </a:lnTo>
                <a:lnTo>
                  <a:pt x="89447" y="69352"/>
                </a:lnTo>
                <a:close/>
              </a:path>
              <a:path w="544194" h="133984">
                <a:moveTo>
                  <a:pt x="57074" y="22802"/>
                </a:moveTo>
                <a:lnTo>
                  <a:pt x="48438" y="22802"/>
                </a:lnTo>
                <a:lnTo>
                  <a:pt x="52747" y="33205"/>
                </a:lnTo>
                <a:lnTo>
                  <a:pt x="57074" y="22802"/>
                </a:lnTo>
                <a:close/>
              </a:path>
              <a:path w="544194" h="133984">
                <a:moveTo>
                  <a:pt x="156300" y="32517"/>
                </a:moveTo>
                <a:lnTo>
                  <a:pt x="140828" y="32517"/>
                </a:lnTo>
                <a:lnTo>
                  <a:pt x="133857" y="34136"/>
                </a:lnTo>
                <a:lnTo>
                  <a:pt x="127740" y="37374"/>
                </a:lnTo>
                <a:lnTo>
                  <a:pt x="121624" y="40523"/>
                </a:lnTo>
                <a:lnTo>
                  <a:pt x="108176" y="62606"/>
                </a:lnTo>
                <a:lnTo>
                  <a:pt x="108176" y="77088"/>
                </a:lnTo>
                <a:lnTo>
                  <a:pt x="133857" y="105692"/>
                </a:lnTo>
                <a:lnTo>
                  <a:pt x="140828" y="107266"/>
                </a:lnTo>
                <a:lnTo>
                  <a:pt x="156300" y="107266"/>
                </a:lnTo>
                <a:lnTo>
                  <a:pt x="180673" y="89996"/>
                </a:lnTo>
                <a:lnTo>
                  <a:pt x="144921" y="89996"/>
                </a:lnTo>
                <a:lnTo>
                  <a:pt x="141683" y="89186"/>
                </a:lnTo>
                <a:lnTo>
                  <a:pt x="129494" y="74119"/>
                </a:lnTo>
                <a:lnTo>
                  <a:pt x="129494" y="65664"/>
                </a:lnTo>
                <a:lnTo>
                  <a:pt x="144921" y="49788"/>
                </a:lnTo>
                <a:lnTo>
                  <a:pt x="180619" y="49788"/>
                </a:lnTo>
                <a:lnTo>
                  <a:pt x="178473" y="45065"/>
                </a:lnTo>
                <a:lnTo>
                  <a:pt x="174290" y="40523"/>
                </a:lnTo>
                <a:lnTo>
                  <a:pt x="168623" y="37374"/>
                </a:lnTo>
                <a:lnTo>
                  <a:pt x="162956" y="34136"/>
                </a:lnTo>
                <a:lnTo>
                  <a:pt x="156300" y="32517"/>
                </a:lnTo>
                <a:close/>
              </a:path>
              <a:path w="544194" h="133984">
                <a:moveTo>
                  <a:pt x="164845" y="80011"/>
                </a:moveTo>
                <a:lnTo>
                  <a:pt x="151847" y="89996"/>
                </a:lnTo>
                <a:lnTo>
                  <a:pt x="180673" y="89996"/>
                </a:lnTo>
                <a:lnTo>
                  <a:pt x="181171" y="88916"/>
                </a:lnTo>
                <a:lnTo>
                  <a:pt x="164845" y="80011"/>
                </a:lnTo>
                <a:close/>
              </a:path>
              <a:path w="544194" h="133984">
                <a:moveTo>
                  <a:pt x="180619" y="49788"/>
                </a:moveTo>
                <a:lnTo>
                  <a:pt x="151847" y="49788"/>
                </a:lnTo>
                <a:lnTo>
                  <a:pt x="154906" y="50597"/>
                </a:lnTo>
                <a:lnTo>
                  <a:pt x="157694" y="52216"/>
                </a:lnTo>
                <a:lnTo>
                  <a:pt x="160573" y="53835"/>
                </a:lnTo>
                <a:lnTo>
                  <a:pt x="162956" y="56354"/>
                </a:lnTo>
                <a:lnTo>
                  <a:pt x="164845" y="59772"/>
                </a:lnTo>
                <a:lnTo>
                  <a:pt x="181171" y="51002"/>
                </a:lnTo>
                <a:lnTo>
                  <a:pt x="180619" y="49788"/>
                </a:lnTo>
                <a:close/>
              </a:path>
              <a:path w="544194" h="133984">
                <a:moveTo>
                  <a:pt x="217957" y="17540"/>
                </a:moveTo>
                <a:lnTo>
                  <a:pt x="196908" y="17540"/>
                </a:lnTo>
                <a:lnTo>
                  <a:pt x="196908" y="89861"/>
                </a:lnTo>
                <a:lnTo>
                  <a:pt x="199292" y="96382"/>
                </a:lnTo>
                <a:lnTo>
                  <a:pt x="204060" y="100790"/>
                </a:lnTo>
                <a:lnTo>
                  <a:pt x="208827" y="105108"/>
                </a:lnTo>
                <a:lnTo>
                  <a:pt x="215483" y="107266"/>
                </a:lnTo>
                <a:lnTo>
                  <a:pt x="227267" y="107266"/>
                </a:lnTo>
                <a:lnTo>
                  <a:pt x="241164" y="102679"/>
                </a:lnTo>
                <a:lnTo>
                  <a:pt x="236528" y="90535"/>
                </a:lnTo>
                <a:lnTo>
                  <a:pt x="224209" y="90535"/>
                </a:lnTo>
                <a:lnTo>
                  <a:pt x="222005" y="89726"/>
                </a:lnTo>
                <a:lnTo>
                  <a:pt x="220386" y="88107"/>
                </a:lnTo>
                <a:lnTo>
                  <a:pt x="218767" y="86398"/>
                </a:lnTo>
                <a:lnTo>
                  <a:pt x="217957" y="84014"/>
                </a:lnTo>
                <a:lnTo>
                  <a:pt x="217957" y="17540"/>
                </a:lnTo>
                <a:close/>
              </a:path>
              <a:path w="544194" h="133984">
                <a:moveTo>
                  <a:pt x="235497" y="87837"/>
                </a:moveTo>
                <a:lnTo>
                  <a:pt x="233159" y="89636"/>
                </a:lnTo>
                <a:lnTo>
                  <a:pt x="230325" y="90535"/>
                </a:lnTo>
                <a:lnTo>
                  <a:pt x="236528" y="90535"/>
                </a:lnTo>
                <a:lnTo>
                  <a:pt x="235497" y="87837"/>
                </a:lnTo>
                <a:close/>
              </a:path>
              <a:path w="544194" h="133984">
                <a:moveTo>
                  <a:pt x="196908" y="35215"/>
                </a:moveTo>
                <a:lnTo>
                  <a:pt x="185709" y="35215"/>
                </a:lnTo>
                <a:lnTo>
                  <a:pt x="185709" y="51407"/>
                </a:lnTo>
                <a:lnTo>
                  <a:pt x="196908" y="51407"/>
                </a:lnTo>
                <a:lnTo>
                  <a:pt x="196908" y="35215"/>
                </a:lnTo>
                <a:close/>
              </a:path>
              <a:path w="544194" h="133984">
                <a:moveTo>
                  <a:pt x="236037" y="35215"/>
                </a:moveTo>
                <a:lnTo>
                  <a:pt x="217957" y="35215"/>
                </a:lnTo>
                <a:lnTo>
                  <a:pt x="217957" y="51407"/>
                </a:lnTo>
                <a:lnTo>
                  <a:pt x="236037" y="51407"/>
                </a:lnTo>
                <a:lnTo>
                  <a:pt x="236037" y="35215"/>
                </a:lnTo>
                <a:close/>
              </a:path>
              <a:path w="544194" h="133984">
                <a:moveTo>
                  <a:pt x="274029" y="33596"/>
                </a:moveTo>
                <a:lnTo>
                  <a:pt x="252980" y="33596"/>
                </a:lnTo>
                <a:lnTo>
                  <a:pt x="252980" y="106187"/>
                </a:lnTo>
                <a:lnTo>
                  <a:pt x="274029" y="106187"/>
                </a:lnTo>
                <a:lnTo>
                  <a:pt x="274029" y="33596"/>
                </a:lnTo>
                <a:close/>
              </a:path>
              <a:path w="544194" h="133984">
                <a:moveTo>
                  <a:pt x="267372" y="0"/>
                </a:moveTo>
                <a:lnTo>
                  <a:pt x="259636" y="0"/>
                </a:lnTo>
                <a:lnTo>
                  <a:pt x="256488" y="1124"/>
                </a:lnTo>
                <a:lnTo>
                  <a:pt x="251631" y="5621"/>
                </a:lnTo>
                <a:lnTo>
                  <a:pt x="250416" y="8410"/>
                </a:lnTo>
                <a:lnTo>
                  <a:pt x="250416" y="15066"/>
                </a:lnTo>
                <a:lnTo>
                  <a:pt x="251631" y="17855"/>
                </a:lnTo>
                <a:lnTo>
                  <a:pt x="256488" y="22352"/>
                </a:lnTo>
                <a:lnTo>
                  <a:pt x="259636" y="23477"/>
                </a:lnTo>
                <a:lnTo>
                  <a:pt x="267462" y="23477"/>
                </a:lnTo>
                <a:lnTo>
                  <a:pt x="270610" y="22352"/>
                </a:lnTo>
                <a:lnTo>
                  <a:pt x="275378" y="17765"/>
                </a:lnTo>
                <a:lnTo>
                  <a:pt x="276499" y="15066"/>
                </a:lnTo>
                <a:lnTo>
                  <a:pt x="276592" y="8005"/>
                </a:lnTo>
                <a:lnTo>
                  <a:pt x="275378" y="5307"/>
                </a:lnTo>
                <a:lnTo>
                  <a:pt x="272949" y="3238"/>
                </a:lnTo>
                <a:lnTo>
                  <a:pt x="270520" y="1079"/>
                </a:lnTo>
                <a:lnTo>
                  <a:pt x="267372" y="0"/>
                </a:lnTo>
                <a:close/>
              </a:path>
              <a:path w="544194" h="133984">
                <a:moveTo>
                  <a:pt x="304493" y="33596"/>
                </a:moveTo>
                <a:lnTo>
                  <a:pt x="282769" y="33596"/>
                </a:lnTo>
                <a:lnTo>
                  <a:pt x="313263" y="106187"/>
                </a:lnTo>
                <a:lnTo>
                  <a:pt x="334986" y="106187"/>
                </a:lnTo>
                <a:lnTo>
                  <a:pt x="339256" y="96067"/>
                </a:lnTo>
                <a:lnTo>
                  <a:pt x="319065" y="96067"/>
                </a:lnTo>
                <a:lnTo>
                  <a:pt x="324560" y="83019"/>
                </a:lnTo>
                <a:lnTo>
                  <a:pt x="304493" y="33596"/>
                </a:lnTo>
                <a:close/>
              </a:path>
              <a:path w="544194" h="133984">
                <a:moveTo>
                  <a:pt x="324560" y="83019"/>
                </a:moveTo>
                <a:lnTo>
                  <a:pt x="319065" y="96067"/>
                </a:lnTo>
                <a:lnTo>
                  <a:pt x="329859" y="96067"/>
                </a:lnTo>
                <a:lnTo>
                  <a:pt x="324560" y="83019"/>
                </a:lnTo>
                <a:close/>
              </a:path>
              <a:path w="544194" h="133984">
                <a:moveTo>
                  <a:pt x="365614" y="33596"/>
                </a:moveTo>
                <a:lnTo>
                  <a:pt x="345375" y="33596"/>
                </a:lnTo>
                <a:lnTo>
                  <a:pt x="324560" y="83019"/>
                </a:lnTo>
                <a:lnTo>
                  <a:pt x="329859" y="96067"/>
                </a:lnTo>
                <a:lnTo>
                  <a:pt x="339256" y="96067"/>
                </a:lnTo>
                <a:lnTo>
                  <a:pt x="365614" y="33596"/>
                </a:lnTo>
                <a:close/>
              </a:path>
              <a:path w="544194" h="133984">
                <a:moveTo>
                  <a:pt x="395252" y="33596"/>
                </a:moveTo>
                <a:lnTo>
                  <a:pt x="374203" y="33596"/>
                </a:lnTo>
                <a:lnTo>
                  <a:pt x="374203" y="106187"/>
                </a:lnTo>
                <a:lnTo>
                  <a:pt x="395252" y="106187"/>
                </a:lnTo>
                <a:lnTo>
                  <a:pt x="395252" y="33596"/>
                </a:lnTo>
                <a:close/>
              </a:path>
              <a:path w="544194" h="133984">
                <a:moveTo>
                  <a:pt x="388595" y="0"/>
                </a:moveTo>
                <a:lnTo>
                  <a:pt x="380860" y="0"/>
                </a:lnTo>
                <a:lnTo>
                  <a:pt x="377711" y="1124"/>
                </a:lnTo>
                <a:lnTo>
                  <a:pt x="372854" y="5621"/>
                </a:lnTo>
                <a:lnTo>
                  <a:pt x="371640" y="8410"/>
                </a:lnTo>
                <a:lnTo>
                  <a:pt x="371640" y="15066"/>
                </a:lnTo>
                <a:lnTo>
                  <a:pt x="372854" y="17855"/>
                </a:lnTo>
                <a:lnTo>
                  <a:pt x="377711" y="22352"/>
                </a:lnTo>
                <a:lnTo>
                  <a:pt x="380860" y="23477"/>
                </a:lnTo>
                <a:lnTo>
                  <a:pt x="388685" y="23477"/>
                </a:lnTo>
                <a:lnTo>
                  <a:pt x="391834" y="22352"/>
                </a:lnTo>
                <a:lnTo>
                  <a:pt x="396601" y="17765"/>
                </a:lnTo>
                <a:lnTo>
                  <a:pt x="397722" y="15066"/>
                </a:lnTo>
                <a:lnTo>
                  <a:pt x="397816" y="8005"/>
                </a:lnTo>
                <a:lnTo>
                  <a:pt x="396601" y="5307"/>
                </a:lnTo>
                <a:lnTo>
                  <a:pt x="394172" y="3238"/>
                </a:lnTo>
                <a:lnTo>
                  <a:pt x="391744" y="1079"/>
                </a:lnTo>
                <a:lnTo>
                  <a:pt x="388595" y="0"/>
                </a:lnTo>
                <a:close/>
              </a:path>
              <a:path w="544194" h="133984">
                <a:moveTo>
                  <a:pt x="468731" y="111854"/>
                </a:moveTo>
                <a:lnTo>
                  <a:pt x="461040" y="126831"/>
                </a:lnTo>
                <a:lnTo>
                  <a:pt x="463379" y="128900"/>
                </a:lnTo>
                <a:lnTo>
                  <a:pt x="466392" y="130519"/>
                </a:lnTo>
                <a:lnTo>
                  <a:pt x="473768" y="132857"/>
                </a:lnTo>
                <a:lnTo>
                  <a:pt x="477501" y="133442"/>
                </a:lnTo>
                <a:lnTo>
                  <a:pt x="485687" y="133442"/>
                </a:lnTo>
                <a:lnTo>
                  <a:pt x="489690" y="132768"/>
                </a:lnTo>
                <a:lnTo>
                  <a:pt x="496976" y="130069"/>
                </a:lnTo>
                <a:lnTo>
                  <a:pt x="500304" y="127730"/>
                </a:lnTo>
                <a:lnTo>
                  <a:pt x="503272" y="124402"/>
                </a:lnTo>
                <a:lnTo>
                  <a:pt x="506331" y="121074"/>
                </a:lnTo>
                <a:lnTo>
                  <a:pt x="509047" y="116441"/>
                </a:lnTo>
                <a:lnTo>
                  <a:pt x="478536" y="116441"/>
                </a:lnTo>
                <a:lnTo>
                  <a:pt x="476422" y="116037"/>
                </a:lnTo>
                <a:lnTo>
                  <a:pt x="474263" y="115227"/>
                </a:lnTo>
                <a:lnTo>
                  <a:pt x="472194" y="114417"/>
                </a:lnTo>
                <a:lnTo>
                  <a:pt x="470350" y="113293"/>
                </a:lnTo>
                <a:lnTo>
                  <a:pt x="468731" y="111854"/>
                </a:lnTo>
                <a:close/>
              </a:path>
              <a:path w="544194" h="133984">
                <a:moveTo>
                  <a:pt x="492736" y="106793"/>
                </a:moveTo>
                <a:lnTo>
                  <a:pt x="491039" y="110640"/>
                </a:lnTo>
                <a:lnTo>
                  <a:pt x="489420" y="112933"/>
                </a:lnTo>
                <a:lnTo>
                  <a:pt x="487621" y="114283"/>
                </a:lnTo>
                <a:lnTo>
                  <a:pt x="485912" y="115722"/>
                </a:lnTo>
                <a:lnTo>
                  <a:pt x="483573" y="116441"/>
                </a:lnTo>
                <a:lnTo>
                  <a:pt x="509047" y="116441"/>
                </a:lnTo>
                <a:lnTo>
                  <a:pt x="511368" y="110640"/>
                </a:lnTo>
                <a:lnTo>
                  <a:pt x="512057" y="109020"/>
                </a:lnTo>
                <a:lnTo>
                  <a:pt x="493693" y="109020"/>
                </a:lnTo>
                <a:lnTo>
                  <a:pt x="492736" y="106793"/>
                </a:lnTo>
                <a:close/>
              </a:path>
              <a:path w="544194" h="133984">
                <a:moveTo>
                  <a:pt x="503410" y="82895"/>
                </a:moveTo>
                <a:lnTo>
                  <a:pt x="497875" y="96202"/>
                </a:lnTo>
                <a:lnTo>
                  <a:pt x="496256" y="98496"/>
                </a:lnTo>
                <a:lnTo>
                  <a:pt x="492736" y="106793"/>
                </a:lnTo>
                <a:lnTo>
                  <a:pt x="493693" y="109020"/>
                </a:lnTo>
                <a:lnTo>
                  <a:pt x="508130" y="94313"/>
                </a:lnTo>
                <a:lnTo>
                  <a:pt x="503410" y="82895"/>
                </a:lnTo>
                <a:close/>
              </a:path>
              <a:path w="544194" h="133984">
                <a:moveTo>
                  <a:pt x="544155" y="33596"/>
                </a:moveTo>
                <a:lnTo>
                  <a:pt x="523916" y="33596"/>
                </a:lnTo>
                <a:lnTo>
                  <a:pt x="503410" y="82895"/>
                </a:lnTo>
                <a:lnTo>
                  <a:pt x="508130" y="94313"/>
                </a:lnTo>
                <a:lnTo>
                  <a:pt x="493693" y="109020"/>
                </a:lnTo>
                <a:lnTo>
                  <a:pt x="512057" y="109020"/>
                </a:lnTo>
                <a:lnTo>
                  <a:pt x="544155" y="33596"/>
                </a:lnTo>
                <a:close/>
              </a:path>
              <a:path w="544194" h="133984">
                <a:moveTo>
                  <a:pt x="438399" y="17540"/>
                </a:moveTo>
                <a:lnTo>
                  <a:pt x="417350" y="17540"/>
                </a:lnTo>
                <a:lnTo>
                  <a:pt x="417350" y="89861"/>
                </a:lnTo>
                <a:lnTo>
                  <a:pt x="419734" y="96382"/>
                </a:lnTo>
                <a:lnTo>
                  <a:pt x="424501" y="100790"/>
                </a:lnTo>
                <a:lnTo>
                  <a:pt x="429269" y="105108"/>
                </a:lnTo>
                <a:lnTo>
                  <a:pt x="435925" y="107266"/>
                </a:lnTo>
                <a:lnTo>
                  <a:pt x="447709" y="107266"/>
                </a:lnTo>
                <a:lnTo>
                  <a:pt x="461606" y="102679"/>
                </a:lnTo>
                <a:lnTo>
                  <a:pt x="456970" y="90535"/>
                </a:lnTo>
                <a:lnTo>
                  <a:pt x="444651" y="90535"/>
                </a:lnTo>
                <a:lnTo>
                  <a:pt x="442447" y="89726"/>
                </a:lnTo>
                <a:lnTo>
                  <a:pt x="440828" y="88107"/>
                </a:lnTo>
                <a:lnTo>
                  <a:pt x="439209" y="86398"/>
                </a:lnTo>
                <a:lnTo>
                  <a:pt x="438399" y="84014"/>
                </a:lnTo>
                <a:lnTo>
                  <a:pt x="438399" y="17540"/>
                </a:lnTo>
                <a:close/>
              </a:path>
              <a:path w="544194" h="133984">
                <a:moveTo>
                  <a:pt x="483033" y="33596"/>
                </a:moveTo>
                <a:lnTo>
                  <a:pt x="461310" y="33596"/>
                </a:lnTo>
                <a:lnTo>
                  <a:pt x="492736" y="106793"/>
                </a:lnTo>
                <a:lnTo>
                  <a:pt x="496256" y="98496"/>
                </a:lnTo>
                <a:lnTo>
                  <a:pt x="497875" y="96202"/>
                </a:lnTo>
                <a:lnTo>
                  <a:pt x="503410" y="82895"/>
                </a:lnTo>
                <a:lnTo>
                  <a:pt x="483033" y="33596"/>
                </a:lnTo>
                <a:close/>
              </a:path>
              <a:path w="544194" h="133984">
                <a:moveTo>
                  <a:pt x="455939" y="87837"/>
                </a:moveTo>
                <a:lnTo>
                  <a:pt x="453601" y="89636"/>
                </a:lnTo>
                <a:lnTo>
                  <a:pt x="450767" y="90535"/>
                </a:lnTo>
                <a:lnTo>
                  <a:pt x="456970" y="90535"/>
                </a:lnTo>
                <a:lnTo>
                  <a:pt x="455939" y="87837"/>
                </a:lnTo>
                <a:close/>
              </a:path>
              <a:path w="544194" h="133984">
                <a:moveTo>
                  <a:pt x="417350" y="35215"/>
                </a:moveTo>
                <a:lnTo>
                  <a:pt x="406151" y="35215"/>
                </a:lnTo>
                <a:lnTo>
                  <a:pt x="406151" y="51407"/>
                </a:lnTo>
                <a:lnTo>
                  <a:pt x="417350" y="51407"/>
                </a:lnTo>
                <a:lnTo>
                  <a:pt x="417350" y="35215"/>
                </a:lnTo>
                <a:close/>
              </a:path>
              <a:path w="544194" h="133984">
                <a:moveTo>
                  <a:pt x="456479" y="35215"/>
                </a:moveTo>
                <a:lnTo>
                  <a:pt x="438399" y="35215"/>
                </a:lnTo>
                <a:lnTo>
                  <a:pt x="438399" y="51407"/>
                </a:lnTo>
                <a:lnTo>
                  <a:pt x="456479" y="51407"/>
                </a:lnTo>
                <a:lnTo>
                  <a:pt x="456479" y="35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3264866" y="9247241"/>
            <a:ext cx="500380" cy="112395"/>
          </a:xfrm>
          <a:custGeom>
            <a:avLst/>
            <a:gdLst/>
            <a:ahLst/>
            <a:cxnLst/>
            <a:rect l="l" t="t" r="r" b="b"/>
            <a:pathLst>
              <a:path w="500380" h="112395">
                <a:moveTo>
                  <a:pt x="26615" y="0"/>
                </a:moveTo>
                <a:lnTo>
                  <a:pt x="0" y="0"/>
                </a:lnTo>
                <a:lnTo>
                  <a:pt x="36279" y="110898"/>
                </a:lnTo>
                <a:lnTo>
                  <a:pt x="63846" y="110898"/>
                </a:lnTo>
                <a:lnTo>
                  <a:pt x="68086" y="98224"/>
                </a:lnTo>
                <a:lnTo>
                  <a:pt x="44834" y="98224"/>
                </a:lnTo>
                <a:lnTo>
                  <a:pt x="51635" y="77952"/>
                </a:lnTo>
                <a:lnTo>
                  <a:pt x="26615" y="0"/>
                </a:lnTo>
                <a:close/>
              </a:path>
              <a:path w="500380" h="112395">
                <a:moveTo>
                  <a:pt x="109524" y="24714"/>
                </a:moveTo>
                <a:lnTo>
                  <a:pt x="92679" y="24714"/>
                </a:lnTo>
                <a:lnTo>
                  <a:pt x="88985" y="35757"/>
                </a:lnTo>
                <a:lnTo>
                  <a:pt x="113433" y="110898"/>
                </a:lnTo>
                <a:lnTo>
                  <a:pt x="140999" y="110898"/>
                </a:lnTo>
                <a:lnTo>
                  <a:pt x="145146" y="98224"/>
                </a:lnTo>
                <a:lnTo>
                  <a:pt x="120404" y="98224"/>
                </a:lnTo>
                <a:lnTo>
                  <a:pt x="126884" y="78531"/>
                </a:lnTo>
                <a:lnTo>
                  <a:pt x="109524" y="24714"/>
                </a:lnTo>
                <a:close/>
              </a:path>
              <a:path w="500380" h="112395">
                <a:moveTo>
                  <a:pt x="51635" y="77952"/>
                </a:moveTo>
                <a:lnTo>
                  <a:pt x="44834" y="98224"/>
                </a:lnTo>
                <a:lnTo>
                  <a:pt x="58142" y="98224"/>
                </a:lnTo>
                <a:lnTo>
                  <a:pt x="51635" y="77952"/>
                </a:lnTo>
                <a:close/>
              </a:path>
              <a:path w="500380" h="112395">
                <a:moveTo>
                  <a:pt x="101551" y="0"/>
                </a:moveTo>
                <a:lnTo>
                  <a:pt x="77787" y="0"/>
                </a:lnTo>
                <a:lnTo>
                  <a:pt x="51635" y="77952"/>
                </a:lnTo>
                <a:lnTo>
                  <a:pt x="58142" y="98224"/>
                </a:lnTo>
                <a:lnTo>
                  <a:pt x="68086" y="98224"/>
                </a:lnTo>
                <a:lnTo>
                  <a:pt x="88985" y="35757"/>
                </a:lnTo>
                <a:lnTo>
                  <a:pt x="85392" y="24714"/>
                </a:lnTo>
                <a:lnTo>
                  <a:pt x="109524" y="24714"/>
                </a:lnTo>
                <a:lnTo>
                  <a:pt x="101551" y="0"/>
                </a:lnTo>
                <a:close/>
              </a:path>
              <a:path w="500380" h="112395">
                <a:moveTo>
                  <a:pt x="126884" y="78531"/>
                </a:moveTo>
                <a:lnTo>
                  <a:pt x="120404" y="98224"/>
                </a:lnTo>
                <a:lnTo>
                  <a:pt x="133236" y="98224"/>
                </a:lnTo>
                <a:lnTo>
                  <a:pt x="126884" y="78531"/>
                </a:lnTo>
                <a:close/>
              </a:path>
              <a:path w="500380" h="112395">
                <a:moveTo>
                  <a:pt x="177279" y="0"/>
                </a:moveTo>
                <a:lnTo>
                  <a:pt x="152723" y="0"/>
                </a:lnTo>
                <a:lnTo>
                  <a:pt x="126884" y="78531"/>
                </a:lnTo>
                <a:lnTo>
                  <a:pt x="133236" y="98224"/>
                </a:lnTo>
                <a:lnTo>
                  <a:pt x="145146" y="98224"/>
                </a:lnTo>
                <a:lnTo>
                  <a:pt x="177279" y="0"/>
                </a:lnTo>
                <a:close/>
              </a:path>
              <a:path w="500380" h="112395">
                <a:moveTo>
                  <a:pt x="92679" y="24714"/>
                </a:moveTo>
                <a:lnTo>
                  <a:pt x="85392" y="24714"/>
                </a:lnTo>
                <a:lnTo>
                  <a:pt x="88985" y="35757"/>
                </a:lnTo>
                <a:lnTo>
                  <a:pt x="92679" y="24714"/>
                </a:lnTo>
                <a:close/>
              </a:path>
              <a:path w="500380" h="112395">
                <a:moveTo>
                  <a:pt x="234217" y="60835"/>
                </a:moveTo>
                <a:lnTo>
                  <a:pt x="205912" y="60835"/>
                </a:lnTo>
                <a:lnTo>
                  <a:pt x="198888" y="61944"/>
                </a:lnTo>
                <a:lnTo>
                  <a:pt x="193502" y="64162"/>
                </a:lnTo>
                <a:lnTo>
                  <a:pt x="188115" y="66275"/>
                </a:lnTo>
                <a:lnTo>
                  <a:pt x="184155" y="69232"/>
                </a:lnTo>
                <a:lnTo>
                  <a:pt x="181620" y="73034"/>
                </a:lnTo>
                <a:lnTo>
                  <a:pt x="179191" y="76837"/>
                </a:lnTo>
                <a:lnTo>
                  <a:pt x="177976" y="81272"/>
                </a:lnTo>
                <a:lnTo>
                  <a:pt x="177976" y="91201"/>
                </a:lnTo>
                <a:lnTo>
                  <a:pt x="203166" y="112166"/>
                </a:lnTo>
                <a:lnTo>
                  <a:pt x="217319" y="112166"/>
                </a:lnTo>
                <a:lnTo>
                  <a:pt x="223444" y="110740"/>
                </a:lnTo>
                <a:lnTo>
                  <a:pt x="232950" y="105036"/>
                </a:lnTo>
                <a:lnTo>
                  <a:pt x="235802" y="101403"/>
                </a:lnTo>
                <a:lnTo>
                  <a:pt x="235802" y="95531"/>
                </a:lnTo>
                <a:lnTo>
                  <a:pt x="211668" y="95531"/>
                </a:lnTo>
                <a:lnTo>
                  <a:pt x="208235" y="94633"/>
                </a:lnTo>
                <a:lnTo>
                  <a:pt x="205701" y="92838"/>
                </a:lnTo>
                <a:lnTo>
                  <a:pt x="203271" y="90937"/>
                </a:lnTo>
                <a:lnTo>
                  <a:pt x="202057" y="88402"/>
                </a:lnTo>
                <a:lnTo>
                  <a:pt x="202057" y="82381"/>
                </a:lnTo>
                <a:lnTo>
                  <a:pt x="203113" y="80005"/>
                </a:lnTo>
                <a:lnTo>
                  <a:pt x="205225" y="78104"/>
                </a:lnTo>
                <a:lnTo>
                  <a:pt x="207443" y="76203"/>
                </a:lnTo>
                <a:lnTo>
                  <a:pt x="211457" y="75252"/>
                </a:lnTo>
                <a:lnTo>
                  <a:pt x="234217" y="75252"/>
                </a:lnTo>
                <a:lnTo>
                  <a:pt x="234217" y="60835"/>
                </a:lnTo>
                <a:close/>
              </a:path>
              <a:path w="500380" h="112395">
                <a:moveTo>
                  <a:pt x="255564" y="44042"/>
                </a:moveTo>
                <a:lnTo>
                  <a:pt x="221226" y="44042"/>
                </a:lnTo>
                <a:lnTo>
                  <a:pt x="226138" y="45521"/>
                </a:lnTo>
                <a:lnTo>
                  <a:pt x="229306" y="48478"/>
                </a:lnTo>
                <a:lnTo>
                  <a:pt x="232580" y="51435"/>
                </a:lnTo>
                <a:lnTo>
                  <a:pt x="234217" y="55555"/>
                </a:lnTo>
                <a:lnTo>
                  <a:pt x="234217" y="83966"/>
                </a:lnTo>
                <a:lnTo>
                  <a:pt x="238020" y="95372"/>
                </a:lnTo>
                <a:lnTo>
                  <a:pt x="236224" y="100865"/>
                </a:lnTo>
                <a:lnTo>
                  <a:pt x="235802" y="101403"/>
                </a:lnTo>
                <a:lnTo>
                  <a:pt x="235802" y="110898"/>
                </a:lnTo>
                <a:lnTo>
                  <a:pt x="258932" y="110898"/>
                </a:lnTo>
                <a:lnTo>
                  <a:pt x="258932" y="75252"/>
                </a:lnTo>
                <a:lnTo>
                  <a:pt x="237228" y="75252"/>
                </a:lnTo>
                <a:lnTo>
                  <a:pt x="237228" y="60835"/>
                </a:lnTo>
                <a:lnTo>
                  <a:pt x="258827" y="60835"/>
                </a:lnTo>
                <a:lnTo>
                  <a:pt x="258259" y="53162"/>
                </a:lnTo>
                <a:lnTo>
                  <a:pt x="256239" y="45349"/>
                </a:lnTo>
                <a:lnTo>
                  <a:pt x="255564" y="44042"/>
                </a:lnTo>
                <a:close/>
              </a:path>
              <a:path w="500380" h="112395">
                <a:moveTo>
                  <a:pt x="234217" y="83966"/>
                </a:moveTo>
                <a:lnTo>
                  <a:pt x="234240" y="90672"/>
                </a:lnTo>
                <a:lnTo>
                  <a:pt x="235802" y="94263"/>
                </a:lnTo>
                <a:lnTo>
                  <a:pt x="235802" y="101403"/>
                </a:lnTo>
                <a:lnTo>
                  <a:pt x="236224" y="100865"/>
                </a:lnTo>
                <a:lnTo>
                  <a:pt x="238020" y="95372"/>
                </a:lnTo>
                <a:lnTo>
                  <a:pt x="234217" y="83966"/>
                </a:lnTo>
                <a:close/>
              </a:path>
              <a:path w="500380" h="112395">
                <a:moveTo>
                  <a:pt x="234217" y="83966"/>
                </a:moveTo>
                <a:lnTo>
                  <a:pt x="220117" y="95531"/>
                </a:lnTo>
                <a:lnTo>
                  <a:pt x="235802" y="95531"/>
                </a:lnTo>
                <a:lnTo>
                  <a:pt x="235802" y="94263"/>
                </a:lnTo>
                <a:lnTo>
                  <a:pt x="234240" y="90672"/>
                </a:lnTo>
                <a:lnTo>
                  <a:pt x="234217" y="83966"/>
                </a:lnTo>
                <a:close/>
              </a:path>
              <a:path w="500380" h="112395">
                <a:moveTo>
                  <a:pt x="258827" y="60835"/>
                </a:moveTo>
                <a:lnTo>
                  <a:pt x="237228" y="60835"/>
                </a:lnTo>
                <a:lnTo>
                  <a:pt x="237228" y="75252"/>
                </a:lnTo>
                <a:lnTo>
                  <a:pt x="258932" y="75252"/>
                </a:lnTo>
                <a:lnTo>
                  <a:pt x="258827" y="60835"/>
                </a:lnTo>
                <a:close/>
              </a:path>
              <a:path w="500380" h="112395">
                <a:moveTo>
                  <a:pt x="217900" y="24397"/>
                </a:moveTo>
                <a:lnTo>
                  <a:pt x="211140" y="24397"/>
                </a:lnTo>
                <a:lnTo>
                  <a:pt x="204486" y="25295"/>
                </a:lnTo>
                <a:lnTo>
                  <a:pt x="191389" y="28886"/>
                </a:lnTo>
                <a:lnTo>
                  <a:pt x="185792" y="31421"/>
                </a:lnTo>
                <a:lnTo>
                  <a:pt x="181144" y="34695"/>
                </a:lnTo>
                <a:lnTo>
                  <a:pt x="190016" y="51964"/>
                </a:lnTo>
                <a:lnTo>
                  <a:pt x="193079" y="49534"/>
                </a:lnTo>
                <a:lnTo>
                  <a:pt x="196776" y="47633"/>
                </a:lnTo>
                <a:lnTo>
                  <a:pt x="201106" y="46260"/>
                </a:lnTo>
                <a:lnTo>
                  <a:pt x="205542" y="44781"/>
                </a:lnTo>
                <a:lnTo>
                  <a:pt x="210031" y="44042"/>
                </a:lnTo>
                <a:lnTo>
                  <a:pt x="255564" y="44042"/>
                </a:lnTo>
                <a:lnTo>
                  <a:pt x="252872" y="38824"/>
                </a:lnTo>
                <a:lnTo>
                  <a:pt x="248159" y="33586"/>
                </a:lnTo>
                <a:lnTo>
                  <a:pt x="242228" y="29566"/>
                </a:lnTo>
                <a:lnTo>
                  <a:pt x="235208" y="26694"/>
                </a:lnTo>
                <a:lnTo>
                  <a:pt x="227098" y="24972"/>
                </a:lnTo>
                <a:lnTo>
                  <a:pt x="217900" y="24397"/>
                </a:lnTo>
                <a:close/>
              </a:path>
              <a:path w="500380" h="112395">
                <a:moveTo>
                  <a:pt x="309025" y="6812"/>
                </a:moveTo>
                <a:lnTo>
                  <a:pt x="284310" y="6812"/>
                </a:lnTo>
                <a:lnTo>
                  <a:pt x="284310" y="91729"/>
                </a:lnTo>
                <a:lnTo>
                  <a:pt x="287109" y="99386"/>
                </a:lnTo>
                <a:lnTo>
                  <a:pt x="292707" y="104561"/>
                </a:lnTo>
                <a:lnTo>
                  <a:pt x="298304" y="109631"/>
                </a:lnTo>
                <a:lnTo>
                  <a:pt x="306120" y="112166"/>
                </a:lnTo>
                <a:lnTo>
                  <a:pt x="319956" y="112166"/>
                </a:lnTo>
                <a:lnTo>
                  <a:pt x="336274" y="106779"/>
                </a:lnTo>
                <a:lnTo>
                  <a:pt x="330830" y="92521"/>
                </a:lnTo>
                <a:lnTo>
                  <a:pt x="316365" y="92521"/>
                </a:lnTo>
                <a:lnTo>
                  <a:pt x="313777" y="91570"/>
                </a:lnTo>
                <a:lnTo>
                  <a:pt x="311876" y="89669"/>
                </a:lnTo>
                <a:lnTo>
                  <a:pt x="309975" y="87662"/>
                </a:lnTo>
                <a:lnTo>
                  <a:pt x="309025" y="84863"/>
                </a:lnTo>
                <a:lnTo>
                  <a:pt x="309025" y="6812"/>
                </a:lnTo>
                <a:close/>
              </a:path>
              <a:path w="500380" h="112395">
                <a:moveTo>
                  <a:pt x="329620" y="89352"/>
                </a:moveTo>
                <a:lnTo>
                  <a:pt x="326874" y="91465"/>
                </a:lnTo>
                <a:lnTo>
                  <a:pt x="323547" y="92521"/>
                </a:lnTo>
                <a:lnTo>
                  <a:pt x="330830" y="92521"/>
                </a:lnTo>
                <a:lnTo>
                  <a:pt x="329620" y="89352"/>
                </a:lnTo>
                <a:close/>
              </a:path>
              <a:path w="500380" h="112395">
                <a:moveTo>
                  <a:pt x="284310" y="27566"/>
                </a:moveTo>
                <a:lnTo>
                  <a:pt x="271161" y="27566"/>
                </a:lnTo>
                <a:lnTo>
                  <a:pt x="271161" y="46577"/>
                </a:lnTo>
                <a:lnTo>
                  <a:pt x="284310" y="46577"/>
                </a:lnTo>
                <a:lnTo>
                  <a:pt x="284310" y="27566"/>
                </a:lnTo>
                <a:close/>
              </a:path>
              <a:path w="500380" h="112395">
                <a:moveTo>
                  <a:pt x="330254" y="27566"/>
                </a:moveTo>
                <a:lnTo>
                  <a:pt x="309025" y="27566"/>
                </a:lnTo>
                <a:lnTo>
                  <a:pt x="309025" y="46577"/>
                </a:lnTo>
                <a:lnTo>
                  <a:pt x="330254" y="46577"/>
                </a:lnTo>
                <a:lnTo>
                  <a:pt x="330254" y="27566"/>
                </a:lnTo>
                <a:close/>
              </a:path>
              <a:path w="500380" h="112395">
                <a:moveTo>
                  <a:pt x="394993" y="24397"/>
                </a:moveTo>
                <a:lnTo>
                  <a:pt x="377988" y="24397"/>
                </a:lnTo>
                <a:lnTo>
                  <a:pt x="370225" y="26298"/>
                </a:lnTo>
                <a:lnTo>
                  <a:pt x="363360" y="30101"/>
                </a:lnTo>
                <a:lnTo>
                  <a:pt x="356495" y="33797"/>
                </a:lnTo>
                <a:lnTo>
                  <a:pt x="341180" y="76731"/>
                </a:lnTo>
                <a:lnTo>
                  <a:pt x="343187" y="84283"/>
                </a:lnTo>
                <a:lnTo>
                  <a:pt x="376113" y="110740"/>
                </a:lnTo>
                <a:lnTo>
                  <a:pt x="389817" y="112166"/>
                </a:lnTo>
                <a:lnTo>
                  <a:pt x="397527" y="112166"/>
                </a:lnTo>
                <a:lnTo>
                  <a:pt x="424988" y="98383"/>
                </a:lnTo>
                <a:lnTo>
                  <a:pt x="419436" y="92362"/>
                </a:lnTo>
                <a:lnTo>
                  <a:pt x="385381" y="92362"/>
                </a:lnTo>
                <a:lnTo>
                  <a:pt x="380945" y="91465"/>
                </a:lnTo>
                <a:lnTo>
                  <a:pt x="365754" y="75252"/>
                </a:lnTo>
                <a:lnTo>
                  <a:pt x="361301" y="75252"/>
                </a:lnTo>
                <a:lnTo>
                  <a:pt x="361301" y="60835"/>
                </a:lnTo>
                <a:lnTo>
                  <a:pt x="365432" y="60835"/>
                </a:lnTo>
                <a:lnTo>
                  <a:pt x="366317" y="56980"/>
                </a:lnTo>
                <a:lnTo>
                  <a:pt x="368113" y="53706"/>
                </a:lnTo>
                <a:lnTo>
                  <a:pt x="369908" y="50326"/>
                </a:lnTo>
                <a:lnTo>
                  <a:pt x="372390" y="47739"/>
                </a:lnTo>
                <a:lnTo>
                  <a:pt x="375559" y="45943"/>
                </a:lnTo>
                <a:lnTo>
                  <a:pt x="378833" y="44042"/>
                </a:lnTo>
                <a:lnTo>
                  <a:pt x="382583" y="43092"/>
                </a:lnTo>
                <a:lnTo>
                  <a:pt x="424030" y="43092"/>
                </a:lnTo>
                <a:lnTo>
                  <a:pt x="421239" y="38339"/>
                </a:lnTo>
                <a:lnTo>
                  <a:pt x="415905" y="33269"/>
                </a:lnTo>
                <a:lnTo>
                  <a:pt x="409145" y="29784"/>
                </a:lnTo>
                <a:lnTo>
                  <a:pt x="402492" y="26193"/>
                </a:lnTo>
                <a:lnTo>
                  <a:pt x="394993" y="24397"/>
                </a:lnTo>
                <a:close/>
              </a:path>
              <a:path w="500380" h="112395">
                <a:moveTo>
                  <a:pt x="411839" y="84124"/>
                </a:moveTo>
                <a:lnTo>
                  <a:pt x="408987" y="86870"/>
                </a:lnTo>
                <a:lnTo>
                  <a:pt x="405819" y="88930"/>
                </a:lnTo>
                <a:lnTo>
                  <a:pt x="402333" y="90303"/>
                </a:lnTo>
                <a:lnTo>
                  <a:pt x="398953" y="91676"/>
                </a:lnTo>
                <a:lnTo>
                  <a:pt x="394993" y="92362"/>
                </a:lnTo>
                <a:lnTo>
                  <a:pt x="419436" y="92362"/>
                </a:lnTo>
                <a:lnTo>
                  <a:pt x="411839" y="84124"/>
                </a:lnTo>
                <a:close/>
              </a:path>
              <a:path w="500380" h="112395">
                <a:moveTo>
                  <a:pt x="365432" y="60835"/>
                </a:moveTo>
                <a:lnTo>
                  <a:pt x="361301" y="60835"/>
                </a:lnTo>
                <a:lnTo>
                  <a:pt x="361301" y="75252"/>
                </a:lnTo>
                <a:lnTo>
                  <a:pt x="365754" y="75252"/>
                </a:lnTo>
                <a:lnTo>
                  <a:pt x="365420" y="73879"/>
                </a:lnTo>
                <a:lnTo>
                  <a:pt x="365432" y="60835"/>
                </a:lnTo>
                <a:close/>
              </a:path>
              <a:path w="500380" h="112395">
                <a:moveTo>
                  <a:pt x="408036" y="60835"/>
                </a:moveTo>
                <a:lnTo>
                  <a:pt x="365432" y="60835"/>
                </a:lnTo>
                <a:lnTo>
                  <a:pt x="365420" y="73879"/>
                </a:lnTo>
                <a:lnTo>
                  <a:pt x="365754" y="75252"/>
                </a:lnTo>
                <a:lnTo>
                  <a:pt x="430533" y="75252"/>
                </a:lnTo>
                <a:lnTo>
                  <a:pt x="430956" y="70658"/>
                </a:lnTo>
                <a:lnTo>
                  <a:pt x="431008" y="65113"/>
                </a:lnTo>
                <a:lnTo>
                  <a:pt x="408036" y="65113"/>
                </a:lnTo>
                <a:lnTo>
                  <a:pt x="408036" y="60835"/>
                </a:lnTo>
                <a:close/>
              </a:path>
              <a:path w="500380" h="112395">
                <a:moveTo>
                  <a:pt x="424030" y="43092"/>
                </a:moveTo>
                <a:lnTo>
                  <a:pt x="391032" y="43092"/>
                </a:lnTo>
                <a:lnTo>
                  <a:pt x="394729" y="44042"/>
                </a:lnTo>
                <a:lnTo>
                  <a:pt x="397897" y="45943"/>
                </a:lnTo>
                <a:lnTo>
                  <a:pt x="401066" y="47739"/>
                </a:lnTo>
                <a:lnTo>
                  <a:pt x="403548" y="50274"/>
                </a:lnTo>
                <a:lnTo>
                  <a:pt x="407139" y="56822"/>
                </a:lnTo>
                <a:lnTo>
                  <a:pt x="408036" y="60677"/>
                </a:lnTo>
                <a:lnTo>
                  <a:pt x="408036" y="65113"/>
                </a:lnTo>
                <a:lnTo>
                  <a:pt x="417542" y="60835"/>
                </a:lnTo>
                <a:lnTo>
                  <a:pt x="431008" y="60835"/>
                </a:lnTo>
                <a:lnTo>
                  <a:pt x="431008" y="59410"/>
                </a:lnTo>
                <a:lnTo>
                  <a:pt x="429054" y="51541"/>
                </a:lnTo>
                <a:lnTo>
                  <a:pt x="424030" y="43092"/>
                </a:lnTo>
                <a:close/>
              </a:path>
              <a:path w="500380" h="112395">
                <a:moveTo>
                  <a:pt x="431008" y="60835"/>
                </a:moveTo>
                <a:lnTo>
                  <a:pt x="417542" y="60835"/>
                </a:lnTo>
                <a:lnTo>
                  <a:pt x="408036" y="65113"/>
                </a:lnTo>
                <a:lnTo>
                  <a:pt x="431008" y="65113"/>
                </a:lnTo>
                <a:lnTo>
                  <a:pt x="431008" y="60835"/>
                </a:lnTo>
                <a:close/>
              </a:path>
              <a:path w="500380" h="112395">
                <a:moveTo>
                  <a:pt x="471068" y="25665"/>
                </a:moveTo>
                <a:lnTo>
                  <a:pt x="447462" y="25665"/>
                </a:lnTo>
                <a:lnTo>
                  <a:pt x="447462" y="110898"/>
                </a:lnTo>
                <a:lnTo>
                  <a:pt x="472177" y="110898"/>
                </a:lnTo>
                <a:lnTo>
                  <a:pt x="472177" y="62525"/>
                </a:lnTo>
                <a:lnTo>
                  <a:pt x="474237" y="56558"/>
                </a:lnTo>
                <a:lnTo>
                  <a:pt x="481609" y="49746"/>
                </a:lnTo>
                <a:lnTo>
                  <a:pt x="471068" y="49746"/>
                </a:lnTo>
                <a:lnTo>
                  <a:pt x="467741" y="42775"/>
                </a:lnTo>
                <a:lnTo>
                  <a:pt x="470276" y="36755"/>
                </a:lnTo>
                <a:lnTo>
                  <a:pt x="471068" y="35870"/>
                </a:lnTo>
                <a:lnTo>
                  <a:pt x="471068" y="25665"/>
                </a:lnTo>
                <a:close/>
              </a:path>
              <a:path w="500380" h="112395">
                <a:moveTo>
                  <a:pt x="471068" y="35870"/>
                </a:moveTo>
                <a:lnTo>
                  <a:pt x="470276" y="36755"/>
                </a:lnTo>
                <a:lnTo>
                  <a:pt x="467741" y="42775"/>
                </a:lnTo>
                <a:lnTo>
                  <a:pt x="471068" y="49746"/>
                </a:lnTo>
                <a:lnTo>
                  <a:pt x="471068" y="35870"/>
                </a:lnTo>
                <a:close/>
              </a:path>
              <a:path w="500380" h="112395">
                <a:moveTo>
                  <a:pt x="500377" y="24397"/>
                </a:moveTo>
                <a:lnTo>
                  <a:pt x="492350" y="24397"/>
                </a:lnTo>
                <a:lnTo>
                  <a:pt x="485538" y="25982"/>
                </a:lnTo>
                <a:lnTo>
                  <a:pt x="479940" y="29150"/>
                </a:lnTo>
                <a:lnTo>
                  <a:pt x="474342" y="32213"/>
                </a:lnTo>
                <a:lnTo>
                  <a:pt x="471068" y="35870"/>
                </a:lnTo>
                <a:lnTo>
                  <a:pt x="471068" y="49746"/>
                </a:lnTo>
                <a:lnTo>
                  <a:pt x="481609" y="49746"/>
                </a:lnTo>
                <a:lnTo>
                  <a:pt x="482580" y="48848"/>
                </a:lnTo>
                <a:lnTo>
                  <a:pt x="488073" y="46894"/>
                </a:lnTo>
                <a:lnTo>
                  <a:pt x="500377" y="46894"/>
                </a:lnTo>
                <a:lnTo>
                  <a:pt x="500377" y="24397"/>
                </a:lnTo>
                <a:close/>
              </a:path>
              <a:path w="500380" h="112395">
                <a:moveTo>
                  <a:pt x="500377" y="46894"/>
                </a:moveTo>
                <a:lnTo>
                  <a:pt x="495783" y="46894"/>
                </a:lnTo>
                <a:lnTo>
                  <a:pt x="496680" y="46947"/>
                </a:lnTo>
                <a:lnTo>
                  <a:pt x="497525" y="47052"/>
                </a:lnTo>
                <a:lnTo>
                  <a:pt x="498370" y="47052"/>
                </a:lnTo>
                <a:lnTo>
                  <a:pt x="499321" y="47105"/>
                </a:lnTo>
                <a:lnTo>
                  <a:pt x="500377" y="47211"/>
                </a:lnTo>
                <a:lnTo>
                  <a:pt x="500377" y="468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1947387" y="5973018"/>
            <a:ext cx="394970" cy="139700"/>
          </a:xfrm>
          <a:custGeom>
            <a:avLst/>
            <a:gdLst/>
            <a:ahLst/>
            <a:cxnLst/>
            <a:rect l="l" t="t" r="r" b="b"/>
            <a:pathLst>
              <a:path w="394970" h="139700">
                <a:moveTo>
                  <a:pt x="65921" y="2313"/>
                </a:moveTo>
                <a:lnTo>
                  <a:pt x="0" y="2313"/>
                </a:lnTo>
                <a:lnTo>
                  <a:pt x="0" y="137239"/>
                </a:lnTo>
                <a:lnTo>
                  <a:pt x="69776" y="137239"/>
                </a:lnTo>
                <a:lnTo>
                  <a:pt x="82269" y="136637"/>
                </a:lnTo>
                <a:lnTo>
                  <a:pt x="120325" y="115892"/>
                </a:lnTo>
                <a:lnTo>
                  <a:pt x="121091" y="113724"/>
                </a:lnTo>
                <a:lnTo>
                  <a:pt x="31033" y="113724"/>
                </a:lnTo>
                <a:lnTo>
                  <a:pt x="31033" y="80377"/>
                </a:lnTo>
                <a:lnTo>
                  <a:pt x="28720" y="80377"/>
                </a:lnTo>
                <a:lnTo>
                  <a:pt x="28720" y="57633"/>
                </a:lnTo>
                <a:lnTo>
                  <a:pt x="31033" y="57633"/>
                </a:lnTo>
                <a:lnTo>
                  <a:pt x="31033" y="25828"/>
                </a:lnTo>
                <a:lnTo>
                  <a:pt x="114740" y="25828"/>
                </a:lnTo>
                <a:lnTo>
                  <a:pt x="113772" y="23130"/>
                </a:lnTo>
                <a:lnTo>
                  <a:pt x="77847" y="2915"/>
                </a:lnTo>
                <a:lnTo>
                  <a:pt x="65921" y="2313"/>
                </a:lnTo>
                <a:close/>
              </a:path>
              <a:path w="394970" h="139700">
                <a:moveTo>
                  <a:pt x="114740" y="25828"/>
                </a:moveTo>
                <a:lnTo>
                  <a:pt x="69647" y="25828"/>
                </a:lnTo>
                <a:lnTo>
                  <a:pt x="75430" y="27178"/>
                </a:lnTo>
                <a:lnTo>
                  <a:pt x="79414" y="29876"/>
                </a:lnTo>
                <a:lnTo>
                  <a:pt x="83526" y="32446"/>
                </a:lnTo>
                <a:lnTo>
                  <a:pt x="85582" y="36365"/>
                </a:lnTo>
                <a:lnTo>
                  <a:pt x="85582" y="47031"/>
                </a:lnTo>
                <a:lnTo>
                  <a:pt x="83526" y="51079"/>
                </a:lnTo>
                <a:lnTo>
                  <a:pt x="79414" y="53777"/>
                </a:lnTo>
                <a:lnTo>
                  <a:pt x="75430" y="56348"/>
                </a:lnTo>
                <a:lnTo>
                  <a:pt x="69647" y="57633"/>
                </a:lnTo>
                <a:lnTo>
                  <a:pt x="31033" y="57633"/>
                </a:lnTo>
                <a:lnTo>
                  <a:pt x="31033" y="80377"/>
                </a:lnTo>
                <a:lnTo>
                  <a:pt x="75559" y="80377"/>
                </a:lnTo>
                <a:lnTo>
                  <a:pt x="81662" y="81791"/>
                </a:lnTo>
                <a:lnTo>
                  <a:pt x="85774" y="84618"/>
                </a:lnTo>
                <a:lnTo>
                  <a:pt x="90015" y="87316"/>
                </a:lnTo>
                <a:lnTo>
                  <a:pt x="92135" y="91493"/>
                </a:lnTo>
                <a:lnTo>
                  <a:pt x="92135" y="102929"/>
                </a:lnTo>
                <a:lnTo>
                  <a:pt x="90015" y="107170"/>
                </a:lnTo>
                <a:lnTo>
                  <a:pt x="85774" y="109868"/>
                </a:lnTo>
                <a:lnTo>
                  <a:pt x="81662" y="112439"/>
                </a:lnTo>
                <a:lnTo>
                  <a:pt x="75559" y="113724"/>
                </a:lnTo>
                <a:lnTo>
                  <a:pt x="121091" y="113724"/>
                </a:lnTo>
                <a:lnTo>
                  <a:pt x="122891" y="108628"/>
                </a:lnTo>
                <a:lnTo>
                  <a:pt x="123747" y="100424"/>
                </a:lnTo>
                <a:lnTo>
                  <a:pt x="123747" y="92585"/>
                </a:lnTo>
                <a:lnTo>
                  <a:pt x="121883" y="85967"/>
                </a:lnTo>
                <a:lnTo>
                  <a:pt x="118157" y="80570"/>
                </a:lnTo>
                <a:lnTo>
                  <a:pt x="114559" y="75173"/>
                </a:lnTo>
                <a:lnTo>
                  <a:pt x="110692" y="72089"/>
                </a:lnTo>
                <a:lnTo>
                  <a:pt x="76715" y="72089"/>
                </a:lnTo>
                <a:lnTo>
                  <a:pt x="80377" y="64186"/>
                </a:lnTo>
                <a:lnTo>
                  <a:pt x="104569" y="64186"/>
                </a:lnTo>
                <a:lnTo>
                  <a:pt x="108327" y="61038"/>
                </a:lnTo>
                <a:lnTo>
                  <a:pt x="111796" y="55898"/>
                </a:lnTo>
                <a:lnTo>
                  <a:pt x="115266" y="50629"/>
                </a:lnTo>
                <a:lnTo>
                  <a:pt x="117000" y="44461"/>
                </a:lnTo>
                <a:lnTo>
                  <a:pt x="116890" y="36365"/>
                </a:lnTo>
                <a:lnTo>
                  <a:pt x="116193" y="29876"/>
                </a:lnTo>
                <a:lnTo>
                  <a:pt x="114740" y="25828"/>
                </a:lnTo>
                <a:close/>
              </a:path>
              <a:path w="394970" h="139700">
                <a:moveTo>
                  <a:pt x="31033" y="57633"/>
                </a:moveTo>
                <a:lnTo>
                  <a:pt x="28720" y="57633"/>
                </a:lnTo>
                <a:lnTo>
                  <a:pt x="28720" y="80377"/>
                </a:lnTo>
                <a:lnTo>
                  <a:pt x="31033" y="80377"/>
                </a:lnTo>
                <a:lnTo>
                  <a:pt x="31033" y="57633"/>
                </a:lnTo>
                <a:close/>
              </a:path>
              <a:path w="394970" h="139700">
                <a:moveTo>
                  <a:pt x="88858" y="64186"/>
                </a:moveTo>
                <a:lnTo>
                  <a:pt x="80377" y="64186"/>
                </a:lnTo>
                <a:lnTo>
                  <a:pt x="76715" y="72089"/>
                </a:lnTo>
                <a:lnTo>
                  <a:pt x="84554" y="72089"/>
                </a:lnTo>
                <a:lnTo>
                  <a:pt x="91493" y="70675"/>
                </a:lnTo>
                <a:lnTo>
                  <a:pt x="99478" y="66938"/>
                </a:lnTo>
                <a:lnTo>
                  <a:pt x="96376" y="65600"/>
                </a:lnTo>
                <a:lnTo>
                  <a:pt x="88858" y="64186"/>
                </a:lnTo>
                <a:close/>
              </a:path>
              <a:path w="394970" h="139700">
                <a:moveTo>
                  <a:pt x="99478" y="66938"/>
                </a:moveTo>
                <a:lnTo>
                  <a:pt x="91493" y="70675"/>
                </a:lnTo>
                <a:lnTo>
                  <a:pt x="84554" y="72089"/>
                </a:lnTo>
                <a:lnTo>
                  <a:pt x="110692" y="72089"/>
                </a:lnTo>
                <a:lnTo>
                  <a:pt x="109483" y="71125"/>
                </a:lnTo>
                <a:lnTo>
                  <a:pt x="102929" y="68427"/>
                </a:lnTo>
                <a:lnTo>
                  <a:pt x="99478" y="66938"/>
                </a:lnTo>
                <a:close/>
              </a:path>
              <a:path w="394970" h="139700">
                <a:moveTo>
                  <a:pt x="104569" y="64186"/>
                </a:moveTo>
                <a:lnTo>
                  <a:pt x="88858" y="64186"/>
                </a:lnTo>
                <a:lnTo>
                  <a:pt x="96376" y="65600"/>
                </a:lnTo>
                <a:lnTo>
                  <a:pt x="99478" y="66938"/>
                </a:lnTo>
                <a:lnTo>
                  <a:pt x="103572" y="65021"/>
                </a:lnTo>
                <a:lnTo>
                  <a:pt x="104569" y="64186"/>
                </a:lnTo>
                <a:close/>
              </a:path>
              <a:path w="394970" h="139700">
                <a:moveTo>
                  <a:pt x="213116" y="0"/>
                </a:moveTo>
                <a:lnTo>
                  <a:pt x="170807" y="11324"/>
                </a:lnTo>
                <a:lnTo>
                  <a:pt x="144303" y="41827"/>
                </a:lnTo>
                <a:lnTo>
                  <a:pt x="138906" y="69776"/>
                </a:lnTo>
                <a:lnTo>
                  <a:pt x="139244" y="77233"/>
                </a:lnTo>
                <a:lnTo>
                  <a:pt x="155074" y="114964"/>
                </a:lnTo>
                <a:lnTo>
                  <a:pt x="189950" y="136733"/>
                </a:lnTo>
                <a:lnTo>
                  <a:pt x="212538" y="139552"/>
                </a:lnTo>
                <a:lnTo>
                  <a:pt x="219766" y="139275"/>
                </a:lnTo>
                <a:lnTo>
                  <a:pt x="261365" y="126301"/>
                </a:lnTo>
                <a:lnTo>
                  <a:pt x="267087" y="122397"/>
                </a:lnTo>
                <a:lnTo>
                  <a:pt x="238560" y="118350"/>
                </a:lnTo>
                <a:lnTo>
                  <a:pt x="238560" y="112953"/>
                </a:lnTo>
                <a:lnTo>
                  <a:pt x="207848" y="112953"/>
                </a:lnTo>
                <a:lnTo>
                  <a:pt x="201936" y="111925"/>
                </a:lnTo>
                <a:lnTo>
                  <a:pt x="171546" y="81855"/>
                </a:lnTo>
                <a:lnTo>
                  <a:pt x="170518" y="76073"/>
                </a:lnTo>
                <a:lnTo>
                  <a:pt x="170518" y="63351"/>
                </a:lnTo>
                <a:lnTo>
                  <a:pt x="202129" y="27627"/>
                </a:lnTo>
                <a:lnTo>
                  <a:pt x="208105" y="26599"/>
                </a:lnTo>
                <a:lnTo>
                  <a:pt x="266043" y="26599"/>
                </a:lnTo>
                <a:lnTo>
                  <a:pt x="269593" y="23323"/>
                </a:lnTo>
                <a:lnTo>
                  <a:pt x="230127" y="1493"/>
                </a:lnTo>
                <a:lnTo>
                  <a:pt x="221850" y="373"/>
                </a:lnTo>
                <a:lnTo>
                  <a:pt x="213116" y="0"/>
                </a:lnTo>
                <a:close/>
              </a:path>
              <a:path w="394970" h="139700">
                <a:moveTo>
                  <a:pt x="249354" y="99845"/>
                </a:moveTo>
                <a:lnTo>
                  <a:pt x="243828" y="104600"/>
                </a:lnTo>
                <a:lnTo>
                  <a:pt x="238560" y="107737"/>
                </a:lnTo>
                <a:lnTo>
                  <a:pt x="238560" y="118350"/>
                </a:lnTo>
                <a:lnTo>
                  <a:pt x="267087" y="122397"/>
                </a:lnTo>
                <a:lnTo>
                  <a:pt x="249354" y="99845"/>
                </a:lnTo>
                <a:close/>
              </a:path>
              <a:path w="394970" h="139700">
                <a:moveTo>
                  <a:pt x="267087" y="99845"/>
                </a:moveTo>
                <a:lnTo>
                  <a:pt x="249354" y="99845"/>
                </a:lnTo>
                <a:lnTo>
                  <a:pt x="267087" y="122397"/>
                </a:lnTo>
                <a:lnTo>
                  <a:pt x="267087" y="99845"/>
                </a:lnTo>
                <a:close/>
              </a:path>
              <a:path w="394970" h="139700">
                <a:moveTo>
                  <a:pt x="238560" y="107737"/>
                </a:moveTo>
                <a:lnTo>
                  <a:pt x="238110" y="108005"/>
                </a:lnTo>
                <a:lnTo>
                  <a:pt x="232199" y="110061"/>
                </a:lnTo>
                <a:lnTo>
                  <a:pt x="226416" y="111989"/>
                </a:lnTo>
                <a:lnTo>
                  <a:pt x="220441" y="112953"/>
                </a:lnTo>
                <a:lnTo>
                  <a:pt x="238560" y="112953"/>
                </a:lnTo>
                <a:lnTo>
                  <a:pt x="238560" y="107737"/>
                </a:lnTo>
                <a:close/>
              </a:path>
              <a:path w="394970" h="139700">
                <a:moveTo>
                  <a:pt x="267087" y="67656"/>
                </a:moveTo>
                <a:lnTo>
                  <a:pt x="238560" y="67656"/>
                </a:lnTo>
                <a:lnTo>
                  <a:pt x="238560" y="107737"/>
                </a:lnTo>
                <a:lnTo>
                  <a:pt x="243828" y="104600"/>
                </a:lnTo>
                <a:lnTo>
                  <a:pt x="249354" y="99845"/>
                </a:lnTo>
                <a:lnTo>
                  <a:pt x="267087" y="99845"/>
                </a:lnTo>
                <a:lnTo>
                  <a:pt x="267087" y="67656"/>
                </a:lnTo>
                <a:close/>
              </a:path>
              <a:path w="394970" h="139700">
                <a:moveTo>
                  <a:pt x="266043" y="26599"/>
                </a:moveTo>
                <a:lnTo>
                  <a:pt x="221469" y="26599"/>
                </a:lnTo>
                <a:lnTo>
                  <a:pt x="227765" y="27884"/>
                </a:lnTo>
                <a:lnTo>
                  <a:pt x="233548" y="30454"/>
                </a:lnTo>
                <a:lnTo>
                  <a:pt x="239331" y="32896"/>
                </a:lnTo>
                <a:lnTo>
                  <a:pt x="244663" y="36687"/>
                </a:lnTo>
                <a:lnTo>
                  <a:pt x="249546" y="41827"/>
                </a:lnTo>
                <a:lnTo>
                  <a:pt x="266043" y="26599"/>
                </a:lnTo>
                <a:close/>
              </a:path>
              <a:path w="394970" h="139700">
                <a:moveTo>
                  <a:pt x="327319" y="2313"/>
                </a:moveTo>
                <a:lnTo>
                  <a:pt x="296093" y="2313"/>
                </a:lnTo>
                <a:lnTo>
                  <a:pt x="296093" y="137239"/>
                </a:lnTo>
                <a:lnTo>
                  <a:pt x="394975" y="137239"/>
                </a:lnTo>
                <a:lnTo>
                  <a:pt x="394975" y="111796"/>
                </a:lnTo>
                <a:lnTo>
                  <a:pt x="327319" y="111796"/>
                </a:lnTo>
                <a:lnTo>
                  <a:pt x="327319" y="2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650934" y="5973018"/>
            <a:ext cx="394970" cy="139700"/>
          </a:xfrm>
          <a:custGeom>
            <a:avLst/>
            <a:gdLst/>
            <a:ahLst/>
            <a:cxnLst/>
            <a:rect l="l" t="t" r="r" b="b"/>
            <a:pathLst>
              <a:path w="394969" h="139700">
                <a:moveTo>
                  <a:pt x="65921" y="2313"/>
                </a:moveTo>
                <a:lnTo>
                  <a:pt x="0" y="2313"/>
                </a:lnTo>
                <a:lnTo>
                  <a:pt x="0" y="137239"/>
                </a:lnTo>
                <a:lnTo>
                  <a:pt x="69776" y="137239"/>
                </a:lnTo>
                <a:lnTo>
                  <a:pt x="82269" y="136637"/>
                </a:lnTo>
                <a:lnTo>
                  <a:pt x="120325" y="115892"/>
                </a:lnTo>
                <a:lnTo>
                  <a:pt x="121091" y="113724"/>
                </a:lnTo>
                <a:lnTo>
                  <a:pt x="31033" y="113724"/>
                </a:lnTo>
                <a:lnTo>
                  <a:pt x="31033" y="80377"/>
                </a:lnTo>
                <a:lnTo>
                  <a:pt x="28720" y="80377"/>
                </a:lnTo>
                <a:lnTo>
                  <a:pt x="28720" y="57633"/>
                </a:lnTo>
                <a:lnTo>
                  <a:pt x="31033" y="57633"/>
                </a:lnTo>
                <a:lnTo>
                  <a:pt x="31033" y="25828"/>
                </a:lnTo>
                <a:lnTo>
                  <a:pt x="114740" y="25828"/>
                </a:lnTo>
                <a:lnTo>
                  <a:pt x="113772" y="23130"/>
                </a:lnTo>
                <a:lnTo>
                  <a:pt x="77847" y="2915"/>
                </a:lnTo>
                <a:lnTo>
                  <a:pt x="65921" y="2313"/>
                </a:lnTo>
                <a:close/>
              </a:path>
              <a:path w="394969" h="139700">
                <a:moveTo>
                  <a:pt x="114740" y="25828"/>
                </a:moveTo>
                <a:lnTo>
                  <a:pt x="69647" y="25828"/>
                </a:lnTo>
                <a:lnTo>
                  <a:pt x="75430" y="27178"/>
                </a:lnTo>
                <a:lnTo>
                  <a:pt x="79414" y="29876"/>
                </a:lnTo>
                <a:lnTo>
                  <a:pt x="83526" y="32446"/>
                </a:lnTo>
                <a:lnTo>
                  <a:pt x="85582" y="36365"/>
                </a:lnTo>
                <a:lnTo>
                  <a:pt x="85582" y="47031"/>
                </a:lnTo>
                <a:lnTo>
                  <a:pt x="83526" y="51079"/>
                </a:lnTo>
                <a:lnTo>
                  <a:pt x="79414" y="53777"/>
                </a:lnTo>
                <a:lnTo>
                  <a:pt x="75430" y="56348"/>
                </a:lnTo>
                <a:lnTo>
                  <a:pt x="69647" y="57633"/>
                </a:lnTo>
                <a:lnTo>
                  <a:pt x="31033" y="57633"/>
                </a:lnTo>
                <a:lnTo>
                  <a:pt x="31033" y="80377"/>
                </a:lnTo>
                <a:lnTo>
                  <a:pt x="75559" y="80377"/>
                </a:lnTo>
                <a:lnTo>
                  <a:pt x="81662" y="81791"/>
                </a:lnTo>
                <a:lnTo>
                  <a:pt x="85774" y="84618"/>
                </a:lnTo>
                <a:lnTo>
                  <a:pt x="90015" y="87316"/>
                </a:lnTo>
                <a:lnTo>
                  <a:pt x="92135" y="91493"/>
                </a:lnTo>
                <a:lnTo>
                  <a:pt x="92135" y="102929"/>
                </a:lnTo>
                <a:lnTo>
                  <a:pt x="90015" y="107170"/>
                </a:lnTo>
                <a:lnTo>
                  <a:pt x="85774" y="109868"/>
                </a:lnTo>
                <a:lnTo>
                  <a:pt x="81662" y="112439"/>
                </a:lnTo>
                <a:lnTo>
                  <a:pt x="75559" y="113724"/>
                </a:lnTo>
                <a:lnTo>
                  <a:pt x="121091" y="113724"/>
                </a:lnTo>
                <a:lnTo>
                  <a:pt x="122891" y="108628"/>
                </a:lnTo>
                <a:lnTo>
                  <a:pt x="123747" y="100424"/>
                </a:lnTo>
                <a:lnTo>
                  <a:pt x="123747" y="92585"/>
                </a:lnTo>
                <a:lnTo>
                  <a:pt x="121883" y="85967"/>
                </a:lnTo>
                <a:lnTo>
                  <a:pt x="118157" y="80570"/>
                </a:lnTo>
                <a:lnTo>
                  <a:pt x="114559" y="75173"/>
                </a:lnTo>
                <a:lnTo>
                  <a:pt x="110692" y="72089"/>
                </a:lnTo>
                <a:lnTo>
                  <a:pt x="76715" y="72089"/>
                </a:lnTo>
                <a:lnTo>
                  <a:pt x="80377" y="64186"/>
                </a:lnTo>
                <a:lnTo>
                  <a:pt x="104569" y="64186"/>
                </a:lnTo>
                <a:lnTo>
                  <a:pt x="108327" y="61038"/>
                </a:lnTo>
                <a:lnTo>
                  <a:pt x="111796" y="55898"/>
                </a:lnTo>
                <a:lnTo>
                  <a:pt x="115266" y="50629"/>
                </a:lnTo>
                <a:lnTo>
                  <a:pt x="117000" y="44461"/>
                </a:lnTo>
                <a:lnTo>
                  <a:pt x="116890" y="36365"/>
                </a:lnTo>
                <a:lnTo>
                  <a:pt x="116193" y="29876"/>
                </a:lnTo>
                <a:lnTo>
                  <a:pt x="114740" y="25828"/>
                </a:lnTo>
                <a:close/>
              </a:path>
              <a:path w="394969" h="139700">
                <a:moveTo>
                  <a:pt x="31033" y="57633"/>
                </a:moveTo>
                <a:lnTo>
                  <a:pt x="28720" y="57633"/>
                </a:lnTo>
                <a:lnTo>
                  <a:pt x="28720" y="80377"/>
                </a:lnTo>
                <a:lnTo>
                  <a:pt x="31033" y="80377"/>
                </a:lnTo>
                <a:lnTo>
                  <a:pt x="31033" y="57633"/>
                </a:lnTo>
                <a:close/>
              </a:path>
              <a:path w="394969" h="139700">
                <a:moveTo>
                  <a:pt x="88858" y="64186"/>
                </a:moveTo>
                <a:lnTo>
                  <a:pt x="80377" y="64186"/>
                </a:lnTo>
                <a:lnTo>
                  <a:pt x="76715" y="72089"/>
                </a:lnTo>
                <a:lnTo>
                  <a:pt x="84554" y="72089"/>
                </a:lnTo>
                <a:lnTo>
                  <a:pt x="91493" y="70675"/>
                </a:lnTo>
                <a:lnTo>
                  <a:pt x="99478" y="66938"/>
                </a:lnTo>
                <a:lnTo>
                  <a:pt x="96376" y="65600"/>
                </a:lnTo>
                <a:lnTo>
                  <a:pt x="88858" y="64186"/>
                </a:lnTo>
                <a:close/>
              </a:path>
              <a:path w="394969" h="139700">
                <a:moveTo>
                  <a:pt x="99478" y="66938"/>
                </a:moveTo>
                <a:lnTo>
                  <a:pt x="91493" y="70675"/>
                </a:lnTo>
                <a:lnTo>
                  <a:pt x="84554" y="72089"/>
                </a:lnTo>
                <a:lnTo>
                  <a:pt x="110692" y="72089"/>
                </a:lnTo>
                <a:lnTo>
                  <a:pt x="109483" y="71125"/>
                </a:lnTo>
                <a:lnTo>
                  <a:pt x="102929" y="68427"/>
                </a:lnTo>
                <a:lnTo>
                  <a:pt x="99478" y="66938"/>
                </a:lnTo>
                <a:close/>
              </a:path>
              <a:path w="394969" h="139700">
                <a:moveTo>
                  <a:pt x="104569" y="64186"/>
                </a:moveTo>
                <a:lnTo>
                  <a:pt x="88858" y="64186"/>
                </a:lnTo>
                <a:lnTo>
                  <a:pt x="96376" y="65600"/>
                </a:lnTo>
                <a:lnTo>
                  <a:pt x="99478" y="66938"/>
                </a:lnTo>
                <a:lnTo>
                  <a:pt x="103572" y="65021"/>
                </a:lnTo>
                <a:lnTo>
                  <a:pt x="104569" y="64186"/>
                </a:lnTo>
                <a:close/>
              </a:path>
              <a:path w="394969" h="139700">
                <a:moveTo>
                  <a:pt x="213116" y="0"/>
                </a:moveTo>
                <a:lnTo>
                  <a:pt x="170807" y="11324"/>
                </a:lnTo>
                <a:lnTo>
                  <a:pt x="144303" y="41827"/>
                </a:lnTo>
                <a:lnTo>
                  <a:pt x="138906" y="69776"/>
                </a:lnTo>
                <a:lnTo>
                  <a:pt x="139244" y="77233"/>
                </a:lnTo>
                <a:lnTo>
                  <a:pt x="155074" y="114964"/>
                </a:lnTo>
                <a:lnTo>
                  <a:pt x="189950" y="136733"/>
                </a:lnTo>
                <a:lnTo>
                  <a:pt x="212538" y="139552"/>
                </a:lnTo>
                <a:lnTo>
                  <a:pt x="219766" y="139275"/>
                </a:lnTo>
                <a:lnTo>
                  <a:pt x="261365" y="126301"/>
                </a:lnTo>
                <a:lnTo>
                  <a:pt x="267087" y="122397"/>
                </a:lnTo>
                <a:lnTo>
                  <a:pt x="238560" y="118350"/>
                </a:lnTo>
                <a:lnTo>
                  <a:pt x="238560" y="112953"/>
                </a:lnTo>
                <a:lnTo>
                  <a:pt x="207848" y="112953"/>
                </a:lnTo>
                <a:lnTo>
                  <a:pt x="201936" y="111925"/>
                </a:lnTo>
                <a:lnTo>
                  <a:pt x="171546" y="81855"/>
                </a:lnTo>
                <a:lnTo>
                  <a:pt x="170518" y="76073"/>
                </a:lnTo>
                <a:lnTo>
                  <a:pt x="170518" y="63351"/>
                </a:lnTo>
                <a:lnTo>
                  <a:pt x="202129" y="27627"/>
                </a:lnTo>
                <a:lnTo>
                  <a:pt x="208105" y="26599"/>
                </a:lnTo>
                <a:lnTo>
                  <a:pt x="266043" y="26599"/>
                </a:lnTo>
                <a:lnTo>
                  <a:pt x="269593" y="23323"/>
                </a:lnTo>
                <a:lnTo>
                  <a:pt x="230127" y="1493"/>
                </a:lnTo>
                <a:lnTo>
                  <a:pt x="221850" y="373"/>
                </a:lnTo>
                <a:lnTo>
                  <a:pt x="213116" y="0"/>
                </a:lnTo>
                <a:close/>
              </a:path>
              <a:path w="394969" h="139700">
                <a:moveTo>
                  <a:pt x="249354" y="99845"/>
                </a:moveTo>
                <a:lnTo>
                  <a:pt x="243828" y="104600"/>
                </a:lnTo>
                <a:lnTo>
                  <a:pt x="238560" y="107737"/>
                </a:lnTo>
                <a:lnTo>
                  <a:pt x="238560" y="118350"/>
                </a:lnTo>
                <a:lnTo>
                  <a:pt x="267087" y="122397"/>
                </a:lnTo>
                <a:lnTo>
                  <a:pt x="249354" y="99845"/>
                </a:lnTo>
                <a:close/>
              </a:path>
              <a:path w="394969" h="139700">
                <a:moveTo>
                  <a:pt x="267087" y="99845"/>
                </a:moveTo>
                <a:lnTo>
                  <a:pt x="249354" y="99845"/>
                </a:lnTo>
                <a:lnTo>
                  <a:pt x="267087" y="122397"/>
                </a:lnTo>
                <a:lnTo>
                  <a:pt x="267087" y="99845"/>
                </a:lnTo>
                <a:close/>
              </a:path>
              <a:path w="394969" h="139700">
                <a:moveTo>
                  <a:pt x="238560" y="107737"/>
                </a:moveTo>
                <a:lnTo>
                  <a:pt x="238110" y="108005"/>
                </a:lnTo>
                <a:lnTo>
                  <a:pt x="232199" y="110061"/>
                </a:lnTo>
                <a:lnTo>
                  <a:pt x="226416" y="111989"/>
                </a:lnTo>
                <a:lnTo>
                  <a:pt x="220441" y="112953"/>
                </a:lnTo>
                <a:lnTo>
                  <a:pt x="238560" y="112953"/>
                </a:lnTo>
                <a:lnTo>
                  <a:pt x="238560" y="107737"/>
                </a:lnTo>
                <a:close/>
              </a:path>
              <a:path w="394969" h="139700">
                <a:moveTo>
                  <a:pt x="267087" y="67656"/>
                </a:moveTo>
                <a:lnTo>
                  <a:pt x="238560" y="67656"/>
                </a:lnTo>
                <a:lnTo>
                  <a:pt x="238560" y="107737"/>
                </a:lnTo>
                <a:lnTo>
                  <a:pt x="243828" y="104600"/>
                </a:lnTo>
                <a:lnTo>
                  <a:pt x="249354" y="99845"/>
                </a:lnTo>
                <a:lnTo>
                  <a:pt x="267087" y="99845"/>
                </a:lnTo>
                <a:lnTo>
                  <a:pt x="267087" y="67656"/>
                </a:lnTo>
                <a:close/>
              </a:path>
              <a:path w="394969" h="139700">
                <a:moveTo>
                  <a:pt x="266043" y="26599"/>
                </a:moveTo>
                <a:lnTo>
                  <a:pt x="221469" y="26599"/>
                </a:lnTo>
                <a:lnTo>
                  <a:pt x="227765" y="27884"/>
                </a:lnTo>
                <a:lnTo>
                  <a:pt x="233548" y="30454"/>
                </a:lnTo>
                <a:lnTo>
                  <a:pt x="239331" y="32896"/>
                </a:lnTo>
                <a:lnTo>
                  <a:pt x="244663" y="36687"/>
                </a:lnTo>
                <a:lnTo>
                  <a:pt x="249546" y="41827"/>
                </a:lnTo>
                <a:lnTo>
                  <a:pt x="266043" y="26599"/>
                </a:lnTo>
                <a:close/>
              </a:path>
              <a:path w="394969" h="139700">
                <a:moveTo>
                  <a:pt x="327319" y="2313"/>
                </a:moveTo>
                <a:lnTo>
                  <a:pt x="296093" y="2313"/>
                </a:lnTo>
                <a:lnTo>
                  <a:pt x="296093" y="137239"/>
                </a:lnTo>
                <a:lnTo>
                  <a:pt x="394975" y="137239"/>
                </a:lnTo>
                <a:lnTo>
                  <a:pt x="394975" y="111796"/>
                </a:lnTo>
                <a:lnTo>
                  <a:pt x="327319" y="111796"/>
                </a:lnTo>
                <a:lnTo>
                  <a:pt x="327319" y="2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3354480" y="5973018"/>
            <a:ext cx="394970" cy="139700"/>
          </a:xfrm>
          <a:custGeom>
            <a:avLst/>
            <a:gdLst/>
            <a:ahLst/>
            <a:cxnLst/>
            <a:rect l="l" t="t" r="r" b="b"/>
            <a:pathLst>
              <a:path w="394969" h="139700">
                <a:moveTo>
                  <a:pt x="65921" y="2313"/>
                </a:moveTo>
                <a:lnTo>
                  <a:pt x="0" y="2313"/>
                </a:lnTo>
                <a:lnTo>
                  <a:pt x="0" y="137239"/>
                </a:lnTo>
                <a:lnTo>
                  <a:pt x="69776" y="137239"/>
                </a:lnTo>
                <a:lnTo>
                  <a:pt x="82269" y="136637"/>
                </a:lnTo>
                <a:lnTo>
                  <a:pt x="120325" y="115892"/>
                </a:lnTo>
                <a:lnTo>
                  <a:pt x="121091" y="113724"/>
                </a:lnTo>
                <a:lnTo>
                  <a:pt x="31033" y="113724"/>
                </a:lnTo>
                <a:lnTo>
                  <a:pt x="31033" y="80377"/>
                </a:lnTo>
                <a:lnTo>
                  <a:pt x="28720" y="80377"/>
                </a:lnTo>
                <a:lnTo>
                  <a:pt x="28720" y="57633"/>
                </a:lnTo>
                <a:lnTo>
                  <a:pt x="31033" y="57633"/>
                </a:lnTo>
                <a:lnTo>
                  <a:pt x="31033" y="25828"/>
                </a:lnTo>
                <a:lnTo>
                  <a:pt x="114740" y="25828"/>
                </a:lnTo>
                <a:lnTo>
                  <a:pt x="113772" y="23130"/>
                </a:lnTo>
                <a:lnTo>
                  <a:pt x="77847" y="2915"/>
                </a:lnTo>
                <a:lnTo>
                  <a:pt x="65921" y="2313"/>
                </a:lnTo>
                <a:close/>
              </a:path>
              <a:path w="394969" h="139700">
                <a:moveTo>
                  <a:pt x="114740" y="25828"/>
                </a:moveTo>
                <a:lnTo>
                  <a:pt x="69647" y="25828"/>
                </a:lnTo>
                <a:lnTo>
                  <a:pt x="75430" y="27178"/>
                </a:lnTo>
                <a:lnTo>
                  <a:pt x="79414" y="29876"/>
                </a:lnTo>
                <a:lnTo>
                  <a:pt x="83526" y="32446"/>
                </a:lnTo>
                <a:lnTo>
                  <a:pt x="85582" y="36365"/>
                </a:lnTo>
                <a:lnTo>
                  <a:pt x="85582" y="47031"/>
                </a:lnTo>
                <a:lnTo>
                  <a:pt x="83526" y="51079"/>
                </a:lnTo>
                <a:lnTo>
                  <a:pt x="79414" y="53777"/>
                </a:lnTo>
                <a:lnTo>
                  <a:pt x="75430" y="56348"/>
                </a:lnTo>
                <a:lnTo>
                  <a:pt x="69647" y="57633"/>
                </a:lnTo>
                <a:lnTo>
                  <a:pt x="31033" y="57633"/>
                </a:lnTo>
                <a:lnTo>
                  <a:pt x="31033" y="80377"/>
                </a:lnTo>
                <a:lnTo>
                  <a:pt x="75559" y="80377"/>
                </a:lnTo>
                <a:lnTo>
                  <a:pt x="81662" y="81791"/>
                </a:lnTo>
                <a:lnTo>
                  <a:pt x="85774" y="84618"/>
                </a:lnTo>
                <a:lnTo>
                  <a:pt x="90015" y="87316"/>
                </a:lnTo>
                <a:lnTo>
                  <a:pt x="92135" y="91493"/>
                </a:lnTo>
                <a:lnTo>
                  <a:pt x="92135" y="102929"/>
                </a:lnTo>
                <a:lnTo>
                  <a:pt x="90015" y="107170"/>
                </a:lnTo>
                <a:lnTo>
                  <a:pt x="85774" y="109868"/>
                </a:lnTo>
                <a:lnTo>
                  <a:pt x="81662" y="112439"/>
                </a:lnTo>
                <a:lnTo>
                  <a:pt x="75559" y="113724"/>
                </a:lnTo>
                <a:lnTo>
                  <a:pt x="121091" y="113724"/>
                </a:lnTo>
                <a:lnTo>
                  <a:pt x="122891" y="108628"/>
                </a:lnTo>
                <a:lnTo>
                  <a:pt x="123747" y="100424"/>
                </a:lnTo>
                <a:lnTo>
                  <a:pt x="123747" y="92585"/>
                </a:lnTo>
                <a:lnTo>
                  <a:pt x="121883" y="85967"/>
                </a:lnTo>
                <a:lnTo>
                  <a:pt x="118157" y="80570"/>
                </a:lnTo>
                <a:lnTo>
                  <a:pt x="114559" y="75173"/>
                </a:lnTo>
                <a:lnTo>
                  <a:pt x="110692" y="72089"/>
                </a:lnTo>
                <a:lnTo>
                  <a:pt x="76715" y="72089"/>
                </a:lnTo>
                <a:lnTo>
                  <a:pt x="80377" y="64186"/>
                </a:lnTo>
                <a:lnTo>
                  <a:pt x="104569" y="64186"/>
                </a:lnTo>
                <a:lnTo>
                  <a:pt x="108327" y="61038"/>
                </a:lnTo>
                <a:lnTo>
                  <a:pt x="111796" y="55898"/>
                </a:lnTo>
                <a:lnTo>
                  <a:pt x="115266" y="50629"/>
                </a:lnTo>
                <a:lnTo>
                  <a:pt x="117000" y="44461"/>
                </a:lnTo>
                <a:lnTo>
                  <a:pt x="116890" y="36365"/>
                </a:lnTo>
                <a:lnTo>
                  <a:pt x="116193" y="29876"/>
                </a:lnTo>
                <a:lnTo>
                  <a:pt x="114740" y="25828"/>
                </a:lnTo>
                <a:close/>
              </a:path>
              <a:path w="394969" h="139700">
                <a:moveTo>
                  <a:pt x="31033" y="57633"/>
                </a:moveTo>
                <a:lnTo>
                  <a:pt x="28720" y="57633"/>
                </a:lnTo>
                <a:lnTo>
                  <a:pt x="28720" y="80377"/>
                </a:lnTo>
                <a:lnTo>
                  <a:pt x="31033" y="80377"/>
                </a:lnTo>
                <a:lnTo>
                  <a:pt x="31033" y="57633"/>
                </a:lnTo>
                <a:close/>
              </a:path>
              <a:path w="394969" h="139700">
                <a:moveTo>
                  <a:pt x="88858" y="64186"/>
                </a:moveTo>
                <a:lnTo>
                  <a:pt x="80377" y="64186"/>
                </a:lnTo>
                <a:lnTo>
                  <a:pt x="76715" y="72089"/>
                </a:lnTo>
                <a:lnTo>
                  <a:pt x="84554" y="72089"/>
                </a:lnTo>
                <a:lnTo>
                  <a:pt x="91493" y="70675"/>
                </a:lnTo>
                <a:lnTo>
                  <a:pt x="99478" y="66938"/>
                </a:lnTo>
                <a:lnTo>
                  <a:pt x="96376" y="65600"/>
                </a:lnTo>
                <a:lnTo>
                  <a:pt x="88858" y="64186"/>
                </a:lnTo>
                <a:close/>
              </a:path>
              <a:path w="394969" h="139700">
                <a:moveTo>
                  <a:pt x="99478" y="66938"/>
                </a:moveTo>
                <a:lnTo>
                  <a:pt x="91493" y="70675"/>
                </a:lnTo>
                <a:lnTo>
                  <a:pt x="84554" y="72089"/>
                </a:lnTo>
                <a:lnTo>
                  <a:pt x="110692" y="72089"/>
                </a:lnTo>
                <a:lnTo>
                  <a:pt x="109483" y="71125"/>
                </a:lnTo>
                <a:lnTo>
                  <a:pt x="102929" y="68427"/>
                </a:lnTo>
                <a:lnTo>
                  <a:pt x="99478" y="66938"/>
                </a:lnTo>
                <a:close/>
              </a:path>
              <a:path w="394969" h="139700">
                <a:moveTo>
                  <a:pt x="104569" y="64186"/>
                </a:moveTo>
                <a:lnTo>
                  <a:pt x="88858" y="64186"/>
                </a:lnTo>
                <a:lnTo>
                  <a:pt x="96376" y="65600"/>
                </a:lnTo>
                <a:lnTo>
                  <a:pt x="99478" y="66938"/>
                </a:lnTo>
                <a:lnTo>
                  <a:pt x="103572" y="65021"/>
                </a:lnTo>
                <a:lnTo>
                  <a:pt x="104569" y="64186"/>
                </a:lnTo>
                <a:close/>
              </a:path>
              <a:path w="394969" h="139700">
                <a:moveTo>
                  <a:pt x="213116" y="0"/>
                </a:moveTo>
                <a:lnTo>
                  <a:pt x="170807" y="11324"/>
                </a:lnTo>
                <a:lnTo>
                  <a:pt x="144303" y="41827"/>
                </a:lnTo>
                <a:lnTo>
                  <a:pt x="138906" y="69776"/>
                </a:lnTo>
                <a:lnTo>
                  <a:pt x="139244" y="77233"/>
                </a:lnTo>
                <a:lnTo>
                  <a:pt x="155074" y="114964"/>
                </a:lnTo>
                <a:lnTo>
                  <a:pt x="189950" y="136733"/>
                </a:lnTo>
                <a:lnTo>
                  <a:pt x="212538" y="139552"/>
                </a:lnTo>
                <a:lnTo>
                  <a:pt x="219766" y="139275"/>
                </a:lnTo>
                <a:lnTo>
                  <a:pt x="261365" y="126301"/>
                </a:lnTo>
                <a:lnTo>
                  <a:pt x="267087" y="122397"/>
                </a:lnTo>
                <a:lnTo>
                  <a:pt x="238560" y="118350"/>
                </a:lnTo>
                <a:lnTo>
                  <a:pt x="238560" y="112953"/>
                </a:lnTo>
                <a:lnTo>
                  <a:pt x="207848" y="112953"/>
                </a:lnTo>
                <a:lnTo>
                  <a:pt x="201936" y="111925"/>
                </a:lnTo>
                <a:lnTo>
                  <a:pt x="171546" y="81855"/>
                </a:lnTo>
                <a:lnTo>
                  <a:pt x="170518" y="76073"/>
                </a:lnTo>
                <a:lnTo>
                  <a:pt x="170518" y="63351"/>
                </a:lnTo>
                <a:lnTo>
                  <a:pt x="202129" y="27627"/>
                </a:lnTo>
                <a:lnTo>
                  <a:pt x="208105" y="26599"/>
                </a:lnTo>
                <a:lnTo>
                  <a:pt x="266043" y="26599"/>
                </a:lnTo>
                <a:lnTo>
                  <a:pt x="269593" y="23323"/>
                </a:lnTo>
                <a:lnTo>
                  <a:pt x="230127" y="1493"/>
                </a:lnTo>
                <a:lnTo>
                  <a:pt x="221850" y="373"/>
                </a:lnTo>
                <a:lnTo>
                  <a:pt x="213116" y="0"/>
                </a:lnTo>
                <a:close/>
              </a:path>
              <a:path w="394969" h="139700">
                <a:moveTo>
                  <a:pt x="249354" y="99845"/>
                </a:moveTo>
                <a:lnTo>
                  <a:pt x="243828" y="104600"/>
                </a:lnTo>
                <a:lnTo>
                  <a:pt x="238560" y="107737"/>
                </a:lnTo>
                <a:lnTo>
                  <a:pt x="238560" y="118350"/>
                </a:lnTo>
                <a:lnTo>
                  <a:pt x="267087" y="122397"/>
                </a:lnTo>
                <a:lnTo>
                  <a:pt x="249354" y="99845"/>
                </a:lnTo>
                <a:close/>
              </a:path>
              <a:path w="394969" h="139700">
                <a:moveTo>
                  <a:pt x="267087" y="99845"/>
                </a:moveTo>
                <a:lnTo>
                  <a:pt x="249354" y="99845"/>
                </a:lnTo>
                <a:lnTo>
                  <a:pt x="267087" y="122397"/>
                </a:lnTo>
                <a:lnTo>
                  <a:pt x="267087" y="99845"/>
                </a:lnTo>
                <a:close/>
              </a:path>
              <a:path w="394969" h="139700">
                <a:moveTo>
                  <a:pt x="238560" y="107737"/>
                </a:moveTo>
                <a:lnTo>
                  <a:pt x="238110" y="108005"/>
                </a:lnTo>
                <a:lnTo>
                  <a:pt x="232199" y="110061"/>
                </a:lnTo>
                <a:lnTo>
                  <a:pt x="226416" y="111989"/>
                </a:lnTo>
                <a:lnTo>
                  <a:pt x="220441" y="112953"/>
                </a:lnTo>
                <a:lnTo>
                  <a:pt x="238560" y="112953"/>
                </a:lnTo>
                <a:lnTo>
                  <a:pt x="238560" y="107737"/>
                </a:lnTo>
                <a:close/>
              </a:path>
              <a:path w="394969" h="139700">
                <a:moveTo>
                  <a:pt x="267087" y="67656"/>
                </a:moveTo>
                <a:lnTo>
                  <a:pt x="238560" y="67656"/>
                </a:lnTo>
                <a:lnTo>
                  <a:pt x="238560" y="107737"/>
                </a:lnTo>
                <a:lnTo>
                  <a:pt x="243828" y="104600"/>
                </a:lnTo>
                <a:lnTo>
                  <a:pt x="249354" y="99845"/>
                </a:lnTo>
                <a:lnTo>
                  <a:pt x="267087" y="99845"/>
                </a:lnTo>
                <a:lnTo>
                  <a:pt x="267087" y="67656"/>
                </a:lnTo>
                <a:close/>
              </a:path>
              <a:path w="394969" h="139700">
                <a:moveTo>
                  <a:pt x="266043" y="26599"/>
                </a:moveTo>
                <a:lnTo>
                  <a:pt x="221469" y="26599"/>
                </a:lnTo>
                <a:lnTo>
                  <a:pt x="227765" y="27884"/>
                </a:lnTo>
                <a:lnTo>
                  <a:pt x="233548" y="30454"/>
                </a:lnTo>
                <a:lnTo>
                  <a:pt x="239331" y="32896"/>
                </a:lnTo>
                <a:lnTo>
                  <a:pt x="244663" y="36687"/>
                </a:lnTo>
                <a:lnTo>
                  <a:pt x="249546" y="41827"/>
                </a:lnTo>
                <a:lnTo>
                  <a:pt x="266043" y="26599"/>
                </a:lnTo>
                <a:close/>
              </a:path>
              <a:path w="394969" h="139700">
                <a:moveTo>
                  <a:pt x="327319" y="2313"/>
                </a:moveTo>
                <a:lnTo>
                  <a:pt x="296093" y="2313"/>
                </a:lnTo>
                <a:lnTo>
                  <a:pt x="296093" y="137239"/>
                </a:lnTo>
                <a:lnTo>
                  <a:pt x="394975" y="137239"/>
                </a:lnTo>
                <a:lnTo>
                  <a:pt x="394975" y="111796"/>
                </a:lnTo>
                <a:lnTo>
                  <a:pt x="327319" y="111796"/>
                </a:lnTo>
                <a:lnTo>
                  <a:pt x="327319" y="2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3830002" y="7257136"/>
            <a:ext cx="2303780" cy="19685"/>
          </a:xfrm>
          <a:custGeom>
            <a:avLst/>
            <a:gdLst/>
            <a:ahLst/>
            <a:cxnLst/>
            <a:rect l="l" t="t" r="r" b="b"/>
            <a:pathLst>
              <a:path w="2303780" h="19684">
                <a:moveTo>
                  <a:pt x="2303393" y="0"/>
                </a:moveTo>
                <a:lnTo>
                  <a:pt x="0" y="0"/>
                </a:lnTo>
                <a:lnTo>
                  <a:pt x="0" y="19275"/>
                </a:lnTo>
                <a:lnTo>
                  <a:pt x="2303393" y="19275"/>
                </a:lnTo>
                <a:lnTo>
                  <a:pt x="2303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830002" y="7623366"/>
            <a:ext cx="2303780" cy="19685"/>
          </a:xfrm>
          <a:custGeom>
            <a:avLst/>
            <a:gdLst/>
            <a:ahLst/>
            <a:cxnLst/>
            <a:rect l="l" t="t" r="r" b="b"/>
            <a:pathLst>
              <a:path w="2303780" h="19684">
                <a:moveTo>
                  <a:pt x="2303393" y="0"/>
                </a:moveTo>
                <a:lnTo>
                  <a:pt x="0" y="0"/>
                </a:lnTo>
                <a:lnTo>
                  <a:pt x="0" y="19275"/>
                </a:lnTo>
                <a:lnTo>
                  <a:pt x="2303393" y="19275"/>
                </a:lnTo>
                <a:lnTo>
                  <a:pt x="2303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3830002" y="7989596"/>
            <a:ext cx="2303780" cy="19685"/>
          </a:xfrm>
          <a:custGeom>
            <a:avLst/>
            <a:gdLst/>
            <a:ahLst/>
            <a:cxnLst/>
            <a:rect l="l" t="t" r="r" b="b"/>
            <a:pathLst>
              <a:path w="2303780" h="19684">
                <a:moveTo>
                  <a:pt x="2303393" y="0"/>
                </a:moveTo>
                <a:lnTo>
                  <a:pt x="0" y="0"/>
                </a:lnTo>
                <a:lnTo>
                  <a:pt x="0" y="19275"/>
                </a:lnTo>
                <a:lnTo>
                  <a:pt x="2303393" y="19275"/>
                </a:lnTo>
                <a:lnTo>
                  <a:pt x="2303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15969555" y="3941791"/>
            <a:ext cx="3537585" cy="2766060"/>
            <a:chOff x="15969555" y="3941791"/>
            <a:chExt cx="3537585" cy="2766060"/>
          </a:xfrm>
        </p:grpSpPr>
        <p:sp>
          <p:nvSpPr>
            <p:cNvPr id="71" name="object 71"/>
            <p:cNvSpPr/>
            <p:nvPr/>
          </p:nvSpPr>
          <p:spPr>
            <a:xfrm>
              <a:off x="15969555" y="3941791"/>
              <a:ext cx="3537585" cy="2766060"/>
            </a:xfrm>
            <a:custGeom>
              <a:avLst/>
              <a:gdLst/>
              <a:ahLst/>
              <a:cxnLst/>
              <a:rect l="l" t="t" r="r" b="b"/>
              <a:pathLst>
                <a:path w="3537584" h="2766059">
                  <a:moveTo>
                    <a:pt x="3469547" y="0"/>
                  </a:moveTo>
                  <a:lnTo>
                    <a:pt x="67463" y="0"/>
                  </a:lnTo>
                  <a:lnTo>
                    <a:pt x="41203" y="5301"/>
                  </a:lnTo>
                  <a:lnTo>
                    <a:pt x="19759" y="19759"/>
                  </a:lnTo>
                  <a:lnTo>
                    <a:pt x="5301" y="41203"/>
                  </a:lnTo>
                  <a:lnTo>
                    <a:pt x="0" y="67463"/>
                  </a:lnTo>
                  <a:lnTo>
                    <a:pt x="0" y="2698536"/>
                  </a:lnTo>
                  <a:lnTo>
                    <a:pt x="5301" y="2724796"/>
                  </a:lnTo>
                  <a:lnTo>
                    <a:pt x="19759" y="2746240"/>
                  </a:lnTo>
                  <a:lnTo>
                    <a:pt x="41203" y="2760698"/>
                  </a:lnTo>
                  <a:lnTo>
                    <a:pt x="67463" y="2766000"/>
                  </a:lnTo>
                  <a:lnTo>
                    <a:pt x="3469547" y="2766000"/>
                  </a:lnTo>
                  <a:lnTo>
                    <a:pt x="3495807" y="2760698"/>
                  </a:lnTo>
                  <a:lnTo>
                    <a:pt x="3517251" y="2746240"/>
                  </a:lnTo>
                  <a:lnTo>
                    <a:pt x="3531709" y="2724796"/>
                  </a:lnTo>
                  <a:lnTo>
                    <a:pt x="3537010" y="2698536"/>
                  </a:lnTo>
                  <a:lnTo>
                    <a:pt x="3537010" y="67463"/>
                  </a:lnTo>
                  <a:lnTo>
                    <a:pt x="3531709" y="41203"/>
                  </a:lnTo>
                  <a:lnTo>
                    <a:pt x="3517251" y="19759"/>
                  </a:lnTo>
                  <a:lnTo>
                    <a:pt x="3495807" y="5301"/>
                  </a:lnTo>
                  <a:lnTo>
                    <a:pt x="3469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7398854" y="4674791"/>
              <a:ext cx="903605" cy="322580"/>
            </a:xfrm>
            <a:custGeom>
              <a:avLst/>
              <a:gdLst/>
              <a:ahLst/>
              <a:cxnLst/>
              <a:rect l="l" t="t" r="r" b="b"/>
              <a:pathLst>
                <a:path w="903605" h="322579">
                  <a:moveTo>
                    <a:pt x="45952" y="93754"/>
                  </a:moveTo>
                  <a:lnTo>
                    <a:pt x="0" y="93754"/>
                  </a:lnTo>
                  <a:lnTo>
                    <a:pt x="0" y="259676"/>
                  </a:lnTo>
                  <a:lnTo>
                    <a:pt x="48111" y="259676"/>
                  </a:lnTo>
                  <a:lnTo>
                    <a:pt x="48111" y="166538"/>
                  </a:lnTo>
                  <a:lnTo>
                    <a:pt x="49653" y="158416"/>
                  </a:lnTo>
                  <a:lnTo>
                    <a:pt x="55821" y="145669"/>
                  </a:lnTo>
                  <a:lnTo>
                    <a:pt x="60138" y="140940"/>
                  </a:lnTo>
                  <a:lnTo>
                    <a:pt x="63469" y="139090"/>
                  </a:lnTo>
                  <a:lnTo>
                    <a:pt x="45952" y="139090"/>
                  </a:lnTo>
                  <a:lnTo>
                    <a:pt x="37316" y="125828"/>
                  </a:lnTo>
                  <a:lnTo>
                    <a:pt x="42077" y="117868"/>
                  </a:lnTo>
                  <a:lnTo>
                    <a:pt x="45952" y="113121"/>
                  </a:lnTo>
                  <a:lnTo>
                    <a:pt x="45952" y="93754"/>
                  </a:lnTo>
                  <a:close/>
                </a:path>
                <a:path w="903605" h="322579">
                  <a:moveTo>
                    <a:pt x="144036" y="132922"/>
                  </a:moveTo>
                  <a:lnTo>
                    <a:pt x="94577" y="132922"/>
                  </a:lnTo>
                  <a:lnTo>
                    <a:pt x="102287" y="136109"/>
                  </a:lnTo>
                  <a:lnTo>
                    <a:pt x="107633" y="142482"/>
                  </a:lnTo>
                  <a:lnTo>
                    <a:pt x="111276" y="147918"/>
                  </a:lnTo>
                  <a:lnTo>
                    <a:pt x="113878" y="154664"/>
                  </a:lnTo>
                  <a:lnTo>
                    <a:pt x="115439" y="162721"/>
                  </a:lnTo>
                  <a:lnTo>
                    <a:pt x="115959" y="172089"/>
                  </a:lnTo>
                  <a:lnTo>
                    <a:pt x="115959" y="259676"/>
                  </a:lnTo>
                  <a:lnTo>
                    <a:pt x="164071" y="259676"/>
                  </a:lnTo>
                  <a:lnTo>
                    <a:pt x="164071" y="166538"/>
                  </a:lnTo>
                  <a:lnTo>
                    <a:pt x="165613" y="158416"/>
                  </a:lnTo>
                  <a:lnTo>
                    <a:pt x="171781" y="145669"/>
                  </a:lnTo>
                  <a:lnTo>
                    <a:pt x="176098" y="140940"/>
                  </a:lnTo>
                  <a:lnTo>
                    <a:pt x="181094" y="138165"/>
                  </a:lnTo>
                  <a:lnTo>
                    <a:pt x="160678" y="138165"/>
                  </a:lnTo>
                  <a:lnTo>
                    <a:pt x="143716" y="133539"/>
                  </a:lnTo>
                  <a:lnTo>
                    <a:pt x="144036" y="132922"/>
                  </a:lnTo>
                  <a:close/>
                </a:path>
                <a:path w="903605" h="322579">
                  <a:moveTo>
                    <a:pt x="275584" y="132922"/>
                  </a:moveTo>
                  <a:lnTo>
                    <a:pt x="210537" y="132922"/>
                  </a:lnTo>
                  <a:lnTo>
                    <a:pt x="218350" y="136109"/>
                  </a:lnTo>
                  <a:lnTo>
                    <a:pt x="223901" y="142482"/>
                  </a:lnTo>
                  <a:lnTo>
                    <a:pt x="227544" y="147918"/>
                  </a:lnTo>
                  <a:lnTo>
                    <a:pt x="230146" y="154664"/>
                  </a:lnTo>
                  <a:lnTo>
                    <a:pt x="231707" y="162721"/>
                  </a:lnTo>
                  <a:lnTo>
                    <a:pt x="232228" y="172089"/>
                  </a:lnTo>
                  <a:lnTo>
                    <a:pt x="232228" y="259676"/>
                  </a:lnTo>
                  <a:lnTo>
                    <a:pt x="280339" y="259676"/>
                  </a:lnTo>
                  <a:lnTo>
                    <a:pt x="280248" y="162721"/>
                  </a:lnTo>
                  <a:lnTo>
                    <a:pt x="279780" y="152621"/>
                  </a:lnTo>
                  <a:lnTo>
                    <a:pt x="278103" y="141711"/>
                  </a:lnTo>
                  <a:lnTo>
                    <a:pt x="275584" y="132922"/>
                  </a:lnTo>
                  <a:close/>
                </a:path>
                <a:path w="903605" h="322579">
                  <a:moveTo>
                    <a:pt x="45952" y="113121"/>
                  </a:moveTo>
                  <a:lnTo>
                    <a:pt x="42077" y="117868"/>
                  </a:lnTo>
                  <a:lnTo>
                    <a:pt x="37316" y="125828"/>
                  </a:lnTo>
                  <a:lnTo>
                    <a:pt x="45952" y="139090"/>
                  </a:lnTo>
                  <a:lnTo>
                    <a:pt x="45952" y="113121"/>
                  </a:lnTo>
                  <a:close/>
                </a:path>
                <a:path w="903605" h="322579">
                  <a:moveTo>
                    <a:pt x="98072" y="91287"/>
                  </a:moveTo>
                  <a:lnTo>
                    <a:pt x="54259" y="105069"/>
                  </a:lnTo>
                  <a:lnTo>
                    <a:pt x="45952" y="113121"/>
                  </a:lnTo>
                  <a:lnTo>
                    <a:pt x="45952" y="139090"/>
                  </a:lnTo>
                  <a:lnTo>
                    <a:pt x="63469" y="139090"/>
                  </a:lnTo>
                  <a:lnTo>
                    <a:pt x="65690" y="137856"/>
                  </a:lnTo>
                  <a:lnTo>
                    <a:pt x="71241" y="134567"/>
                  </a:lnTo>
                  <a:lnTo>
                    <a:pt x="77512" y="132922"/>
                  </a:lnTo>
                  <a:lnTo>
                    <a:pt x="144036" y="132922"/>
                  </a:lnTo>
                  <a:lnTo>
                    <a:pt x="148496" y="124325"/>
                  </a:lnTo>
                  <a:lnTo>
                    <a:pt x="152735" y="118537"/>
                  </a:lnTo>
                  <a:lnTo>
                    <a:pt x="119429" y="94217"/>
                  </a:lnTo>
                  <a:lnTo>
                    <a:pt x="109117" y="92020"/>
                  </a:lnTo>
                  <a:lnTo>
                    <a:pt x="98072" y="91287"/>
                  </a:lnTo>
                  <a:close/>
                </a:path>
                <a:path w="903605" h="322579">
                  <a:moveTo>
                    <a:pt x="152735" y="118537"/>
                  </a:moveTo>
                  <a:lnTo>
                    <a:pt x="148496" y="124325"/>
                  </a:lnTo>
                  <a:lnTo>
                    <a:pt x="143716" y="133539"/>
                  </a:lnTo>
                  <a:lnTo>
                    <a:pt x="160678" y="138165"/>
                  </a:lnTo>
                  <a:lnTo>
                    <a:pt x="157170" y="127062"/>
                  </a:lnTo>
                  <a:lnTo>
                    <a:pt x="152735" y="118537"/>
                  </a:lnTo>
                  <a:close/>
                </a:path>
                <a:path w="903605" h="322579">
                  <a:moveTo>
                    <a:pt x="212490" y="91287"/>
                  </a:moveTo>
                  <a:lnTo>
                    <a:pt x="170239" y="102698"/>
                  </a:lnTo>
                  <a:lnTo>
                    <a:pt x="152735" y="118537"/>
                  </a:lnTo>
                  <a:lnTo>
                    <a:pt x="157170" y="127062"/>
                  </a:lnTo>
                  <a:lnTo>
                    <a:pt x="160678" y="138165"/>
                  </a:lnTo>
                  <a:lnTo>
                    <a:pt x="181094" y="138165"/>
                  </a:lnTo>
                  <a:lnTo>
                    <a:pt x="181650" y="137856"/>
                  </a:lnTo>
                  <a:lnTo>
                    <a:pt x="187201" y="134567"/>
                  </a:lnTo>
                  <a:lnTo>
                    <a:pt x="193472" y="132922"/>
                  </a:lnTo>
                  <a:lnTo>
                    <a:pt x="275584" y="132922"/>
                  </a:lnTo>
                  <a:lnTo>
                    <a:pt x="275308" y="131958"/>
                  </a:lnTo>
                  <a:lnTo>
                    <a:pt x="247340" y="99306"/>
                  </a:lnTo>
                  <a:lnTo>
                    <a:pt x="222070" y="91788"/>
                  </a:lnTo>
                  <a:lnTo>
                    <a:pt x="212490" y="91287"/>
                  </a:lnTo>
                  <a:close/>
                </a:path>
                <a:path w="903605" h="322579">
                  <a:moveTo>
                    <a:pt x="340396" y="264610"/>
                  </a:moveTo>
                  <a:lnTo>
                    <a:pt x="321275" y="299152"/>
                  </a:lnTo>
                  <a:lnTo>
                    <a:pt x="328966" y="304491"/>
                  </a:lnTo>
                  <a:lnTo>
                    <a:pt x="337543" y="309098"/>
                  </a:lnTo>
                  <a:lnTo>
                    <a:pt x="379640" y="320509"/>
                  </a:lnTo>
                  <a:lnTo>
                    <a:pt x="402694" y="321974"/>
                  </a:lnTo>
                  <a:lnTo>
                    <a:pt x="423896" y="320605"/>
                  </a:lnTo>
                  <a:lnTo>
                    <a:pt x="471776" y="300077"/>
                  </a:lnTo>
                  <a:lnTo>
                    <a:pt x="484327" y="283423"/>
                  </a:lnTo>
                  <a:lnTo>
                    <a:pt x="398993" y="283423"/>
                  </a:lnTo>
                  <a:lnTo>
                    <a:pt x="391090" y="283095"/>
                  </a:lnTo>
                  <a:lnTo>
                    <a:pt x="352269" y="272320"/>
                  </a:lnTo>
                  <a:lnTo>
                    <a:pt x="345986" y="268697"/>
                  </a:lnTo>
                  <a:lnTo>
                    <a:pt x="340396" y="264610"/>
                  </a:lnTo>
                  <a:close/>
                </a:path>
                <a:path w="903605" h="322579">
                  <a:moveTo>
                    <a:pt x="495832" y="93754"/>
                  </a:moveTo>
                  <a:lnTo>
                    <a:pt x="450188" y="93754"/>
                  </a:lnTo>
                  <a:lnTo>
                    <a:pt x="450188" y="115106"/>
                  </a:lnTo>
                  <a:lnTo>
                    <a:pt x="452366" y="117791"/>
                  </a:lnTo>
                  <a:lnTo>
                    <a:pt x="457281" y="126137"/>
                  </a:lnTo>
                  <a:lnTo>
                    <a:pt x="461194" y="135562"/>
                  </a:lnTo>
                  <a:lnTo>
                    <a:pt x="463989" y="146260"/>
                  </a:lnTo>
                  <a:lnTo>
                    <a:pt x="465666" y="158230"/>
                  </a:lnTo>
                  <a:lnTo>
                    <a:pt x="466225" y="171472"/>
                  </a:lnTo>
                  <a:lnTo>
                    <a:pt x="465666" y="184599"/>
                  </a:lnTo>
                  <a:lnTo>
                    <a:pt x="452366" y="225038"/>
                  </a:lnTo>
                  <a:lnTo>
                    <a:pt x="447721" y="230733"/>
                  </a:lnTo>
                  <a:lnTo>
                    <a:pt x="447716" y="238145"/>
                  </a:lnTo>
                  <a:lnTo>
                    <a:pt x="429409" y="277004"/>
                  </a:lnTo>
                  <a:lnTo>
                    <a:pt x="398993" y="283423"/>
                  </a:lnTo>
                  <a:lnTo>
                    <a:pt x="484327" y="283423"/>
                  </a:lnTo>
                  <a:lnTo>
                    <a:pt x="489818" y="272089"/>
                  </a:lnTo>
                  <a:lnTo>
                    <a:pt x="494328" y="253527"/>
                  </a:lnTo>
                  <a:lnTo>
                    <a:pt x="495816" y="232151"/>
                  </a:lnTo>
                  <a:lnTo>
                    <a:pt x="495832" y="93754"/>
                  </a:lnTo>
                  <a:close/>
                </a:path>
                <a:path w="903605" h="322579">
                  <a:moveTo>
                    <a:pt x="395292" y="91287"/>
                  </a:moveTo>
                  <a:lnTo>
                    <a:pt x="353349" y="101156"/>
                  </a:lnTo>
                  <a:lnTo>
                    <a:pt x="323434" y="129221"/>
                  </a:lnTo>
                  <a:lnTo>
                    <a:pt x="312331" y="171472"/>
                  </a:lnTo>
                  <a:lnTo>
                    <a:pt x="313025" y="183134"/>
                  </a:lnTo>
                  <a:lnTo>
                    <a:pt x="329582" y="222185"/>
                  </a:lnTo>
                  <a:lnTo>
                    <a:pt x="363025" y="246106"/>
                  </a:lnTo>
                  <a:lnTo>
                    <a:pt x="395292" y="251657"/>
                  </a:lnTo>
                  <a:lnTo>
                    <a:pt x="405469" y="251118"/>
                  </a:lnTo>
                  <a:lnTo>
                    <a:pt x="446564" y="232151"/>
                  </a:lnTo>
                  <a:lnTo>
                    <a:pt x="447789" y="212182"/>
                  </a:lnTo>
                  <a:lnTo>
                    <a:pt x="396423" y="212182"/>
                  </a:lnTo>
                  <a:lnTo>
                    <a:pt x="388918" y="210537"/>
                  </a:lnTo>
                  <a:lnTo>
                    <a:pt x="361059" y="179491"/>
                  </a:lnTo>
                  <a:lnTo>
                    <a:pt x="361059" y="163248"/>
                  </a:lnTo>
                  <a:lnTo>
                    <a:pt x="382339" y="136006"/>
                  </a:lnTo>
                  <a:lnTo>
                    <a:pt x="388918" y="132511"/>
                  </a:lnTo>
                  <a:lnTo>
                    <a:pt x="396423" y="130763"/>
                  </a:lnTo>
                  <a:lnTo>
                    <a:pt x="450206" y="130763"/>
                  </a:lnTo>
                  <a:lnTo>
                    <a:pt x="450188" y="115106"/>
                  </a:lnTo>
                  <a:lnTo>
                    <a:pt x="415030" y="93446"/>
                  </a:lnTo>
                  <a:lnTo>
                    <a:pt x="405469" y="91827"/>
                  </a:lnTo>
                  <a:lnTo>
                    <a:pt x="395292" y="91287"/>
                  </a:lnTo>
                  <a:close/>
                </a:path>
                <a:path w="903605" h="322579">
                  <a:moveTo>
                    <a:pt x="450188" y="115106"/>
                  </a:moveTo>
                  <a:lnTo>
                    <a:pt x="450276" y="135562"/>
                  </a:lnTo>
                  <a:lnTo>
                    <a:pt x="450805" y="171472"/>
                  </a:lnTo>
                  <a:lnTo>
                    <a:pt x="447789" y="212182"/>
                  </a:lnTo>
                  <a:lnTo>
                    <a:pt x="447721" y="230733"/>
                  </a:lnTo>
                  <a:lnTo>
                    <a:pt x="452366" y="225038"/>
                  </a:lnTo>
                  <a:lnTo>
                    <a:pt x="457281" y="216808"/>
                  </a:lnTo>
                  <a:lnTo>
                    <a:pt x="461199" y="207247"/>
                  </a:lnTo>
                  <a:lnTo>
                    <a:pt x="463989" y="196530"/>
                  </a:lnTo>
                  <a:lnTo>
                    <a:pt x="465666" y="184599"/>
                  </a:lnTo>
                  <a:lnTo>
                    <a:pt x="466225" y="171472"/>
                  </a:lnTo>
                  <a:lnTo>
                    <a:pt x="465666" y="158230"/>
                  </a:lnTo>
                  <a:lnTo>
                    <a:pt x="463989" y="146260"/>
                  </a:lnTo>
                  <a:lnTo>
                    <a:pt x="461194" y="135562"/>
                  </a:lnTo>
                  <a:lnTo>
                    <a:pt x="457281" y="126137"/>
                  </a:lnTo>
                  <a:lnTo>
                    <a:pt x="452366" y="117791"/>
                  </a:lnTo>
                  <a:lnTo>
                    <a:pt x="450188" y="115106"/>
                  </a:lnTo>
                  <a:close/>
                </a:path>
                <a:path w="903605" h="322579">
                  <a:moveTo>
                    <a:pt x="450206" y="130763"/>
                  </a:moveTo>
                  <a:lnTo>
                    <a:pt x="413282" y="130763"/>
                  </a:lnTo>
                  <a:lnTo>
                    <a:pt x="420787" y="132511"/>
                  </a:lnTo>
                  <a:lnTo>
                    <a:pt x="427366" y="136006"/>
                  </a:lnTo>
                  <a:lnTo>
                    <a:pt x="433945" y="139295"/>
                  </a:lnTo>
                  <a:lnTo>
                    <a:pt x="439085" y="144024"/>
                  </a:lnTo>
                  <a:lnTo>
                    <a:pt x="442786" y="150192"/>
                  </a:lnTo>
                  <a:lnTo>
                    <a:pt x="446487" y="156155"/>
                  </a:lnTo>
                  <a:lnTo>
                    <a:pt x="448337" y="163248"/>
                  </a:lnTo>
                  <a:lnTo>
                    <a:pt x="448337" y="179491"/>
                  </a:lnTo>
                  <a:lnTo>
                    <a:pt x="420787" y="210537"/>
                  </a:lnTo>
                  <a:lnTo>
                    <a:pt x="413282" y="212182"/>
                  </a:lnTo>
                  <a:lnTo>
                    <a:pt x="447789" y="212182"/>
                  </a:lnTo>
                  <a:lnTo>
                    <a:pt x="450805" y="171472"/>
                  </a:lnTo>
                  <a:lnTo>
                    <a:pt x="450206" y="130763"/>
                  </a:lnTo>
                  <a:close/>
                </a:path>
                <a:path w="903605" h="322579">
                  <a:moveTo>
                    <a:pt x="652870" y="0"/>
                  </a:moveTo>
                  <a:lnTo>
                    <a:pt x="610001" y="0"/>
                  </a:lnTo>
                  <a:lnTo>
                    <a:pt x="508228" y="290516"/>
                  </a:lnTo>
                  <a:lnTo>
                    <a:pt x="551096" y="290516"/>
                  </a:lnTo>
                  <a:lnTo>
                    <a:pt x="652870" y="0"/>
                  </a:lnTo>
                  <a:close/>
                </a:path>
                <a:path w="903605" h="322579">
                  <a:moveTo>
                    <a:pt x="713047" y="91287"/>
                  </a:moveTo>
                  <a:lnTo>
                    <a:pt x="670796" y="101773"/>
                  </a:lnTo>
                  <a:lnTo>
                    <a:pt x="640880" y="131380"/>
                  </a:lnTo>
                  <a:lnTo>
                    <a:pt x="630086" y="176715"/>
                  </a:lnTo>
                  <a:lnTo>
                    <a:pt x="630761" y="189244"/>
                  </a:lnTo>
                  <a:lnTo>
                    <a:pt x="646913" y="230782"/>
                  </a:lnTo>
                  <a:lnTo>
                    <a:pt x="680491" y="256245"/>
                  </a:lnTo>
                  <a:lnTo>
                    <a:pt x="713047" y="262143"/>
                  </a:lnTo>
                  <a:lnTo>
                    <a:pt x="723591" y="261565"/>
                  </a:lnTo>
                  <a:lnTo>
                    <a:pt x="764242" y="241249"/>
                  </a:lnTo>
                  <a:lnTo>
                    <a:pt x="764917" y="222667"/>
                  </a:lnTo>
                  <a:lnTo>
                    <a:pt x="713355" y="222667"/>
                  </a:lnTo>
                  <a:lnTo>
                    <a:pt x="706159" y="220817"/>
                  </a:lnTo>
                  <a:lnTo>
                    <a:pt x="678814" y="186173"/>
                  </a:lnTo>
                  <a:lnTo>
                    <a:pt x="678814" y="167052"/>
                  </a:lnTo>
                  <a:lnTo>
                    <a:pt x="706159" y="132613"/>
                  </a:lnTo>
                  <a:lnTo>
                    <a:pt x="713355" y="130763"/>
                  </a:lnTo>
                  <a:lnTo>
                    <a:pt x="762913" y="130763"/>
                  </a:lnTo>
                  <a:lnTo>
                    <a:pt x="762778" y="128604"/>
                  </a:lnTo>
                  <a:lnTo>
                    <a:pt x="741555" y="96491"/>
                  </a:lnTo>
                  <a:lnTo>
                    <a:pt x="723205" y="91865"/>
                  </a:lnTo>
                  <a:lnTo>
                    <a:pt x="713047" y="91287"/>
                  </a:lnTo>
                  <a:close/>
                </a:path>
                <a:path w="903605" h="322579">
                  <a:moveTo>
                    <a:pt x="810811" y="30840"/>
                  </a:moveTo>
                  <a:lnTo>
                    <a:pt x="762700" y="30840"/>
                  </a:lnTo>
                  <a:lnTo>
                    <a:pt x="762700" y="111197"/>
                  </a:lnTo>
                  <a:lnTo>
                    <a:pt x="763702" y="112182"/>
                  </a:lnTo>
                  <a:lnTo>
                    <a:pt x="769350" y="119795"/>
                  </a:lnTo>
                  <a:lnTo>
                    <a:pt x="782207" y="162721"/>
                  </a:lnTo>
                  <a:lnTo>
                    <a:pt x="782746" y="176715"/>
                  </a:lnTo>
                  <a:lnTo>
                    <a:pt x="782226" y="190593"/>
                  </a:lnTo>
                  <a:lnTo>
                    <a:pt x="769793" y="233635"/>
                  </a:lnTo>
                  <a:lnTo>
                    <a:pt x="764859" y="240403"/>
                  </a:lnTo>
                  <a:lnTo>
                    <a:pt x="764859" y="259676"/>
                  </a:lnTo>
                  <a:lnTo>
                    <a:pt x="810811" y="259676"/>
                  </a:lnTo>
                  <a:lnTo>
                    <a:pt x="810811" y="30840"/>
                  </a:lnTo>
                  <a:close/>
                </a:path>
                <a:path w="903605" h="322579">
                  <a:moveTo>
                    <a:pt x="762700" y="111197"/>
                  </a:moveTo>
                  <a:lnTo>
                    <a:pt x="762778" y="128604"/>
                  </a:lnTo>
                  <a:lnTo>
                    <a:pt x="765784" y="176407"/>
                  </a:lnTo>
                  <a:lnTo>
                    <a:pt x="764951" y="220817"/>
                  </a:lnTo>
                  <a:lnTo>
                    <a:pt x="764859" y="240403"/>
                  </a:lnTo>
                  <a:lnTo>
                    <a:pt x="769793" y="233635"/>
                  </a:lnTo>
                  <a:lnTo>
                    <a:pt x="774419" y="224826"/>
                  </a:lnTo>
                  <a:lnTo>
                    <a:pt x="778062" y="214649"/>
                  </a:lnTo>
                  <a:lnTo>
                    <a:pt x="780665" y="203238"/>
                  </a:lnTo>
                  <a:lnTo>
                    <a:pt x="782226" y="190593"/>
                  </a:lnTo>
                  <a:lnTo>
                    <a:pt x="782746" y="176715"/>
                  </a:lnTo>
                  <a:lnTo>
                    <a:pt x="782207" y="162721"/>
                  </a:lnTo>
                  <a:lnTo>
                    <a:pt x="769350" y="119795"/>
                  </a:lnTo>
                  <a:lnTo>
                    <a:pt x="763702" y="112182"/>
                  </a:lnTo>
                  <a:lnTo>
                    <a:pt x="762700" y="111197"/>
                  </a:lnTo>
                  <a:close/>
                </a:path>
                <a:path w="903605" h="322579">
                  <a:moveTo>
                    <a:pt x="762913" y="130763"/>
                  </a:moveTo>
                  <a:lnTo>
                    <a:pt x="729187" y="130763"/>
                  </a:lnTo>
                  <a:lnTo>
                    <a:pt x="736280" y="132613"/>
                  </a:lnTo>
                  <a:lnTo>
                    <a:pt x="749027" y="140015"/>
                  </a:lnTo>
                  <a:lnTo>
                    <a:pt x="754065" y="145258"/>
                  </a:lnTo>
                  <a:lnTo>
                    <a:pt x="757766" y="152043"/>
                  </a:lnTo>
                  <a:lnTo>
                    <a:pt x="761672" y="158828"/>
                  </a:lnTo>
                  <a:lnTo>
                    <a:pt x="763625" y="167052"/>
                  </a:lnTo>
                  <a:lnTo>
                    <a:pt x="763625" y="186173"/>
                  </a:lnTo>
                  <a:lnTo>
                    <a:pt x="761672" y="194397"/>
                  </a:lnTo>
                  <a:lnTo>
                    <a:pt x="757766" y="201387"/>
                  </a:lnTo>
                  <a:lnTo>
                    <a:pt x="754065" y="208172"/>
                  </a:lnTo>
                  <a:lnTo>
                    <a:pt x="749027" y="213415"/>
                  </a:lnTo>
                  <a:lnTo>
                    <a:pt x="736280" y="220817"/>
                  </a:lnTo>
                  <a:lnTo>
                    <a:pt x="729187" y="222667"/>
                  </a:lnTo>
                  <a:lnTo>
                    <a:pt x="764917" y="222667"/>
                  </a:lnTo>
                  <a:lnTo>
                    <a:pt x="765784" y="176407"/>
                  </a:lnTo>
                  <a:lnTo>
                    <a:pt x="762913" y="130763"/>
                  </a:lnTo>
                  <a:close/>
                </a:path>
                <a:path w="903605" h="322579">
                  <a:moveTo>
                    <a:pt x="903450" y="30840"/>
                  </a:moveTo>
                  <a:lnTo>
                    <a:pt x="855339" y="30840"/>
                  </a:lnTo>
                  <a:lnTo>
                    <a:pt x="855339" y="259676"/>
                  </a:lnTo>
                  <a:lnTo>
                    <a:pt x="903450" y="259676"/>
                  </a:lnTo>
                  <a:lnTo>
                    <a:pt x="903450" y="3084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224914" y="4475716"/>
              <a:ext cx="1062355" cy="486409"/>
            </a:xfrm>
            <a:custGeom>
              <a:avLst/>
              <a:gdLst/>
              <a:ahLst/>
              <a:cxnLst/>
              <a:rect l="l" t="t" r="r" b="b"/>
              <a:pathLst>
                <a:path w="1062355" h="486410">
                  <a:moveTo>
                    <a:pt x="95605" y="40973"/>
                  </a:moveTo>
                  <a:lnTo>
                    <a:pt x="95605" y="478026"/>
                  </a:lnTo>
                  <a:lnTo>
                    <a:pt x="206234" y="478026"/>
                  </a:lnTo>
                  <a:lnTo>
                    <a:pt x="206234" y="88776"/>
                  </a:lnTo>
                  <a:lnTo>
                    <a:pt x="143407" y="88776"/>
                  </a:lnTo>
                  <a:lnTo>
                    <a:pt x="95605" y="40973"/>
                  </a:lnTo>
                  <a:close/>
                </a:path>
                <a:path w="1062355" h="486410">
                  <a:moveTo>
                    <a:pt x="206234" y="0"/>
                  </a:moveTo>
                  <a:lnTo>
                    <a:pt x="0" y="0"/>
                  </a:lnTo>
                  <a:lnTo>
                    <a:pt x="0" y="88776"/>
                  </a:lnTo>
                  <a:lnTo>
                    <a:pt x="95605" y="88776"/>
                  </a:lnTo>
                  <a:lnTo>
                    <a:pt x="95605" y="40973"/>
                  </a:lnTo>
                  <a:lnTo>
                    <a:pt x="206234" y="40973"/>
                  </a:lnTo>
                  <a:lnTo>
                    <a:pt x="206234" y="0"/>
                  </a:lnTo>
                  <a:close/>
                </a:path>
                <a:path w="1062355" h="486410">
                  <a:moveTo>
                    <a:pt x="206234" y="40973"/>
                  </a:moveTo>
                  <a:lnTo>
                    <a:pt x="95605" y="40973"/>
                  </a:lnTo>
                  <a:lnTo>
                    <a:pt x="143407" y="88776"/>
                  </a:lnTo>
                  <a:lnTo>
                    <a:pt x="206234" y="88776"/>
                  </a:lnTo>
                  <a:lnTo>
                    <a:pt x="206234" y="40973"/>
                  </a:lnTo>
                  <a:close/>
                </a:path>
                <a:path w="1062355" h="486410">
                  <a:moveTo>
                    <a:pt x="304982" y="350325"/>
                  </a:moveTo>
                  <a:lnTo>
                    <a:pt x="261959" y="435004"/>
                  </a:lnTo>
                  <a:lnTo>
                    <a:pt x="279970" y="446613"/>
                  </a:lnTo>
                  <a:lnTo>
                    <a:pt x="299860" y="456856"/>
                  </a:lnTo>
                  <a:lnTo>
                    <a:pt x="345272" y="473246"/>
                  </a:lnTo>
                  <a:lnTo>
                    <a:pt x="394612" y="482977"/>
                  </a:lnTo>
                  <a:lnTo>
                    <a:pt x="444292" y="486221"/>
                  </a:lnTo>
                  <a:lnTo>
                    <a:pt x="476900" y="484855"/>
                  </a:lnTo>
                  <a:lnTo>
                    <a:pt x="532898" y="473929"/>
                  </a:lnTo>
                  <a:lnTo>
                    <a:pt x="576731" y="452631"/>
                  </a:lnTo>
                  <a:lnTo>
                    <a:pt x="609169" y="424291"/>
                  </a:lnTo>
                  <a:lnTo>
                    <a:pt x="628519" y="393347"/>
                  </a:lnTo>
                  <a:lnTo>
                    <a:pt x="441561" y="393347"/>
                  </a:lnTo>
                  <a:lnTo>
                    <a:pt x="423165" y="392622"/>
                  </a:lnTo>
                  <a:lnTo>
                    <a:pt x="368491" y="381738"/>
                  </a:lnTo>
                  <a:lnTo>
                    <a:pt x="319194" y="359715"/>
                  </a:lnTo>
                  <a:lnTo>
                    <a:pt x="304982" y="350325"/>
                  </a:lnTo>
                  <a:close/>
                </a:path>
                <a:path w="1062355" h="486410">
                  <a:moveTo>
                    <a:pt x="524191" y="49168"/>
                  </a:moveTo>
                  <a:lnTo>
                    <a:pt x="391026" y="200088"/>
                  </a:lnTo>
                  <a:lnTo>
                    <a:pt x="391026" y="273158"/>
                  </a:lnTo>
                  <a:lnTo>
                    <a:pt x="441561" y="273158"/>
                  </a:lnTo>
                  <a:lnTo>
                    <a:pt x="463499" y="274139"/>
                  </a:lnTo>
                  <a:lnTo>
                    <a:pt x="509850" y="288864"/>
                  </a:lnTo>
                  <a:lnTo>
                    <a:pt x="531020" y="331887"/>
                  </a:lnTo>
                  <a:lnTo>
                    <a:pt x="529526" y="345459"/>
                  </a:lnTo>
                  <a:lnTo>
                    <a:pt x="507118" y="376958"/>
                  </a:lnTo>
                  <a:lnTo>
                    <a:pt x="461279" y="392323"/>
                  </a:lnTo>
                  <a:lnTo>
                    <a:pt x="441561" y="393347"/>
                  </a:lnTo>
                  <a:lnTo>
                    <a:pt x="628519" y="393347"/>
                  </a:lnTo>
                  <a:lnTo>
                    <a:pt x="630424" y="389634"/>
                  </a:lnTo>
                  <a:lnTo>
                    <a:pt x="637039" y="370982"/>
                  </a:lnTo>
                  <a:lnTo>
                    <a:pt x="641009" y="351733"/>
                  </a:lnTo>
                  <a:lnTo>
                    <a:pt x="642332" y="331887"/>
                  </a:lnTo>
                  <a:lnTo>
                    <a:pt x="639515" y="302223"/>
                  </a:lnTo>
                  <a:lnTo>
                    <a:pt x="631064" y="275377"/>
                  </a:lnTo>
                  <a:lnTo>
                    <a:pt x="616979" y="251348"/>
                  </a:lnTo>
                  <a:lnTo>
                    <a:pt x="597261" y="230135"/>
                  </a:lnTo>
                  <a:lnTo>
                    <a:pt x="586326" y="222623"/>
                  </a:lnTo>
                  <a:lnTo>
                    <a:pt x="487997" y="222623"/>
                  </a:lnTo>
                  <a:lnTo>
                    <a:pt x="432000" y="190527"/>
                  </a:lnTo>
                  <a:lnTo>
                    <a:pt x="516172" y="190527"/>
                  </a:lnTo>
                  <a:lnTo>
                    <a:pt x="605493" y="88776"/>
                  </a:lnTo>
                  <a:lnTo>
                    <a:pt x="536483" y="88776"/>
                  </a:lnTo>
                  <a:lnTo>
                    <a:pt x="524191" y="49168"/>
                  </a:lnTo>
                  <a:close/>
                </a:path>
                <a:path w="1062355" h="486410">
                  <a:moveTo>
                    <a:pt x="464096" y="190527"/>
                  </a:moveTo>
                  <a:lnTo>
                    <a:pt x="432000" y="190527"/>
                  </a:lnTo>
                  <a:lnTo>
                    <a:pt x="487997" y="222623"/>
                  </a:lnTo>
                  <a:lnTo>
                    <a:pt x="512688" y="194496"/>
                  </a:lnTo>
                  <a:lnTo>
                    <a:pt x="505454" y="193003"/>
                  </a:lnTo>
                  <a:lnTo>
                    <a:pt x="464096" y="190527"/>
                  </a:lnTo>
                  <a:close/>
                </a:path>
                <a:path w="1062355" h="486410">
                  <a:moveTo>
                    <a:pt x="512688" y="194496"/>
                  </a:moveTo>
                  <a:lnTo>
                    <a:pt x="487997" y="222623"/>
                  </a:lnTo>
                  <a:lnTo>
                    <a:pt x="586326" y="222623"/>
                  </a:lnTo>
                  <a:lnTo>
                    <a:pt x="572036" y="212807"/>
                  </a:lnTo>
                  <a:lnTo>
                    <a:pt x="541434" y="200429"/>
                  </a:lnTo>
                  <a:lnTo>
                    <a:pt x="512688" y="194496"/>
                  </a:lnTo>
                  <a:close/>
                </a:path>
                <a:path w="1062355" h="486410">
                  <a:moveTo>
                    <a:pt x="516172" y="190527"/>
                  </a:moveTo>
                  <a:lnTo>
                    <a:pt x="464096" y="190527"/>
                  </a:lnTo>
                  <a:lnTo>
                    <a:pt x="505454" y="193003"/>
                  </a:lnTo>
                  <a:lnTo>
                    <a:pt x="512688" y="194496"/>
                  </a:lnTo>
                  <a:lnTo>
                    <a:pt x="516172" y="190527"/>
                  </a:lnTo>
                  <a:close/>
                </a:path>
                <a:path w="1062355" h="486410">
                  <a:moveTo>
                    <a:pt x="620479" y="0"/>
                  </a:moveTo>
                  <a:lnTo>
                    <a:pt x="285860" y="0"/>
                  </a:lnTo>
                  <a:lnTo>
                    <a:pt x="285860" y="88776"/>
                  </a:lnTo>
                  <a:lnTo>
                    <a:pt x="489243" y="88776"/>
                  </a:lnTo>
                  <a:lnTo>
                    <a:pt x="524191" y="49168"/>
                  </a:lnTo>
                  <a:lnTo>
                    <a:pt x="620479" y="49168"/>
                  </a:lnTo>
                  <a:lnTo>
                    <a:pt x="620479" y="0"/>
                  </a:lnTo>
                  <a:close/>
                </a:path>
                <a:path w="1062355" h="486410">
                  <a:moveTo>
                    <a:pt x="620479" y="49168"/>
                  </a:moveTo>
                  <a:lnTo>
                    <a:pt x="524191" y="49168"/>
                  </a:lnTo>
                  <a:lnTo>
                    <a:pt x="536483" y="88776"/>
                  </a:lnTo>
                  <a:lnTo>
                    <a:pt x="605493" y="88776"/>
                  </a:lnTo>
                  <a:lnTo>
                    <a:pt x="620479" y="71703"/>
                  </a:lnTo>
                  <a:lnTo>
                    <a:pt x="620479" y="49168"/>
                  </a:lnTo>
                  <a:close/>
                </a:path>
                <a:path w="1062355" h="486410">
                  <a:moveTo>
                    <a:pt x="957136" y="42339"/>
                  </a:moveTo>
                  <a:lnTo>
                    <a:pt x="764559" y="478026"/>
                  </a:lnTo>
                  <a:lnTo>
                    <a:pt x="884749" y="478026"/>
                  </a:lnTo>
                  <a:lnTo>
                    <a:pt x="1054245" y="90142"/>
                  </a:lnTo>
                  <a:lnTo>
                    <a:pt x="985817" y="90142"/>
                  </a:lnTo>
                  <a:lnTo>
                    <a:pt x="957136" y="42339"/>
                  </a:lnTo>
                  <a:close/>
                </a:path>
                <a:path w="1062355" h="486410">
                  <a:moveTo>
                    <a:pt x="1062302" y="0"/>
                  </a:moveTo>
                  <a:lnTo>
                    <a:pt x="679197" y="0"/>
                  </a:lnTo>
                  <a:lnTo>
                    <a:pt x="679197" y="167992"/>
                  </a:lnTo>
                  <a:lnTo>
                    <a:pt x="777534" y="167992"/>
                  </a:lnTo>
                  <a:lnTo>
                    <a:pt x="777534" y="90142"/>
                  </a:lnTo>
                  <a:lnTo>
                    <a:pt x="728366" y="90142"/>
                  </a:lnTo>
                  <a:lnTo>
                    <a:pt x="777534" y="38242"/>
                  </a:lnTo>
                  <a:lnTo>
                    <a:pt x="1062302" y="38242"/>
                  </a:lnTo>
                  <a:lnTo>
                    <a:pt x="1062302" y="0"/>
                  </a:lnTo>
                  <a:close/>
                </a:path>
                <a:path w="1062355" h="486410">
                  <a:moveTo>
                    <a:pt x="777534" y="38242"/>
                  </a:moveTo>
                  <a:lnTo>
                    <a:pt x="728366" y="90142"/>
                  </a:lnTo>
                  <a:lnTo>
                    <a:pt x="777534" y="90142"/>
                  </a:lnTo>
                  <a:lnTo>
                    <a:pt x="777534" y="38242"/>
                  </a:lnTo>
                  <a:close/>
                </a:path>
                <a:path w="1062355" h="486410">
                  <a:moveTo>
                    <a:pt x="1062302" y="38242"/>
                  </a:moveTo>
                  <a:lnTo>
                    <a:pt x="777534" y="38242"/>
                  </a:lnTo>
                  <a:lnTo>
                    <a:pt x="777534" y="90142"/>
                  </a:lnTo>
                  <a:lnTo>
                    <a:pt x="936007" y="90142"/>
                  </a:lnTo>
                  <a:lnTo>
                    <a:pt x="957136" y="42339"/>
                  </a:lnTo>
                  <a:lnTo>
                    <a:pt x="1062302" y="42339"/>
                  </a:lnTo>
                  <a:lnTo>
                    <a:pt x="1062302" y="38242"/>
                  </a:lnTo>
                  <a:close/>
                </a:path>
                <a:path w="1062355" h="486410">
                  <a:moveTo>
                    <a:pt x="1062302" y="42339"/>
                  </a:moveTo>
                  <a:lnTo>
                    <a:pt x="957136" y="42339"/>
                  </a:lnTo>
                  <a:lnTo>
                    <a:pt x="985817" y="90142"/>
                  </a:lnTo>
                  <a:lnTo>
                    <a:pt x="1054245" y="90142"/>
                  </a:lnTo>
                  <a:lnTo>
                    <a:pt x="1062302" y="71703"/>
                  </a:lnTo>
                  <a:lnTo>
                    <a:pt x="1062302" y="42339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8523527" y="4269471"/>
              <a:ext cx="771525" cy="713740"/>
            </a:xfrm>
            <a:custGeom>
              <a:avLst/>
              <a:gdLst/>
              <a:ahLst/>
              <a:cxnLst/>
              <a:rect l="l" t="t" r="r" b="b"/>
              <a:pathLst>
                <a:path w="771525" h="713739">
                  <a:moveTo>
                    <a:pt x="703547" y="0"/>
                  </a:moveTo>
                  <a:lnTo>
                    <a:pt x="67463" y="0"/>
                  </a:lnTo>
                  <a:lnTo>
                    <a:pt x="41203" y="5301"/>
                  </a:lnTo>
                  <a:lnTo>
                    <a:pt x="19759" y="19759"/>
                  </a:lnTo>
                  <a:lnTo>
                    <a:pt x="5301" y="41203"/>
                  </a:lnTo>
                  <a:lnTo>
                    <a:pt x="0" y="67463"/>
                  </a:lnTo>
                  <a:lnTo>
                    <a:pt x="0" y="645721"/>
                  </a:lnTo>
                  <a:lnTo>
                    <a:pt x="5301" y="671981"/>
                  </a:lnTo>
                  <a:lnTo>
                    <a:pt x="19759" y="693425"/>
                  </a:lnTo>
                  <a:lnTo>
                    <a:pt x="41203" y="707883"/>
                  </a:lnTo>
                  <a:lnTo>
                    <a:pt x="67463" y="713184"/>
                  </a:lnTo>
                  <a:lnTo>
                    <a:pt x="703547" y="713184"/>
                  </a:lnTo>
                  <a:lnTo>
                    <a:pt x="729806" y="707883"/>
                  </a:lnTo>
                  <a:lnTo>
                    <a:pt x="751250" y="693425"/>
                  </a:lnTo>
                  <a:lnTo>
                    <a:pt x="765708" y="671981"/>
                  </a:lnTo>
                  <a:lnTo>
                    <a:pt x="771010" y="645721"/>
                  </a:lnTo>
                  <a:lnTo>
                    <a:pt x="771010" y="67463"/>
                  </a:lnTo>
                  <a:lnTo>
                    <a:pt x="765708" y="41203"/>
                  </a:lnTo>
                  <a:lnTo>
                    <a:pt x="751250" y="19759"/>
                  </a:lnTo>
                  <a:lnTo>
                    <a:pt x="729806" y="5301"/>
                  </a:lnTo>
                  <a:lnTo>
                    <a:pt x="703547" y="0"/>
                  </a:lnTo>
                  <a:close/>
                </a:path>
              </a:pathLst>
            </a:custGeom>
            <a:solidFill>
              <a:srgbClr val="C2E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210496" y="5175408"/>
              <a:ext cx="3055620" cy="19685"/>
            </a:xfrm>
            <a:custGeom>
              <a:avLst/>
              <a:gdLst/>
              <a:ahLst/>
              <a:cxnLst/>
              <a:rect l="l" t="t" r="r" b="b"/>
              <a:pathLst>
                <a:path w="3055619" h="19685">
                  <a:moveTo>
                    <a:pt x="3055129" y="0"/>
                  </a:moveTo>
                  <a:lnTo>
                    <a:pt x="0" y="0"/>
                  </a:lnTo>
                  <a:lnTo>
                    <a:pt x="0" y="19275"/>
                  </a:lnTo>
                  <a:lnTo>
                    <a:pt x="3055129" y="19275"/>
                  </a:lnTo>
                  <a:lnTo>
                    <a:pt x="3055129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223295" y="4227142"/>
              <a:ext cx="498475" cy="111760"/>
            </a:xfrm>
            <a:custGeom>
              <a:avLst/>
              <a:gdLst/>
              <a:ahLst/>
              <a:cxnLst/>
              <a:rect l="l" t="t" r="r" b="b"/>
              <a:pathLst>
                <a:path w="498475" h="111760">
                  <a:moveTo>
                    <a:pt x="49036" y="1850"/>
                  </a:moveTo>
                  <a:lnTo>
                    <a:pt x="0" y="1850"/>
                  </a:lnTo>
                  <a:lnTo>
                    <a:pt x="0" y="109791"/>
                  </a:lnTo>
                  <a:lnTo>
                    <a:pt x="49036" y="109791"/>
                  </a:lnTo>
                  <a:lnTo>
                    <a:pt x="57565" y="109377"/>
                  </a:lnTo>
                  <a:lnTo>
                    <a:pt x="96858" y="90034"/>
                  </a:lnTo>
                  <a:lnTo>
                    <a:pt x="97406" y="89283"/>
                  </a:lnTo>
                  <a:lnTo>
                    <a:pt x="24980" y="89283"/>
                  </a:lnTo>
                  <a:lnTo>
                    <a:pt x="24980" y="22359"/>
                  </a:lnTo>
                  <a:lnTo>
                    <a:pt x="97399" y="22359"/>
                  </a:lnTo>
                  <a:lnTo>
                    <a:pt x="96858" y="21617"/>
                  </a:lnTo>
                  <a:lnTo>
                    <a:pt x="57565" y="2274"/>
                  </a:lnTo>
                  <a:lnTo>
                    <a:pt x="49036" y="1850"/>
                  </a:lnTo>
                  <a:close/>
                </a:path>
                <a:path w="498475" h="111760">
                  <a:moveTo>
                    <a:pt x="97399" y="22359"/>
                  </a:moveTo>
                  <a:lnTo>
                    <a:pt x="54998" y="22359"/>
                  </a:lnTo>
                  <a:lnTo>
                    <a:pt x="61218" y="23747"/>
                  </a:lnTo>
                  <a:lnTo>
                    <a:pt x="66461" y="26522"/>
                  </a:lnTo>
                  <a:lnTo>
                    <a:pt x="71806" y="29195"/>
                  </a:lnTo>
                  <a:lnTo>
                    <a:pt x="75918" y="33050"/>
                  </a:lnTo>
                  <a:lnTo>
                    <a:pt x="78797" y="38087"/>
                  </a:lnTo>
                  <a:lnTo>
                    <a:pt x="81778" y="43022"/>
                  </a:lnTo>
                  <a:lnTo>
                    <a:pt x="83269" y="48933"/>
                  </a:lnTo>
                  <a:lnTo>
                    <a:pt x="83269" y="62606"/>
                  </a:lnTo>
                  <a:lnTo>
                    <a:pt x="81778" y="68517"/>
                  </a:lnTo>
                  <a:lnTo>
                    <a:pt x="78797" y="73554"/>
                  </a:lnTo>
                  <a:lnTo>
                    <a:pt x="75918" y="78591"/>
                  </a:lnTo>
                  <a:lnTo>
                    <a:pt x="71806" y="82498"/>
                  </a:lnTo>
                  <a:lnTo>
                    <a:pt x="61218" y="87946"/>
                  </a:lnTo>
                  <a:lnTo>
                    <a:pt x="54998" y="89283"/>
                  </a:lnTo>
                  <a:lnTo>
                    <a:pt x="97406" y="89283"/>
                  </a:lnTo>
                  <a:lnTo>
                    <a:pt x="108558" y="55821"/>
                  </a:lnTo>
                  <a:lnTo>
                    <a:pt x="108086" y="47850"/>
                  </a:lnTo>
                  <a:lnTo>
                    <a:pt x="106669" y="40439"/>
                  </a:lnTo>
                  <a:lnTo>
                    <a:pt x="104308" y="33587"/>
                  </a:lnTo>
                  <a:lnTo>
                    <a:pt x="101002" y="27293"/>
                  </a:lnTo>
                  <a:lnTo>
                    <a:pt x="97399" y="22359"/>
                  </a:lnTo>
                  <a:close/>
                </a:path>
                <a:path w="498475" h="111760">
                  <a:moveTo>
                    <a:pt x="171910" y="25597"/>
                  </a:moveTo>
                  <a:lnTo>
                    <a:pt x="155359" y="25597"/>
                  </a:lnTo>
                  <a:lnTo>
                    <a:pt x="147803" y="27447"/>
                  </a:lnTo>
                  <a:lnTo>
                    <a:pt x="141121" y="31148"/>
                  </a:lnTo>
                  <a:lnTo>
                    <a:pt x="134439" y="34746"/>
                  </a:lnTo>
                  <a:lnTo>
                    <a:pt x="119533" y="76535"/>
                  </a:lnTo>
                  <a:lnTo>
                    <a:pt x="121486" y="83885"/>
                  </a:lnTo>
                  <a:lnTo>
                    <a:pt x="153534" y="109637"/>
                  </a:lnTo>
                  <a:lnTo>
                    <a:pt x="166873" y="111025"/>
                  </a:lnTo>
                  <a:lnTo>
                    <a:pt x="174377" y="111025"/>
                  </a:lnTo>
                  <a:lnTo>
                    <a:pt x="201106" y="97609"/>
                  </a:lnTo>
                  <a:lnTo>
                    <a:pt x="195702" y="91750"/>
                  </a:lnTo>
                  <a:lnTo>
                    <a:pt x="162555" y="91750"/>
                  </a:lnTo>
                  <a:lnTo>
                    <a:pt x="158237" y="90876"/>
                  </a:lnTo>
                  <a:lnTo>
                    <a:pt x="143451" y="75096"/>
                  </a:lnTo>
                  <a:lnTo>
                    <a:pt x="139116" y="75096"/>
                  </a:lnTo>
                  <a:lnTo>
                    <a:pt x="139116" y="61064"/>
                  </a:lnTo>
                  <a:lnTo>
                    <a:pt x="143137" y="61064"/>
                  </a:lnTo>
                  <a:lnTo>
                    <a:pt x="143999" y="57311"/>
                  </a:lnTo>
                  <a:lnTo>
                    <a:pt x="145747" y="54124"/>
                  </a:lnTo>
                  <a:lnTo>
                    <a:pt x="147495" y="50835"/>
                  </a:lnTo>
                  <a:lnTo>
                    <a:pt x="149910" y="48316"/>
                  </a:lnTo>
                  <a:lnTo>
                    <a:pt x="152995" y="46569"/>
                  </a:lnTo>
                  <a:lnTo>
                    <a:pt x="156181" y="44718"/>
                  </a:lnTo>
                  <a:lnTo>
                    <a:pt x="159831" y="43793"/>
                  </a:lnTo>
                  <a:lnTo>
                    <a:pt x="200173" y="43793"/>
                  </a:lnTo>
                  <a:lnTo>
                    <a:pt x="197456" y="39167"/>
                  </a:lnTo>
                  <a:lnTo>
                    <a:pt x="192265" y="34232"/>
                  </a:lnTo>
                  <a:lnTo>
                    <a:pt x="185685" y="30840"/>
                  </a:lnTo>
                  <a:lnTo>
                    <a:pt x="179209" y="27345"/>
                  </a:lnTo>
                  <a:lnTo>
                    <a:pt x="171910" y="25597"/>
                  </a:lnTo>
                  <a:close/>
                </a:path>
                <a:path w="498475" h="111760">
                  <a:moveTo>
                    <a:pt x="188307" y="83731"/>
                  </a:moveTo>
                  <a:lnTo>
                    <a:pt x="185531" y="86404"/>
                  </a:lnTo>
                  <a:lnTo>
                    <a:pt x="182447" y="88409"/>
                  </a:lnTo>
                  <a:lnTo>
                    <a:pt x="179055" y="89745"/>
                  </a:lnTo>
                  <a:lnTo>
                    <a:pt x="175765" y="91082"/>
                  </a:lnTo>
                  <a:lnTo>
                    <a:pt x="171910" y="91750"/>
                  </a:lnTo>
                  <a:lnTo>
                    <a:pt x="195702" y="91750"/>
                  </a:lnTo>
                  <a:lnTo>
                    <a:pt x="188307" y="83731"/>
                  </a:lnTo>
                  <a:close/>
                </a:path>
                <a:path w="498475" h="111760">
                  <a:moveTo>
                    <a:pt x="143137" y="61064"/>
                  </a:moveTo>
                  <a:lnTo>
                    <a:pt x="139116" y="61064"/>
                  </a:lnTo>
                  <a:lnTo>
                    <a:pt x="139116" y="75096"/>
                  </a:lnTo>
                  <a:lnTo>
                    <a:pt x="143451" y="75096"/>
                  </a:lnTo>
                  <a:lnTo>
                    <a:pt x="143126" y="73760"/>
                  </a:lnTo>
                  <a:lnTo>
                    <a:pt x="143137" y="61064"/>
                  </a:lnTo>
                  <a:close/>
                </a:path>
                <a:path w="498475" h="111760">
                  <a:moveTo>
                    <a:pt x="184606" y="61064"/>
                  </a:moveTo>
                  <a:lnTo>
                    <a:pt x="143137" y="61064"/>
                  </a:lnTo>
                  <a:lnTo>
                    <a:pt x="143126" y="73760"/>
                  </a:lnTo>
                  <a:lnTo>
                    <a:pt x="143451" y="75096"/>
                  </a:lnTo>
                  <a:lnTo>
                    <a:pt x="206503" y="75096"/>
                  </a:lnTo>
                  <a:lnTo>
                    <a:pt x="206914" y="70624"/>
                  </a:lnTo>
                  <a:lnTo>
                    <a:pt x="206965" y="65227"/>
                  </a:lnTo>
                  <a:lnTo>
                    <a:pt x="184606" y="65227"/>
                  </a:lnTo>
                  <a:lnTo>
                    <a:pt x="184606" y="61064"/>
                  </a:lnTo>
                  <a:close/>
                </a:path>
                <a:path w="498475" h="111760">
                  <a:moveTo>
                    <a:pt x="200173" y="43793"/>
                  </a:moveTo>
                  <a:lnTo>
                    <a:pt x="168055" y="43793"/>
                  </a:lnTo>
                  <a:lnTo>
                    <a:pt x="171653" y="44718"/>
                  </a:lnTo>
                  <a:lnTo>
                    <a:pt x="174737" y="46569"/>
                  </a:lnTo>
                  <a:lnTo>
                    <a:pt x="177821" y="48316"/>
                  </a:lnTo>
                  <a:lnTo>
                    <a:pt x="180237" y="50783"/>
                  </a:lnTo>
                  <a:lnTo>
                    <a:pt x="183732" y="57157"/>
                  </a:lnTo>
                  <a:lnTo>
                    <a:pt x="184606" y="60909"/>
                  </a:lnTo>
                  <a:lnTo>
                    <a:pt x="184606" y="65227"/>
                  </a:lnTo>
                  <a:lnTo>
                    <a:pt x="193858" y="61064"/>
                  </a:lnTo>
                  <a:lnTo>
                    <a:pt x="206965" y="61064"/>
                  </a:lnTo>
                  <a:lnTo>
                    <a:pt x="206965" y="59676"/>
                  </a:lnTo>
                  <a:lnTo>
                    <a:pt x="205063" y="52017"/>
                  </a:lnTo>
                  <a:lnTo>
                    <a:pt x="200173" y="43793"/>
                  </a:lnTo>
                  <a:close/>
                </a:path>
                <a:path w="498475" h="111760">
                  <a:moveTo>
                    <a:pt x="206965" y="61064"/>
                  </a:moveTo>
                  <a:lnTo>
                    <a:pt x="193858" y="61064"/>
                  </a:lnTo>
                  <a:lnTo>
                    <a:pt x="184606" y="65227"/>
                  </a:lnTo>
                  <a:lnTo>
                    <a:pt x="206965" y="65227"/>
                  </a:lnTo>
                  <a:lnTo>
                    <a:pt x="206965" y="61064"/>
                  </a:lnTo>
                  <a:close/>
                </a:path>
                <a:path w="498475" h="111760">
                  <a:moveTo>
                    <a:pt x="271811" y="25597"/>
                  </a:moveTo>
                  <a:lnTo>
                    <a:pt x="254129" y="25597"/>
                  </a:lnTo>
                  <a:lnTo>
                    <a:pt x="246162" y="27447"/>
                  </a:lnTo>
                  <a:lnTo>
                    <a:pt x="239172" y="31148"/>
                  </a:lnTo>
                  <a:lnTo>
                    <a:pt x="232181" y="34746"/>
                  </a:lnTo>
                  <a:lnTo>
                    <a:pt x="216812" y="59984"/>
                  </a:lnTo>
                  <a:lnTo>
                    <a:pt x="216812" y="76535"/>
                  </a:lnTo>
                  <a:lnTo>
                    <a:pt x="246162" y="109226"/>
                  </a:lnTo>
                  <a:lnTo>
                    <a:pt x="254129" y="111025"/>
                  </a:lnTo>
                  <a:lnTo>
                    <a:pt x="271811" y="111025"/>
                  </a:lnTo>
                  <a:lnTo>
                    <a:pt x="299666" y="91287"/>
                  </a:lnTo>
                  <a:lnTo>
                    <a:pt x="258807" y="91287"/>
                  </a:lnTo>
                  <a:lnTo>
                    <a:pt x="255106" y="90362"/>
                  </a:lnTo>
                  <a:lnTo>
                    <a:pt x="241176" y="73143"/>
                  </a:lnTo>
                  <a:lnTo>
                    <a:pt x="241176" y="63479"/>
                  </a:lnTo>
                  <a:lnTo>
                    <a:pt x="258807" y="45335"/>
                  </a:lnTo>
                  <a:lnTo>
                    <a:pt x="299605" y="45335"/>
                  </a:lnTo>
                  <a:lnTo>
                    <a:pt x="297152" y="39938"/>
                  </a:lnTo>
                  <a:lnTo>
                    <a:pt x="292372" y="34746"/>
                  </a:lnTo>
                  <a:lnTo>
                    <a:pt x="285895" y="31148"/>
                  </a:lnTo>
                  <a:lnTo>
                    <a:pt x="279419" y="27447"/>
                  </a:lnTo>
                  <a:lnTo>
                    <a:pt x="271811" y="25597"/>
                  </a:lnTo>
                  <a:close/>
                </a:path>
                <a:path w="498475" h="111760">
                  <a:moveTo>
                    <a:pt x="281577" y="79876"/>
                  </a:moveTo>
                  <a:lnTo>
                    <a:pt x="266723" y="91287"/>
                  </a:lnTo>
                  <a:lnTo>
                    <a:pt x="299666" y="91287"/>
                  </a:lnTo>
                  <a:lnTo>
                    <a:pt x="300236" y="90054"/>
                  </a:lnTo>
                  <a:lnTo>
                    <a:pt x="281577" y="79876"/>
                  </a:lnTo>
                  <a:close/>
                </a:path>
                <a:path w="498475" h="111760">
                  <a:moveTo>
                    <a:pt x="299605" y="45335"/>
                  </a:moveTo>
                  <a:lnTo>
                    <a:pt x="266723" y="45335"/>
                  </a:lnTo>
                  <a:lnTo>
                    <a:pt x="270218" y="46260"/>
                  </a:lnTo>
                  <a:lnTo>
                    <a:pt x="273405" y="48111"/>
                  </a:lnTo>
                  <a:lnTo>
                    <a:pt x="276694" y="49961"/>
                  </a:lnTo>
                  <a:lnTo>
                    <a:pt x="279419" y="52839"/>
                  </a:lnTo>
                  <a:lnTo>
                    <a:pt x="281577" y="56746"/>
                  </a:lnTo>
                  <a:lnTo>
                    <a:pt x="300236" y="46723"/>
                  </a:lnTo>
                  <a:lnTo>
                    <a:pt x="299605" y="45335"/>
                  </a:lnTo>
                  <a:close/>
                </a:path>
                <a:path w="498475" h="111760">
                  <a:moveTo>
                    <a:pt x="407873" y="0"/>
                  </a:moveTo>
                  <a:lnTo>
                    <a:pt x="390088" y="0"/>
                  </a:lnTo>
                  <a:lnTo>
                    <a:pt x="382172" y="2210"/>
                  </a:lnTo>
                  <a:lnTo>
                    <a:pt x="375182" y="6630"/>
                  </a:lnTo>
                  <a:lnTo>
                    <a:pt x="368191" y="10948"/>
                  </a:lnTo>
                  <a:lnTo>
                    <a:pt x="353044" y="47282"/>
                  </a:lnTo>
                  <a:lnTo>
                    <a:pt x="352668" y="55821"/>
                  </a:lnTo>
                  <a:lnTo>
                    <a:pt x="353044" y="64360"/>
                  </a:lnTo>
                  <a:lnTo>
                    <a:pt x="368191" y="100745"/>
                  </a:lnTo>
                  <a:lnTo>
                    <a:pt x="390088" y="111642"/>
                  </a:lnTo>
                  <a:lnTo>
                    <a:pt x="407873" y="111642"/>
                  </a:lnTo>
                  <a:lnTo>
                    <a:pt x="415788" y="109483"/>
                  </a:lnTo>
                  <a:lnTo>
                    <a:pt x="429666" y="100745"/>
                  </a:lnTo>
                  <a:lnTo>
                    <a:pt x="435166" y="94371"/>
                  </a:lnTo>
                  <a:lnTo>
                    <a:pt x="437022" y="90516"/>
                  </a:lnTo>
                  <a:lnTo>
                    <a:pt x="394817" y="90516"/>
                  </a:lnTo>
                  <a:lnTo>
                    <a:pt x="391167" y="89334"/>
                  </a:lnTo>
                  <a:lnTo>
                    <a:pt x="378012" y="64360"/>
                  </a:lnTo>
                  <a:lnTo>
                    <a:pt x="378012" y="47282"/>
                  </a:lnTo>
                  <a:lnTo>
                    <a:pt x="394817" y="21125"/>
                  </a:lnTo>
                  <a:lnTo>
                    <a:pt x="437022" y="21125"/>
                  </a:lnTo>
                  <a:lnTo>
                    <a:pt x="435166" y="17270"/>
                  </a:lnTo>
                  <a:lnTo>
                    <a:pt x="429666" y="10948"/>
                  </a:lnTo>
                  <a:lnTo>
                    <a:pt x="422676" y="6630"/>
                  </a:lnTo>
                  <a:lnTo>
                    <a:pt x="415788" y="2210"/>
                  </a:lnTo>
                  <a:lnTo>
                    <a:pt x="407873" y="0"/>
                  </a:lnTo>
                  <a:close/>
                </a:path>
                <a:path w="498475" h="111760">
                  <a:moveTo>
                    <a:pt x="437022" y="21125"/>
                  </a:moveTo>
                  <a:lnTo>
                    <a:pt x="403144" y="21125"/>
                  </a:lnTo>
                  <a:lnTo>
                    <a:pt x="406793" y="22307"/>
                  </a:lnTo>
                  <a:lnTo>
                    <a:pt x="409877" y="24672"/>
                  </a:lnTo>
                  <a:lnTo>
                    <a:pt x="413064" y="27036"/>
                  </a:lnTo>
                  <a:lnTo>
                    <a:pt x="415531" y="30789"/>
                  </a:lnTo>
                  <a:lnTo>
                    <a:pt x="417279" y="35929"/>
                  </a:lnTo>
                  <a:lnTo>
                    <a:pt x="419129" y="41069"/>
                  </a:lnTo>
                  <a:lnTo>
                    <a:pt x="419996" y="47282"/>
                  </a:lnTo>
                  <a:lnTo>
                    <a:pt x="419996" y="64360"/>
                  </a:lnTo>
                  <a:lnTo>
                    <a:pt x="419129" y="70573"/>
                  </a:lnTo>
                  <a:lnTo>
                    <a:pt x="417279" y="75713"/>
                  </a:lnTo>
                  <a:lnTo>
                    <a:pt x="415531" y="80853"/>
                  </a:lnTo>
                  <a:lnTo>
                    <a:pt x="413064" y="84605"/>
                  </a:lnTo>
                  <a:lnTo>
                    <a:pt x="409877" y="86969"/>
                  </a:lnTo>
                  <a:lnTo>
                    <a:pt x="406793" y="89334"/>
                  </a:lnTo>
                  <a:lnTo>
                    <a:pt x="403144" y="90516"/>
                  </a:lnTo>
                  <a:lnTo>
                    <a:pt x="437022" y="90516"/>
                  </a:lnTo>
                  <a:lnTo>
                    <a:pt x="445189" y="55821"/>
                  </a:lnTo>
                  <a:lnTo>
                    <a:pt x="444814" y="47282"/>
                  </a:lnTo>
                  <a:lnTo>
                    <a:pt x="443686" y="39398"/>
                  </a:lnTo>
                  <a:lnTo>
                    <a:pt x="441807" y="32170"/>
                  </a:lnTo>
                  <a:lnTo>
                    <a:pt x="439176" y="25597"/>
                  </a:lnTo>
                  <a:lnTo>
                    <a:pt x="437022" y="21125"/>
                  </a:lnTo>
                  <a:close/>
                </a:path>
                <a:path w="498475" h="111760">
                  <a:moveTo>
                    <a:pt x="473378" y="11102"/>
                  </a:moveTo>
                  <a:lnTo>
                    <a:pt x="473378" y="109791"/>
                  </a:lnTo>
                  <a:lnTo>
                    <a:pt x="498359" y="109791"/>
                  </a:lnTo>
                  <a:lnTo>
                    <a:pt x="498359" y="21896"/>
                  </a:lnTo>
                  <a:lnTo>
                    <a:pt x="484172" y="21896"/>
                  </a:lnTo>
                  <a:lnTo>
                    <a:pt x="473378" y="11102"/>
                  </a:lnTo>
                  <a:close/>
                </a:path>
                <a:path w="498475" h="111760">
                  <a:moveTo>
                    <a:pt x="498359" y="1850"/>
                  </a:moveTo>
                  <a:lnTo>
                    <a:pt x="451790" y="1850"/>
                  </a:lnTo>
                  <a:lnTo>
                    <a:pt x="451790" y="21896"/>
                  </a:lnTo>
                  <a:lnTo>
                    <a:pt x="473378" y="21896"/>
                  </a:lnTo>
                  <a:lnTo>
                    <a:pt x="473378" y="11102"/>
                  </a:lnTo>
                  <a:lnTo>
                    <a:pt x="498359" y="11102"/>
                  </a:lnTo>
                  <a:lnTo>
                    <a:pt x="498359" y="1850"/>
                  </a:lnTo>
                  <a:close/>
                </a:path>
                <a:path w="498475" h="111760">
                  <a:moveTo>
                    <a:pt x="498359" y="11102"/>
                  </a:moveTo>
                  <a:lnTo>
                    <a:pt x="473378" y="11102"/>
                  </a:lnTo>
                  <a:lnTo>
                    <a:pt x="484172" y="21896"/>
                  </a:lnTo>
                  <a:lnTo>
                    <a:pt x="498359" y="21896"/>
                  </a:lnTo>
                  <a:lnTo>
                    <a:pt x="498359" y="11102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668092" y="4385122"/>
              <a:ext cx="481881" cy="48188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6210496" y="5605767"/>
              <a:ext cx="3021330" cy="3810"/>
            </a:xfrm>
            <a:custGeom>
              <a:avLst/>
              <a:gdLst/>
              <a:ahLst/>
              <a:cxnLst/>
              <a:rect l="l" t="t" r="r" b="b"/>
              <a:pathLst>
                <a:path w="3021330" h="3810">
                  <a:moveTo>
                    <a:pt x="3021061" y="0"/>
                  </a:moveTo>
                  <a:lnTo>
                    <a:pt x="0" y="0"/>
                  </a:lnTo>
                  <a:lnTo>
                    <a:pt x="0" y="3334"/>
                  </a:lnTo>
                  <a:lnTo>
                    <a:pt x="3021061" y="3334"/>
                  </a:lnTo>
                  <a:lnTo>
                    <a:pt x="3021061" y="0"/>
                  </a:lnTo>
                  <a:close/>
                </a:path>
              </a:pathLst>
            </a:custGeom>
            <a:solidFill>
              <a:srgbClr val="EBE8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03342" y="5672870"/>
              <a:ext cx="3031550" cy="65648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7510952" y="5939217"/>
              <a:ext cx="3810" cy="7620"/>
            </a:xfrm>
            <a:custGeom>
              <a:avLst/>
              <a:gdLst/>
              <a:ahLst/>
              <a:cxnLst/>
              <a:rect l="l" t="t" r="r" b="b"/>
              <a:pathLst>
                <a:path w="3809" h="7620">
                  <a:moveTo>
                    <a:pt x="3334" y="7438"/>
                  </a:moveTo>
                  <a:lnTo>
                    <a:pt x="3334" y="0"/>
                  </a:lnTo>
                  <a:lnTo>
                    <a:pt x="0" y="0"/>
                  </a:lnTo>
                  <a:lnTo>
                    <a:pt x="0" y="7438"/>
                  </a:lnTo>
                  <a:lnTo>
                    <a:pt x="3334" y="7438"/>
                  </a:lnTo>
                  <a:close/>
                </a:path>
              </a:pathLst>
            </a:custGeom>
            <a:solidFill>
              <a:srgbClr val="412E8A">
                <a:alpha val="8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7512620" y="5961533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w="0" h="342264">
                  <a:moveTo>
                    <a:pt x="0" y="0"/>
                  </a:moveTo>
                  <a:lnTo>
                    <a:pt x="0" y="342171"/>
                  </a:lnTo>
                </a:path>
              </a:pathLst>
            </a:custGeom>
            <a:ln w="3334">
              <a:solidFill>
                <a:srgbClr val="412E8A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7510952" y="6318581"/>
              <a:ext cx="3810" cy="7620"/>
            </a:xfrm>
            <a:custGeom>
              <a:avLst/>
              <a:gdLst/>
              <a:ahLst/>
              <a:cxnLst/>
              <a:rect l="l" t="t" r="r" b="b"/>
              <a:pathLst>
                <a:path w="3809" h="7620">
                  <a:moveTo>
                    <a:pt x="3334" y="7438"/>
                  </a:moveTo>
                  <a:lnTo>
                    <a:pt x="3334" y="0"/>
                  </a:lnTo>
                  <a:lnTo>
                    <a:pt x="0" y="0"/>
                  </a:lnTo>
                  <a:lnTo>
                    <a:pt x="0" y="7438"/>
                  </a:lnTo>
                  <a:lnTo>
                    <a:pt x="3334" y="7438"/>
                  </a:lnTo>
                  <a:close/>
                </a:path>
              </a:pathLst>
            </a:custGeom>
            <a:solidFill>
              <a:srgbClr val="412E8A">
                <a:alpha val="8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459823" y="5896980"/>
              <a:ext cx="102258" cy="10225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7477608" y="590587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33345" y="0"/>
                  </a:moveTo>
                  <a:lnTo>
                    <a:pt x="20365" y="2620"/>
                  </a:lnTo>
                  <a:lnTo>
                    <a:pt x="9766" y="9766"/>
                  </a:lnTo>
                  <a:lnTo>
                    <a:pt x="2620" y="20365"/>
                  </a:lnTo>
                  <a:lnTo>
                    <a:pt x="0" y="33345"/>
                  </a:lnTo>
                  <a:lnTo>
                    <a:pt x="2620" y="46324"/>
                  </a:lnTo>
                  <a:lnTo>
                    <a:pt x="9766" y="56923"/>
                  </a:lnTo>
                  <a:lnTo>
                    <a:pt x="20365" y="64069"/>
                  </a:lnTo>
                  <a:lnTo>
                    <a:pt x="33345" y="66690"/>
                  </a:lnTo>
                  <a:lnTo>
                    <a:pt x="46324" y="64069"/>
                  </a:lnTo>
                  <a:lnTo>
                    <a:pt x="56923" y="56923"/>
                  </a:lnTo>
                  <a:lnTo>
                    <a:pt x="64069" y="46324"/>
                  </a:lnTo>
                  <a:lnTo>
                    <a:pt x="66690" y="33345"/>
                  </a:lnTo>
                  <a:lnTo>
                    <a:pt x="64069" y="20365"/>
                  </a:lnTo>
                  <a:lnTo>
                    <a:pt x="56923" y="9766"/>
                  </a:lnTo>
                  <a:lnTo>
                    <a:pt x="46324" y="2620"/>
                  </a:lnTo>
                  <a:lnTo>
                    <a:pt x="33345" y="0"/>
                  </a:lnTo>
                  <a:close/>
                </a:path>
              </a:pathLst>
            </a:custGeom>
            <a:solidFill>
              <a:srgbClr val="412E8A">
                <a:alpha val="8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7477608" y="5905872"/>
              <a:ext cx="67310" cy="67310"/>
            </a:xfrm>
            <a:custGeom>
              <a:avLst/>
              <a:gdLst/>
              <a:ahLst/>
              <a:cxnLst/>
              <a:rect l="l" t="t" r="r" b="b"/>
              <a:pathLst>
                <a:path w="67309" h="67310">
                  <a:moveTo>
                    <a:pt x="13337" y="33344"/>
                  </a:moveTo>
                  <a:lnTo>
                    <a:pt x="0" y="33345"/>
                  </a:lnTo>
                  <a:lnTo>
                    <a:pt x="2620" y="46324"/>
                  </a:lnTo>
                  <a:lnTo>
                    <a:pt x="9766" y="56923"/>
                  </a:lnTo>
                  <a:lnTo>
                    <a:pt x="20365" y="64069"/>
                  </a:lnTo>
                  <a:lnTo>
                    <a:pt x="33344" y="66689"/>
                  </a:lnTo>
                  <a:lnTo>
                    <a:pt x="33344" y="53351"/>
                  </a:lnTo>
                  <a:lnTo>
                    <a:pt x="25557" y="51779"/>
                  </a:lnTo>
                  <a:lnTo>
                    <a:pt x="19197" y="47492"/>
                  </a:lnTo>
                  <a:lnTo>
                    <a:pt x="14909" y="41132"/>
                  </a:lnTo>
                  <a:lnTo>
                    <a:pt x="13337" y="33344"/>
                  </a:lnTo>
                  <a:close/>
                </a:path>
                <a:path w="67309" h="67310">
                  <a:moveTo>
                    <a:pt x="33344" y="0"/>
                  </a:moveTo>
                  <a:lnTo>
                    <a:pt x="33344" y="13337"/>
                  </a:lnTo>
                  <a:lnTo>
                    <a:pt x="41132" y="14910"/>
                  </a:lnTo>
                  <a:lnTo>
                    <a:pt x="47491" y="19197"/>
                  </a:lnTo>
                  <a:lnTo>
                    <a:pt x="51779" y="25557"/>
                  </a:lnTo>
                  <a:lnTo>
                    <a:pt x="53351" y="33345"/>
                  </a:lnTo>
                  <a:lnTo>
                    <a:pt x="51779" y="41132"/>
                  </a:lnTo>
                  <a:lnTo>
                    <a:pt x="47491" y="47492"/>
                  </a:lnTo>
                  <a:lnTo>
                    <a:pt x="41132" y="51779"/>
                  </a:lnTo>
                  <a:lnTo>
                    <a:pt x="33344" y="53351"/>
                  </a:lnTo>
                  <a:lnTo>
                    <a:pt x="33344" y="66689"/>
                  </a:lnTo>
                  <a:lnTo>
                    <a:pt x="46324" y="64069"/>
                  </a:lnTo>
                  <a:lnTo>
                    <a:pt x="56923" y="56923"/>
                  </a:lnTo>
                  <a:lnTo>
                    <a:pt x="64070" y="46324"/>
                  </a:lnTo>
                  <a:lnTo>
                    <a:pt x="66690" y="33344"/>
                  </a:lnTo>
                  <a:lnTo>
                    <a:pt x="64070" y="20365"/>
                  </a:lnTo>
                  <a:lnTo>
                    <a:pt x="56923" y="9766"/>
                  </a:lnTo>
                  <a:lnTo>
                    <a:pt x="46324" y="2620"/>
                  </a:lnTo>
                  <a:lnTo>
                    <a:pt x="33344" y="0"/>
                  </a:lnTo>
                  <a:close/>
                </a:path>
                <a:path w="67309" h="67310">
                  <a:moveTo>
                    <a:pt x="33344" y="0"/>
                  </a:moveTo>
                  <a:lnTo>
                    <a:pt x="20365" y="2620"/>
                  </a:lnTo>
                  <a:lnTo>
                    <a:pt x="9766" y="9766"/>
                  </a:lnTo>
                  <a:lnTo>
                    <a:pt x="2620" y="20365"/>
                  </a:lnTo>
                  <a:lnTo>
                    <a:pt x="0" y="33344"/>
                  </a:lnTo>
                  <a:lnTo>
                    <a:pt x="13337" y="33344"/>
                  </a:lnTo>
                  <a:lnTo>
                    <a:pt x="14909" y="25557"/>
                  </a:lnTo>
                  <a:lnTo>
                    <a:pt x="19197" y="19197"/>
                  </a:lnTo>
                  <a:lnTo>
                    <a:pt x="25557" y="14910"/>
                  </a:lnTo>
                  <a:lnTo>
                    <a:pt x="33344" y="13337"/>
                  </a:lnTo>
                  <a:lnTo>
                    <a:pt x="33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" name="object 8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793765" y="8712419"/>
            <a:ext cx="4712801" cy="3228606"/>
          </a:xfrm>
          <a:prstGeom prst="rect">
            <a:avLst/>
          </a:prstGeom>
        </p:spPr>
      </p:pic>
      <p:sp>
        <p:nvSpPr>
          <p:cNvPr id="87" name="object 87"/>
          <p:cNvSpPr/>
          <p:nvPr/>
        </p:nvSpPr>
        <p:spPr>
          <a:xfrm>
            <a:off x="17627227" y="6630690"/>
            <a:ext cx="19685" cy="472440"/>
          </a:xfrm>
          <a:custGeom>
            <a:avLst/>
            <a:gdLst/>
            <a:ahLst/>
            <a:cxnLst/>
            <a:rect l="l" t="t" r="r" b="b"/>
            <a:pathLst>
              <a:path w="19684" h="472440">
                <a:moveTo>
                  <a:pt x="0" y="0"/>
                </a:moveTo>
                <a:lnTo>
                  <a:pt x="0" y="472243"/>
                </a:lnTo>
                <a:lnTo>
                  <a:pt x="19275" y="472243"/>
                </a:lnTo>
                <a:lnTo>
                  <a:pt x="192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3916739" y="867386"/>
            <a:ext cx="5349240" cy="19685"/>
          </a:xfrm>
          <a:custGeom>
            <a:avLst/>
            <a:gdLst/>
            <a:ahLst/>
            <a:cxnLst/>
            <a:rect l="l" t="t" r="r" b="b"/>
            <a:pathLst>
              <a:path w="5349240" h="19684">
                <a:moveTo>
                  <a:pt x="5348885" y="0"/>
                </a:moveTo>
                <a:lnTo>
                  <a:pt x="0" y="0"/>
                </a:lnTo>
                <a:lnTo>
                  <a:pt x="0" y="19275"/>
                </a:lnTo>
                <a:lnTo>
                  <a:pt x="5348885" y="19275"/>
                </a:lnTo>
                <a:lnTo>
                  <a:pt x="53488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76" y="695683"/>
            <a:ext cx="6854163" cy="4404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1928" y="4752432"/>
            <a:ext cx="8204276" cy="16262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0487" y="7775949"/>
            <a:ext cx="8247749" cy="10598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519" y="1590209"/>
            <a:ext cx="8702781" cy="16480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1928" y="10349197"/>
            <a:ext cx="8085483" cy="13393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29801" y="4169894"/>
            <a:ext cx="7472085" cy="3431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4487" y="1641481"/>
            <a:ext cx="4764712" cy="3670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97881" y="7186473"/>
            <a:ext cx="6778956" cy="34313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9801" y="9759721"/>
            <a:ext cx="5295627" cy="34313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05937" y="4553780"/>
            <a:ext cx="857885" cy="14604"/>
          </a:xfrm>
          <a:custGeom>
            <a:avLst/>
            <a:gdLst/>
            <a:ahLst/>
            <a:cxnLst/>
            <a:rect l="l" t="t" r="r" b="b"/>
            <a:pathLst>
              <a:path w="857885" h="14604">
                <a:moveTo>
                  <a:pt x="857749" y="0"/>
                </a:moveTo>
                <a:lnTo>
                  <a:pt x="0" y="0"/>
                </a:lnTo>
                <a:lnTo>
                  <a:pt x="0" y="14456"/>
                </a:lnTo>
                <a:lnTo>
                  <a:pt x="857749" y="14456"/>
                </a:lnTo>
                <a:lnTo>
                  <a:pt x="857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491519" y="4269470"/>
            <a:ext cx="1272540" cy="6264910"/>
            <a:chOff x="491519" y="4269470"/>
            <a:chExt cx="1272540" cy="6264910"/>
          </a:xfrm>
        </p:grpSpPr>
        <p:sp>
          <p:nvSpPr>
            <p:cNvPr id="13" name="object 13"/>
            <p:cNvSpPr/>
            <p:nvPr/>
          </p:nvSpPr>
          <p:spPr>
            <a:xfrm>
              <a:off x="790285" y="4770627"/>
              <a:ext cx="10160" cy="5763895"/>
            </a:xfrm>
            <a:custGeom>
              <a:avLst/>
              <a:gdLst/>
              <a:ahLst/>
              <a:cxnLst/>
              <a:rect l="l" t="t" r="r" b="b"/>
              <a:pathLst>
                <a:path w="10159" h="5763895">
                  <a:moveTo>
                    <a:pt x="9637" y="5763303"/>
                  </a:moveTo>
                  <a:lnTo>
                    <a:pt x="9637" y="0"/>
                  </a:lnTo>
                  <a:lnTo>
                    <a:pt x="0" y="0"/>
                  </a:lnTo>
                  <a:lnTo>
                    <a:pt x="0" y="5763303"/>
                  </a:lnTo>
                  <a:lnTo>
                    <a:pt x="9637" y="5763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1519" y="4269470"/>
              <a:ext cx="616808" cy="6168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05929" y="7464355"/>
              <a:ext cx="857885" cy="2790190"/>
            </a:xfrm>
            <a:custGeom>
              <a:avLst/>
              <a:gdLst/>
              <a:ahLst/>
              <a:cxnLst/>
              <a:rect l="l" t="t" r="r" b="b"/>
              <a:pathLst>
                <a:path w="857885" h="2790190">
                  <a:moveTo>
                    <a:pt x="857745" y="2775635"/>
                  </a:moveTo>
                  <a:lnTo>
                    <a:pt x="0" y="2775635"/>
                  </a:lnTo>
                  <a:lnTo>
                    <a:pt x="0" y="2790088"/>
                  </a:lnTo>
                  <a:lnTo>
                    <a:pt x="857745" y="2790088"/>
                  </a:lnTo>
                  <a:lnTo>
                    <a:pt x="857745" y="2775635"/>
                  </a:lnTo>
                  <a:close/>
                </a:path>
                <a:path w="857885" h="2790190">
                  <a:moveTo>
                    <a:pt x="857745" y="0"/>
                  </a:moveTo>
                  <a:lnTo>
                    <a:pt x="0" y="0"/>
                  </a:lnTo>
                  <a:lnTo>
                    <a:pt x="0" y="14452"/>
                  </a:lnTo>
                  <a:lnTo>
                    <a:pt x="857745" y="14452"/>
                  </a:lnTo>
                  <a:lnTo>
                    <a:pt x="8577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1519" y="7170397"/>
              <a:ext cx="616808" cy="6168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1519" y="9917122"/>
              <a:ext cx="616808" cy="6168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125" y="4499493"/>
              <a:ext cx="81882" cy="1651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1269" y="7398049"/>
              <a:ext cx="115877" cy="1674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1269" y="10144774"/>
              <a:ext cx="114296" cy="1697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1247115" y="1272167"/>
            <a:ext cx="38735" cy="10418445"/>
          </a:xfrm>
          <a:custGeom>
            <a:avLst/>
            <a:gdLst/>
            <a:ahLst/>
            <a:cxnLst/>
            <a:rect l="l" t="t" r="r" b="b"/>
            <a:pathLst>
              <a:path w="38734" h="10418445">
                <a:moveTo>
                  <a:pt x="38550" y="10418279"/>
                </a:moveTo>
                <a:lnTo>
                  <a:pt x="38550" y="0"/>
                </a:lnTo>
                <a:lnTo>
                  <a:pt x="0" y="0"/>
                </a:lnTo>
                <a:lnTo>
                  <a:pt x="0" y="10418279"/>
                </a:lnTo>
                <a:lnTo>
                  <a:pt x="38550" y="10418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61917" y="877024"/>
            <a:ext cx="11594465" cy="29209"/>
          </a:xfrm>
          <a:custGeom>
            <a:avLst/>
            <a:gdLst/>
            <a:ahLst/>
            <a:cxnLst/>
            <a:rect l="l" t="t" r="r" b="b"/>
            <a:pathLst>
              <a:path w="11594465" h="29209">
                <a:moveTo>
                  <a:pt x="11594070" y="0"/>
                </a:moveTo>
                <a:lnTo>
                  <a:pt x="0" y="0"/>
                </a:lnTo>
                <a:lnTo>
                  <a:pt x="0" y="28912"/>
                </a:lnTo>
                <a:lnTo>
                  <a:pt x="11594070" y="28912"/>
                </a:lnTo>
                <a:lnTo>
                  <a:pt x="115940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931292" y="7009707"/>
            <a:ext cx="1109345" cy="1414145"/>
          </a:xfrm>
          <a:custGeom>
            <a:avLst/>
            <a:gdLst/>
            <a:ahLst/>
            <a:cxnLst/>
            <a:rect l="l" t="t" r="r" b="b"/>
            <a:pathLst>
              <a:path w="1109344" h="1414145">
                <a:moveTo>
                  <a:pt x="4041" y="539707"/>
                </a:moveTo>
                <a:lnTo>
                  <a:pt x="0" y="541692"/>
                </a:lnTo>
                <a:lnTo>
                  <a:pt x="0" y="1413582"/>
                </a:lnTo>
                <a:lnTo>
                  <a:pt x="14456" y="1413582"/>
                </a:lnTo>
                <a:lnTo>
                  <a:pt x="14456" y="552682"/>
                </a:lnTo>
                <a:lnTo>
                  <a:pt x="10415" y="552682"/>
                </a:lnTo>
                <a:lnTo>
                  <a:pt x="4041" y="539707"/>
                </a:lnTo>
                <a:close/>
              </a:path>
              <a:path w="1109344" h="1414145">
                <a:moveTo>
                  <a:pt x="14456" y="546195"/>
                </a:moveTo>
                <a:lnTo>
                  <a:pt x="7228" y="546195"/>
                </a:lnTo>
                <a:lnTo>
                  <a:pt x="10415" y="552682"/>
                </a:lnTo>
                <a:lnTo>
                  <a:pt x="14456" y="550697"/>
                </a:lnTo>
                <a:lnTo>
                  <a:pt x="14456" y="546195"/>
                </a:lnTo>
                <a:close/>
              </a:path>
              <a:path w="1109344" h="1414145">
                <a:moveTo>
                  <a:pt x="14456" y="550697"/>
                </a:moveTo>
                <a:lnTo>
                  <a:pt x="10415" y="552682"/>
                </a:lnTo>
                <a:lnTo>
                  <a:pt x="14456" y="552682"/>
                </a:lnTo>
                <a:lnTo>
                  <a:pt x="14456" y="550697"/>
                </a:lnTo>
                <a:close/>
              </a:path>
              <a:path w="1109344" h="1414145">
                <a:moveTo>
                  <a:pt x="1102731" y="0"/>
                </a:moveTo>
                <a:lnTo>
                  <a:pt x="4041" y="539707"/>
                </a:lnTo>
                <a:lnTo>
                  <a:pt x="7228" y="546195"/>
                </a:lnTo>
                <a:lnTo>
                  <a:pt x="14456" y="546195"/>
                </a:lnTo>
                <a:lnTo>
                  <a:pt x="14456" y="550697"/>
                </a:lnTo>
                <a:lnTo>
                  <a:pt x="1109105" y="12975"/>
                </a:lnTo>
                <a:lnTo>
                  <a:pt x="1102731" y="0"/>
                </a:lnTo>
                <a:close/>
              </a:path>
              <a:path w="1109344" h="1414145">
                <a:moveTo>
                  <a:pt x="4041" y="539707"/>
                </a:moveTo>
                <a:lnTo>
                  <a:pt x="7228" y="546195"/>
                </a:lnTo>
                <a:lnTo>
                  <a:pt x="4041" y="5397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533453" y="8331732"/>
            <a:ext cx="14604" cy="1445895"/>
          </a:xfrm>
          <a:custGeom>
            <a:avLst/>
            <a:gdLst/>
            <a:ahLst/>
            <a:cxnLst/>
            <a:rect l="l" t="t" r="r" b="b"/>
            <a:pathLst>
              <a:path w="14605" h="1445895">
                <a:moveTo>
                  <a:pt x="14456" y="0"/>
                </a:moveTo>
                <a:lnTo>
                  <a:pt x="0" y="0"/>
                </a:lnTo>
                <a:lnTo>
                  <a:pt x="0" y="1445644"/>
                </a:lnTo>
                <a:lnTo>
                  <a:pt x="14456" y="1445644"/>
                </a:lnTo>
                <a:lnTo>
                  <a:pt x="144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143043" y="6566013"/>
            <a:ext cx="1099185" cy="1270000"/>
          </a:xfrm>
          <a:custGeom>
            <a:avLst/>
            <a:gdLst/>
            <a:ahLst/>
            <a:cxnLst/>
            <a:rect l="l" t="t" r="r" b="b"/>
            <a:pathLst>
              <a:path w="1099184" h="1270000">
                <a:moveTo>
                  <a:pt x="1084128" y="378276"/>
                </a:moveTo>
                <a:lnTo>
                  <a:pt x="1084128" y="1269380"/>
                </a:lnTo>
                <a:lnTo>
                  <a:pt x="1098584" y="1269380"/>
                </a:lnTo>
                <a:lnTo>
                  <a:pt x="1098584" y="379932"/>
                </a:lnTo>
                <a:lnTo>
                  <a:pt x="1089052" y="379932"/>
                </a:lnTo>
                <a:lnTo>
                  <a:pt x="1084128" y="378276"/>
                </a:lnTo>
                <a:close/>
              </a:path>
              <a:path w="1099184" h="1270000">
                <a:moveTo>
                  <a:pt x="1091356" y="373081"/>
                </a:moveTo>
                <a:lnTo>
                  <a:pt x="1084128" y="373081"/>
                </a:lnTo>
                <a:lnTo>
                  <a:pt x="1084128" y="378276"/>
                </a:lnTo>
                <a:lnTo>
                  <a:pt x="1089052" y="379932"/>
                </a:lnTo>
                <a:lnTo>
                  <a:pt x="1091356" y="373081"/>
                </a:lnTo>
                <a:close/>
              </a:path>
              <a:path w="1099184" h="1270000">
                <a:moveTo>
                  <a:pt x="1093660" y="366230"/>
                </a:moveTo>
                <a:lnTo>
                  <a:pt x="1089052" y="379932"/>
                </a:lnTo>
                <a:lnTo>
                  <a:pt x="1098584" y="379932"/>
                </a:lnTo>
                <a:lnTo>
                  <a:pt x="1098584" y="367885"/>
                </a:lnTo>
                <a:lnTo>
                  <a:pt x="1093660" y="366230"/>
                </a:lnTo>
                <a:close/>
              </a:path>
              <a:path w="1099184" h="1270000">
                <a:moveTo>
                  <a:pt x="4607" y="0"/>
                </a:moveTo>
                <a:lnTo>
                  <a:pt x="0" y="13702"/>
                </a:lnTo>
                <a:lnTo>
                  <a:pt x="1084128" y="378276"/>
                </a:lnTo>
                <a:lnTo>
                  <a:pt x="1084128" y="373081"/>
                </a:lnTo>
                <a:lnTo>
                  <a:pt x="1091356" y="373081"/>
                </a:lnTo>
                <a:lnTo>
                  <a:pt x="1093660" y="366230"/>
                </a:lnTo>
                <a:lnTo>
                  <a:pt x="46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762637" y="4500773"/>
            <a:ext cx="1513205" cy="1216660"/>
          </a:xfrm>
          <a:custGeom>
            <a:avLst/>
            <a:gdLst/>
            <a:ahLst/>
            <a:cxnLst/>
            <a:rect l="l" t="t" r="r" b="b"/>
            <a:pathLst>
              <a:path w="1513205" h="1216660">
                <a:moveTo>
                  <a:pt x="1498266" y="765589"/>
                </a:moveTo>
                <a:lnTo>
                  <a:pt x="0" y="1202583"/>
                </a:lnTo>
                <a:lnTo>
                  <a:pt x="4047" y="1216461"/>
                </a:lnTo>
                <a:lnTo>
                  <a:pt x="1507518" y="777949"/>
                </a:lnTo>
                <a:lnTo>
                  <a:pt x="1505494" y="771010"/>
                </a:lnTo>
                <a:lnTo>
                  <a:pt x="1498266" y="771010"/>
                </a:lnTo>
                <a:lnTo>
                  <a:pt x="1498266" y="765589"/>
                </a:lnTo>
                <a:close/>
              </a:path>
              <a:path w="1513205" h="1216660">
                <a:moveTo>
                  <a:pt x="1512722" y="764071"/>
                </a:moveTo>
                <a:lnTo>
                  <a:pt x="1503470" y="764071"/>
                </a:lnTo>
                <a:lnTo>
                  <a:pt x="1507518" y="777949"/>
                </a:lnTo>
                <a:lnTo>
                  <a:pt x="1512722" y="776431"/>
                </a:lnTo>
                <a:lnTo>
                  <a:pt x="1512722" y="764071"/>
                </a:lnTo>
                <a:close/>
              </a:path>
              <a:path w="1513205" h="1216660">
                <a:moveTo>
                  <a:pt x="1503470" y="764071"/>
                </a:moveTo>
                <a:lnTo>
                  <a:pt x="1498266" y="765589"/>
                </a:lnTo>
                <a:lnTo>
                  <a:pt x="1498266" y="771010"/>
                </a:lnTo>
                <a:lnTo>
                  <a:pt x="1505494" y="771010"/>
                </a:lnTo>
                <a:lnTo>
                  <a:pt x="1503470" y="764071"/>
                </a:lnTo>
                <a:close/>
              </a:path>
              <a:path w="1513205" h="1216660">
                <a:moveTo>
                  <a:pt x="1512722" y="0"/>
                </a:moveTo>
                <a:lnTo>
                  <a:pt x="1498266" y="0"/>
                </a:lnTo>
                <a:lnTo>
                  <a:pt x="1498266" y="765589"/>
                </a:lnTo>
                <a:lnTo>
                  <a:pt x="1503470" y="764071"/>
                </a:lnTo>
                <a:lnTo>
                  <a:pt x="1512722" y="764071"/>
                </a:lnTo>
                <a:lnTo>
                  <a:pt x="1512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12724083" y="4944105"/>
            <a:ext cx="4450715" cy="3402329"/>
            <a:chOff x="12724083" y="4944105"/>
            <a:chExt cx="4450715" cy="3402329"/>
          </a:xfrm>
        </p:grpSpPr>
        <p:sp>
          <p:nvSpPr>
            <p:cNvPr id="28" name="object 28"/>
            <p:cNvSpPr/>
            <p:nvPr/>
          </p:nvSpPr>
          <p:spPr>
            <a:xfrm>
              <a:off x="12724080" y="4944116"/>
              <a:ext cx="4450715" cy="3402329"/>
            </a:xfrm>
            <a:custGeom>
              <a:avLst/>
              <a:gdLst/>
              <a:ahLst/>
              <a:cxnLst/>
              <a:rect l="l" t="t" r="r" b="b"/>
              <a:pathLst>
                <a:path w="4450715" h="3402329">
                  <a:moveTo>
                    <a:pt x="4450105" y="1801736"/>
                  </a:moveTo>
                  <a:lnTo>
                    <a:pt x="4448759" y="1763636"/>
                  </a:lnTo>
                  <a:lnTo>
                    <a:pt x="4445698" y="1712836"/>
                  </a:lnTo>
                  <a:lnTo>
                    <a:pt x="4440910" y="1662036"/>
                  </a:lnTo>
                  <a:lnTo>
                    <a:pt x="4434383" y="1611236"/>
                  </a:lnTo>
                  <a:lnTo>
                    <a:pt x="4426102" y="1560436"/>
                  </a:lnTo>
                  <a:lnTo>
                    <a:pt x="4422381" y="1539392"/>
                  </a:lnTo>
                  <a:lnTo>
                    <a:pt x="4422381" y="1789036"/>
                  </a:lnTo>
                  <a:lnTo>
                    <a:pt x="4422330" y="1839836"/>
                  </a:lnTo>
                  <a:lnTo>
                    <a:pt x="4420794" y="1877936"/>
                  </a:lnTo>
                  <a:lnTo>
                    <a:pt x="4417796" y="1928736"/>
                  </a:lnTo>
                  <a:lnTo>
                    <a:pt x="4413339" y="1979536"/>
                  </a:lnTo>
                  <a:lnTo>
                    <a:pt x="4407433" y="2030336"/>
                  </a:lnTo>
                  <a:lnTo>
                    <a:pt x="4400093" y="2068436"/>
                  </a:lnTo>
                  <a:lnTo>
                    <a:pt x="4391317" y="2119236"/>
                  </a:lnTo>
                  <a:lnTo>
                    <a:pt x="4381144" y="2170036"/>
                  </a:lnTo>
                  <a:lnTo>
                    <a:pt x="4369549" y="2220836"/>
                  </a:lnTo>
                  <a:lnTo>
                    <a:pt x="4356582" y="2258936"/>
                  </a:lnTo>
                  <a:lnTo>
                    <a:pt x="4342231" y="2309736"/>
                  </a:lnTo>
                  <a:lnTo>
                    <a:pt x="4326509" y="2347836"/>
                  </a:lnTo>
                  <a:lnTo>
                    <a:pt x="4309427" y="2398636"/>
                  </a:lnTo>
                  <a:lnTo>
                    <a:pt x="4291000" y="2436736"/>
                  </a:lnTo>
                  <a:lnTo>
                    <a:pt x="4271238" y="2487536"/>
                  </a:lnTo>
                  <a:lnTo>
                    <a:pt x="4250156" y="2525636"/>
                  </a:lnTo>
                  <a:lnTo>
                    <a:pt x="4227754" y="2576436"/>
                  </a:lnTo>
                  <a:lnTo>
                    <a:pt x="4204068" y="2614536"/>
                  </a:lnTo>
                  <a:lnTo>
                    <a:pt x="4179074" y="2652636"/>
                  </a:lnTo>
                  <a:lnTo>
                    <a:pt x="4152811" y="2690736"/>
                  </a:lnTo>
                  <a:lnTo>
                    <a:pt x="4125277" y="2728836"/>
                  </a:lnTo>
                  <a:lnTo>
                    <a:pt x="4096486" y="2766936"/>
                  </a:lnTo>
                  <a:lnTo>
                    <a:pt x="4066451" y="2805036"/>
                  </a:lnTo>
                  <a:lnTo>
                    <a:pt x="4035171" y="2843136"/>
                  </a:lnTo>
                  <a:lnTo>
                    <a:pt x="4002684" y="2881236"/>
                  </a:lnTo>
                  <a:lnTo>
                    <a:pt x="3968978" y="2919336"/>
                  </a:lnTo>
                  <a:lnTo>
                    <a:pt x="3876954" y="3008236"/>
                  </a:lnTo>
                  <a:lnTo>
                    <a:pt x="3841839" y="2968739"/>
                  </a:lnTo>
                  <a:lnTo>
                    <a:pt x="3841839" y="3020936"/>
                  </a:lnTo>
                  <a:lnTo>
                    <a:pt x="3830574" y="3046336"/>
                  </a:lnTo>
                  <a:lnTo>
                    <a:pt x="3792182" y="3071736"/>
                  </a:lnTo>
                  <a:lnTo>
                    <a:pt x="3720769" y="3122536"/>
                  </a:lnTo>
                  <a:lnTo>
                    <a:pt x="3498786" y="3249536"/>
                  </a:lnTo>
                  <a:lnTo>
                    <a:pt x="3453346" y="3262236"/>
                  </a:lnTo>
                  <a:lnTo>
                    <a:pt x="3407486" y="3287636"/>
                  </a:lnTo>
                  <a:lnTo>
                    <a:pt x="3170415" y="3351136"/>
                  </a:lnTo>
                  <a:lnTo>
                    <a:pt x="3121202" y="3351136"/>
                  </a:lnTo>
                  <a:lnTo>
                    <a:pt x="3071304" y="3363836"/>
                  </a:lnTo>
                  <a:lnTo>
                    <a:pt x="3020682" y="3363836"/>
                  </a:lnTo>
                  <a:lnTo>
                    <a:pt x="2969310" y="3376536"/>
                  </a:lnTo>
                  <a:lnTo>
                    <a:pt x="2704871" y="3376536"/>
                  </a:lnTo>
                  <a:lnTo>
                    <a:pt x="2657183" y="3363836"/>
                  </a:lnTo>
                  <a:lnTo>
                    <a:pt x="2610891" y="3363836"/>
                  </a:lnTo>
                  <a:lnTo>
                    <a:pt x="2472740" y="3325736"/>
                  </a:lnTo>
                  <a:lnTo>
                    <a:pt x="2424341" y="3313036"/>
                  </a:lnTo>
                  <a:lnTo>
                    <a:pt x="2373490" y="3300336"/>
                  </a:lnTo>
                  <a:lnTo>
                    <a:pt x="2329307" y="3287636"/>
                  </a:lnTo>
                  <a:lnTo>
                    <a:pt x="2278494" y="3262236"/>
                  </a:lnTo>
                  <a:lnTo>
                    <a:pt x="2171115" y="3211436"/>
                  </a:lnTo>
                  <a:lnTo>
                    <a:pt x="2121598" y="3186036"/>
                  </a:lnTo>
                  <a:lnTo>
                    <a:pt x="2079536" y="3173336"/>
                  </a:lnTo>
                  <a:lnTo>
                    <a:pt x="2048459" y="3147936"/>
                  </a:lnTo>
                  <a:lnTo>
                    <a:pt x="2031898" y="3135236"/>
                  </a:lnTo>
                  <a:lnTo>
                    <a:pt x="2030539" y="3122536"/>
                  </a:lnTo>
                  <a:lnTo>
                    <a:pt x="2038248" y="3109836"/>
                  </a:lnTo>
                  <a:lnTo>
                    <a:pt x="2056485" y="3071736"/>
                  </a:lnTo>
                  <a:lnTo>
                    <a:pt x="2086648" y="3020936"/>
                  </a:lnTo>
                  <a:lnTo>
                    <a:pt x="2130183" y="2957436"/>
                  </a:lnTo>
                  <a:lnTo>
                    <a:pt x="2188527" y="2881236"/>
                  </a:lnTo>
                  <a:lnTo>
                    <a:pt x="2437206" y="2525636"/>
                  </a:lnTo>
                  <a:lnTo>
                    <a:pt x="2473769" y="2474836"/>
                  </a:lnTo>
                  <a:lnTo>
                    <a:pt x="2501608" y="2436736"/>
                  </a:lnTo>
                  <a:lnTo>
                    <a:pt x="2521788" y="2424036"/>
                  </a:lnTo>
                  <a:lnTo>
                    <a:pt x="2549144" y="2424036"/>
                  </a:lnTo>
                  <a:lnTo>
                    <a:pt x="2571788" y="2436736"/>
                  </a:lnTo>
                  <a:lnTo>
                    <a:pt x="2600147" y="2436736"/>
                  </a:lnTo>
                  <a:lnTo>
                    <a:pt x="2631071" y="2449436"/>
                  </a:lnTo>
                  <a:lnTo>
                    <a:pt x="2675115" y="2462136"/>
                  </a:lnTo>
                  <a:lnTo>
                    <a:pt x="2725547" y="2474836"/>
                  </a:lnTo>
                  <a:lnTo>
                    <a:pt x="2779890" y="2487536"/>
                  </a:lnTo>
                  <a:lnTo>
                    <a:pt x="2941345" y="2487536"/>
                  </a:lnTo>
                  <a:lnTo>
                    <a:pt x="2986303" y="2474836"/>
                  </a:lnTo>
                  <a:lnTo>
                    <a:pt x="3034614" y="2462136"/>
                  </a:lnTo>
                  <a:lnTo>
                    <a:pt x="3085896" y="2449436"/>
                  </a:lnTo>
                  <a:lnTo>
                    <a:pt x="3136696" y="2424036"/>
                  </a:lnTo>
                  <a:lnTo>
                    <a:pt x="3183598" y="2398636"/>
                  </a:lnTo>
                  <a:lnTo>
                    <a:pt x="3223158" y="2373236"/>
                  </a:lnTo>
                  <a:lnTo>
                    <a:pt x="3260953" y="2347836"/>
                  </a:lnTo>
                  <a:lnTo>
                    <a:pt x="3286150" y="2385936"/>
                  </a:lnTo>
                  <a:lnTo>
                    <a:pt x="3296335" y="2398636"/>
                  </a:lnTo>
                  <a:lnTo>
                    <a:pt x="3315741" y="2411336"/>
                  </a:lnTo>
                  <a:lnTo>
                    <a:pt x="3343249" y="2449436"/>
                  </a:lnTo>
                  <a:lnTo>
                    <a:pt x="3377704" y="2487536"/>
                  </a:lnTo>
                  <a:lnTo>
                    <a:pt x="3417989" y="2525636"/>
                  </a:lnTo>
                  <a:lnTo>
                    <a:pt x="3462959" y="2576436"/>
                  </a:lnTo>
                  <a:lnTo>
                    <a:pt x="3511486" y="2639936"/>
                  </a:lnTo>
                  <a:lnTo>
                    <a:pt x="3562439" y="2690736"/>
                  </a:lnTo>
                  <a:lnTo>
                    <a:pt x="3613251" y="2754236"/>
                  </a:lnTo>
                  <a:lnTo>
                    <a:pt x="3661384" y="2805036"/>
                  </a:lnTo>
                  <a:lnTo>
                    <a:pt x="3705720" y="2855836"/>
                  </a:lnTo>
                  <a:lnTo>
                    <a:pt x="3745166" y="2893936"/>
                  </a:lnTo>
                  <a:lnTo>
                    <a:pt x="3778605" y="2932036"/>
                  </a:lnTo>
                  <a:lnTo>
                    <a:pt x="3804945" y="2970136"/>
                  </a:lnTo>
                  <a:lnTo>
                    <a:pt x="3823068" y="2982836"/>
                  </a:lnTo>
                  <a:lnTo>
                    <a:pt x="3831882" y="2995536"/>
                  </a:lnTo>
                  <a:lnTo>
                    <a:pt x="3841839" y="3020936"/>
                  </a:lnTo>
                  <a:lnTo>
                    <a:pt x="3841839" y="2968739"/>
                  </a:lnTo>
                  <a:lnTo>
                    <a:pt x="3289897" y="2347836"/>
                  </a:lnTo>
                  <a:lnTo>
                    <a:pt x="3278606" y="2335136"/>
                  </a:lnTo>
                  <a:lnTo>
                    <a:pt x="3343148" y="2271636"/>
                  </a:lnTo>
                  <a:lnTo>
                    <a:pt x="3375202" y="2233536"/>
                  </a:lnTo>
                  <a:lnTo>
                    <a:pt x="3404641" y="2182736"/>
                  </a:lnTo>
                  <a:lnTo>
                    <a:pt x="3431209" y="2144636"/>
                  </a:lnTo>
                  <a:lnTo>
                    <a:pt x="3454654" y="2093836"/>
                  </a:lnTo>
                  <a:lnTo>
                    <a:pt x="3474720" y="2043036"/>
                  </a:lnTo>
                  <a:lnTo>
                    <a:pt x="3491166" y="1992236"/>
                  </a:lnTo>
                  <a:lnTo>
                    <a:pt x="3503739" y="1941436"/>
                  </a:lnTo>
                  <a:lnTo>
                    <a:pt x="3512185" y="1890636"/>
                  </a:lnTo>
                  <a:lnTo>
                    <a:pt x="3516261" y="1839836"/>
                  </a:lnTo>
                  <a:lnTo>
                    <a:pt x="3515715" y="1789036"/>
                  </a:lnTo>
                  <a:lnTo>
                    <a:pt x="3510292" y="1750936"/>
                  </a:lnTo>
                  <a:lnTo>
                    <a:pt x="3505187" y="1725536"/>
                  </a:lnTo>
                  <a:lnTo>
                    <a:pt x="3501275" y="1700136"/>
                  </a:lnTo>
                  <a:lnTo>
                    <a:pt x="3498939" y="1674736"/>
                  </a:lnTo>
                  <a:lnTo>
                    <a:pt x="3506990" y="1674736"/>
                  </a:lnTo>
                  <a:lnTo>
                    <a:pt x="3528974" y="1662036"/>
                  </a:lnTo>
                  <a:lnTo>
                    <a:pt x="3562820" y="1649336"/>
                  </a:lnTo>
                  <a:lnTo>
                    <a:pt x="3606838" y="1636636"/>
                  </a:lnTo>
                  <a:lnTo>
                    <a:pt x="3659352" y="1611236"/>
                  </a:lnTo>
                  <a:lnTo>
                    <a:pt x="3718649" y="1598536"/>
                  </a:lnTo>
                  <a:lnTo>
                    <a:pt x="3783063" y="1573136"/>
                  </a:lnTo>
                  <a:lnTo>
                    <a:pt x="4058018" y="1471536"/>
                  </a:lnTo>
                  <a:lnTo>
                    <a:pt x="4122648" y="1446136"/>
                  </a:lnTo>
                  <a:lnTo>
                    <a:pt x="4182249" y="1420736"/>
                  </a:lnTo>
                  <a:lnTo>
                    <a:pt x="4235132" y="1408036"/>
                  </a:lnTo>
                  <a:lnTo>
                    <a:pt x="4279620" y="1395336"/>
                  </a:lnTo>
                  <a:lnTo>
                    <a:pt x="4314025" y="1382636"/>
                  </a:lnTo>
                  <a:lnTo>
                    <a:pt x="4336643" y="1369936"/>
                  </a:lnTo>
                  <a:lnTo>
                    <a:pt x="4352861" y="1369936"/>
                  </a:lnTo>
                  <a:lnTo>
                    <a:pt x="4361739" y="1395336"/>
                  </a:lnTo>
                  <a:lnTo>
                    <a:pt x="4371276" y="1420736"/>
                  </a:lnTo>
                  <a:lnTo>
                    <a:pt x="4380357" y="1446136"/>
                  </a:lnTo>
                  <a:lnTo>
                    <a:pt x="4390974" y="1496936"/>
                  </a:lnTo>
                  <a:lnTo>
                    <a:pt x="4400042" y="1547736"/>
                  </a:lnTo>
                  <a:lnTo>
                    <a:pt x="4407560" y="1598536"/>
                  </a:lnTo>
                  <a:lnTo>
                    <a:pt x="4413542" y="1649336"/>
                  </a:lnTo>
                  <a:lnTo>
                    <a:pt x="4418000" y="1687436"/>
                  </a:lnTo>
                  <a:lnTo>
                    <a:pt x="4420946" y="1738236"/>
                  </a:lnTo>
                  <a:lnTo>
                    <a:pt x="4422381" y="1789036"/>
                  </a:lnTo>
                  <a:lnTo>
                    <a:pt x="4422381" y="1539392"/>
                  </a:lnTo>
                  <a:lnTo>
                    <a:pt x="4417123" y="1509636"/>
                  </a:lnTo>
                  <a:lnTo>
                    <a:pt x="4406773" y="1471536"/>
                  </a:lnTo>
                  <a:lnTo>
                    <a:pt x="4395089" y="1420736"/>
                  </a:lnTo>
                  <a:lnTo>
                    <a:pt x="4382071" y="1369936"/>
                  </a:lnTo>
                  <a:lnTo>
                    <a:pt x="4367758" y="1331836"/>
                  </a:lnTo>
                  <a:lnTo>
                    <a:pt x="4352163" y="1281036"/>
                  </a:lnTo>
                  <a:lnTo>
                    <a:pt x="4348480" y="1269949"/>
                  </a:lnTo>
                  <a:lnTo>
                    <a:pt x="4348480" y="1331836"/>
                  </a:lnTo>
                  <a:lnTo>
                    <a:pt x="4134142" y="1420736"/>
                  </a:lnTo>
                  <a:lnTo>
                    <a:pt x="4046791" y="1446136"/>
                  </a:lnTo>
                  <a:lnTo>
                    <a:pt x="3895179" y="1496936"/>
                  </a:lnTo>
                  <a:lnTo>
                    <a:pt x="3794569" y="1535036"/>
                  </a:lnTo>
                  <a:lnTo>
                    <a:pt x="3748036" y="1560436"/>
                  </a:lnTo>
                  <a:lnTo>
                    <a:pt x="3670719" y="1585836"/>
                  </a:lnTo>
                  <a:lnTo>
                    <a:pt x="3602367" y="1611236"/>
                  </a:lnTo>
                  <a:lnTo>
                    <a:pt x="3547262" y="1623936"/>
                  </a:lnTo>
                  <a:lnTo>
                    <a:pt x="3509670" y="1636636"/>
                  </a:lnTo>
                  <a:lnTo>
                    <a:pt x="3493236" y="1636636"/>
                  </a:lnTo>
                  <a:lnTo>
                    <a:pt x="3493236" y="1839836"/>
                  </a:lnTo>
                  <a:lnTo>
                    <a:pt x="3490137" y="1890636"/>
                  </a:lnTo>
                  <a:lnTo>
                    <a:pt x="3483533" y="1941436"/>
                  </a:lnTo>
                  <a:lnTo>
                    <a:pt x="3473412" y="1992236"/>
                  </a:lnTo>
                  <a:lnTo>
                    <a:pt x="3459708" y="2030336"/>
                  </a:lnTo>
                  <a:lnTo>
                    <a:pt x="3442411" y="2081136"/>
                  </a:lnTo>
                  <a:lnTo>
                    <a:pt x="3422662" y="2119236"/>
                  </a:lnTo>
                  <a:lnTo>
                    <a:pt x="3402330" y="2157336"/>
                  </a:lnTo>
                  <a:lnTo>
                    <a:pt x="3378212" y="2195436"/>
                  </a:lnTo>
                  <a:lnTo>
                    <a:pt x="3347123" y="2233536"/>
                  </a:lnTo>
                  <a:lnTo>
                    <a:pt x="3305873" y="2271636"/>
                  </a:lnTo>
                  <a:lnTo>
                    <a:pt x="3267291" y="2309736"/>
                  </a:lnTo>
                  <a:lnTo>
                    <a:pt x="3230041" y="2347836"/>
                  </a:lnTo>
                  <a:lnTo>
                    <a:pt x="3193173" y="2373236"/>
                  </a:lnTo>
                  <a:lnTo>
                    <a:pt x="3155746" y="2398636"/>
                  </a:lnTo>
                  <a:lnTo>
                    <a:pt x="3116796" y="2411336"/>
                  </a:lnTo>
                  <a:lnTo>
                    <a:pt x="3075406" y="2436736"/>
                  </a:lnTo>
                  <a:lnTo>
                    <a:pt x="3030601" y="2449436"/>
                  </a:lnTo>
                  <a:lnTo>
                    <a:pt x="2981464" y="2462136"/>
                  </a:lnTo>
                  <a:lnTo>
                    <a:pt x="2936341" y="2462136"/>
                  </a:lnTo>
                  <a:lnTo>
                    <a:pt x="2890748" y="2474836"/>
                  </a:lnTo>
                  <a:lnTo>
                    <a:pt x="2799080" y="2474836"/>
                  </a:lnTo>
                  <a:lnTo>
                    <a:pt x="2753436" y="2462136"/>
                  </a:lnTo>
                  <a:lnTo>
                    <a:pt x="2708224" y="2462136"/>
                  </a:lnTo>
                  <a:lnTo>
                    <a:pt x="2663647" y="2449436"/>
                  </a:lnTo>
                  <a:lnTo>
                    <a:pt x="2619933" y="2424036"/>
                  </a:lnTo>
                  <a:lnTo>
                    <a:pt x="2577312" y="2411336"/>
                  </a:lnTo>
                  <a:lnTo>
                    <a:pt x="2535986" y="2385936"/>
                  </a:lnTo>
                  <a:lnTo>
                    <a:pt x="2498217" y="2361844"/>
                  </a:lnTo>
                  <a:lnTo>
                    <a:pt x="2498217" y="2398636"/>
                  </a:lnTo>
                  <a:lnTo>
                    <a:pt x="2258504" y="2728836"/>
                  </a:lnTo>
                  <a:lnTo>
                    <a:pt x="2215388" y="2792336"/>
                  </a:lnTo>
                  <a:lnTo>
                    <a:pt x="2174405" y="2855836"/>
                  </a:lnTo>
                  <a:lnTo>
                    <a:pt x="2136279" y="2906636"/>
                  </a:lnTo>
                  <a:lnTo>
                    <a:pt x="2101735" y="2957436"/>
                  </a:lnTo>
                  <a:lnTo>
                    <a:pt x="2071497" y="2995536"/>
                  </a:lnTo>
                  <a:lnTo>
                    <a:pt x="2046274" y="3033636"/>
                  </a:lnTo>
                  <a:lnTo>
                    <a:pt x="2026805" y="3071736"/>
                  </a:lnTo>
                  <a:lnTo>
                    <a:pt x="2013800" y="3084436"/>
                  </a:lnTo>
                  <a:lnTo>
                    <a:pt x="2007971" y="3097136"/>
                  </a:lnTo>
                  <a:lnTo>
                    <a:pt x="2001177" y="3097136"/>
                  </a:lnTo>
                  <a:lnTo>
                    <a:pt x="1993201" y="3109836"/>
                  </a:lnTo>
                  <a:lnTo>
                    <a:pt x="1981555" y="3097136"/>
                  </a:lnTo>
                  <a:lnTo>
                    <a:pt x="1963674" y="3097136"/>
                  </a:lnTo>
                  <a:lnTo>
                    <a:pt x="1941791" y="3084436"/>
                  </a:lnTo>
                  <a:lnTo>
                    <a:pt x="1911159" y="3059036"/>
                  </a:lnTo>
                  <a:lnTo>
                    <a:pt x="1873948" y="3020936"/>
                  </a:lnTo>
                  <a:lnTo>
                    <a:pt x="1832330" y="2982836"/>
                  </a:lnTo>
                  <a:lnTo>
                    <a:pt x="1788464" y="2944736"/>
                  </a:lnTo>
                  <a:lnTo>
                    <a:pt x="1744522" y="2893936"/>
                  </a:lnTo>
                  <a:lnTo>
                    <a:pt x="1702676" y="2855836"/>
                  </a:lnTo>
                  <a:lnTo>
                    <a:pt x="1665097" y="2817736"/>
                  </a:lnTo>
                  <a:lnTo>
                    <a:pt x="1633956" y="2779636"/>
                  </a:lnTo>
                  <a:lnTo>
                    <a:pt x="1611414" y="2754236"/>
                  </a:lnTo>
                  <a:lnTo>
                    <a:pt x="1581683" y="2703436"/>
                  </a:lnTo>
                  <a:lnTo>
                    <a:pt x="1553464" y="2665336"/>
                  </a:lnTo>
                  <a:lnTo>
                    <a:pt x="1526755" y="2614536"/>
                  </a:lnTo>
                  <a:lnTo>
                    <a:pt x="1501559" y="2576436"/>
                  </a:lnTo>
                  <a:lnTo>
                    <a:pt x="1477873" y="2525636"/>
                  </a:lnTo>
                  <a:lnTo>
                    <a:pt x="1455699" y="2487536"/>
                  </a:lnTo>
                  <a:lnTo>
                    <a:pt x="1435061" y="2436736"/>
                  </a:lnTo>
                  <a:lnTo>
                    <a:pt x="1415935" y="2398636"/>
                  </a:lnTo>
                  <a:lnTo>
                    <a:pt x="1398346" y="2347836"/>
                  </a:lnTo>
                  <a:lnTo>
                    <a:pt x="1382280" y="2297036"/>
                  </a:lnTo>
                  <a:lnTo>
                    <a:pt x="1367739" y="2258936"/>
                  </a:lnTo>
                  <a:lnTo>
                    <a:pt x="1354747" y="2208136"/>
                  </a:lnTo>
                  <a:lnTo>
                    <a:pt x="1343279" y="2157336"/>
                  </a:lnTo>
                  <a:lnTo>
                    <a:pt x="1333360" y="2106536"/>
                  </a:lnTo>
                  <a:lnTo>
                    <a:pt x="1324978" y="2068436"/>
                  </a:lnTo>
                  <a:lnTo>
                    <a:pt x="1318145" y="2017636"/>
                  </a:lnTo>
                  <a:lnTo>
                    <a:pt x="1312862" y="1966836"/>
                  </a:lnTo>
                  <a:lnTo>
                    <a:pt x="1309128" y="1916036"/>
                  </a:lnTo>
                  <a:lnTo>
                    <a:pt x="1306957" y="1865236"/>
                  </a:lnTo>
                  <a:lnTo>
                    <a:pt x="1306334" y="1827136"/>
                  </a:lnTo>
                  <a:lnTo>
                    <a:pt x="1307261" y="1776336"/>
                  </a:lnTo>
                  <a:lnTo>
                    <a:pt x="1309763" y="1725536"/>
                  </a:lnTo>
                  <a:lnTo>
                    <a:pt x="1313827" y="1674736"/>
                  </a:lnTo>
                  <a:lnTo>
                    <a:pt x="1322108" y="1598536"/>
                  </a:lnTo>
                  <a:lnTo>
                    <a:pt x="1331798" y="1535036"/>
                  </a:lnTo>
                  <a:lnTo>
                    <a:pt x="1341894" y="1484236"/>
                  </a:lnTo>
                  <a:lnTo>
                    <a:pt x="1351368" y="1446136"/>
                  </a:lnTo>
                  <a:lnTo>
                    <a:pt x="1359217" y="1433436"/>
                  </a:lnTo>
                  <a:lnTo>
                    <a:pt x="1371307" y="1433436"/>
                  </a:lnTo>
                  <a:lnTo>
                    <a:pt x="1403235" y="1446136"/>
                  </a:lnTo>
                  <a:lnTo>
                    <a:pt x="1451279" y="1458836"/>
                  </a:lnTo>
                  <a:lnTo>
                    <a:pt x="1511719" y="1471536"/>
                  </a:lnTo>
                  <a:lnTo>
                    <a:pt x="1717802" y="1547736"/>
                  </a:lnTo>
                  <a:lnTo>
                    <a:pt x="1913204" y="1598536"/>
                  </a:lnTo>
                  <a:lnTo>
                    <a:pt x="1994903" y="1623936"/>
                  </a:lnTo>
                  <a:lnTo>
                    <a:pt x="2190165" y="1687436"/>
                  </a:lnTo>
                  <a:lnTo>
                    <a:pt x="2191791" y="1814436"/>
                  </a:lnTo>
                  <a:lnTo>
                    <a:pt x="2193620" y="1865236"/>
                  </a:lnTo>
                  <a:lnTo>
                    <a:pt x="2197430" y="1916036"/>
                  </a:lnTo>
                  <a:lnTo>
                    <a:pt x="2202637" y="1966836"/>
                  </a:lnTo>
                  <a:lnTo>
                    <a:pt x="2222741" y="2043036"/>
                  </a:lnTo>
                  <a:lnTo>
                    <a:pt x="2241156" y="2081136"/>
                  </a:lnTo>
                  <a:lnTo>
                    <a:pt x="2263686" y="2131936"/>
                  </a:lnTo>
                  <a:lnTo>
                    <a:pt x="2290064" y="2170036"/>
                  </a:lnTo>
                  <a:lnTo>
                    <a:pt x="2320010" y="2220836"/>
                  </a:lnTo>
                  <a:lnTo>
                    <a:pt x="2353259" y="2258936"/>
                  </a:lnTo>
                  <a:lnTo>
                    <a:pt x="2389555" y="2297036"/>
                  </a:lnTo>
                  <a:lnTo>
                    <a:pt x="2428608" y="2335136"/>
                  </a:lnTo>
                  <a:lnTo>
                    <a:pt x="2470162" y="2373236"/>
                  </a:lnTo>
                  <a:lnTo>
                    <a:pt x="2498217" y="2398636"/>
                  </a:lnTo>
                  <a:lnTo>
                    <a:pt x="2498217" y="2361844"/>
                  </a:lnTo>
                  <a:lnTo>
                    <a:pt x="2496185" y="2360536"/>
                  </a:lnTo>
                  <a:lnTo>
                    <a:pt x="2458135" y="2335136"/>
                  </a:lnTo>
                  <a:lnTo>
                    <a:pt x="2422055" y="2309736"/>
                  </a:lnTo>
                  <a:lnTo>
                    <a:pt x="2388158" y="2271636"/>
                  </a:lnTo>
                  <a:lnTo>
                    <a:pt x="2356662" y="2233536"/>
                  </a:lnTo>
                  <a:lnTo>
                    <a:pt x="2327808" y="2195436"/>
                  </a:lnTo>
                  <a:lnTo>
                    <a:pt x="2301798" y="2157336"/>
                  </a:lnTo>
                  <a:lnTo>
                    <a:pt x="2278850" y="2119236"/>
                  </a:lnTo>
                  <a:lnTo>
                    <a:pt x="2257031" y="2068436"/>
                  </a:lnTo>
                  <a:lnTo>
                    <a:pt x="2239670" y="2030336"/>
                  </a:lnTo>
                  <a:lnTo>
                    <a:pt x="2226564" y="1979536"/>
                  </a:lnTo>
                  <a:lnTo>
                    <a:pt x="2217470" y="1941436"/>
                  </a:lnTo>
                  <a:lnTo>
                    <a:pt x="2212175" y="1890636"/>
                  </a:lnTo>
                  <a:lnTo>
                    <a:pt x="2210447" y="1839836"/>
                  </a:lnTo>
                  <a:lnTo>
                    <a:pt x="2212060" y="1776336"/>
                  </a:lnTo>
                  <a:lnTo>
                    <a:pt x="2216747" y="1712836"/>
                  </a:lnTo>
                  <a:lnTo>
                    <a:pt x="2224659" y="1674736"/>
                  </a:lnTo>
                  <a:lnTo>
                    <a:pt x="2237587" y="1623936"/>
                  </a:lnTo>
                  <a:lnTo>
                    <a:pt x="2257361" y="1573136"/>
                  </a:lnTo>
                  <a:lnTo>
                    <a:pt x="2280666" y="1535036"/>
                  </a:lnTo>
                  <a:lnTo>
                    <a:pt x="2306104" y="1484236"/>
                  </a:lnTo>
                  <a:lnTo>
                    <a:pt x="2333688" y="1446136"/>
                  </a:lnTo>
                  <a:lnTo>
                    <a:pt x="2363444" y="1408036"/>
                  </a:lnTo>
                  <a:lnTo>
                    <a:pt x="2395385" y="1369936"/>
                  </a:lnTo>
                  <a:lnTo>
                    <a:pt x="2429535" y="1331836"/>
                  </a:lnTo>
                  <a:lnTo>
                    <a:pt x="2465908" y="1306436"/>
                  </a:lnTo>
                  <a:lnTo>
                    <a:pt x="2504516" y="1281036"/>
                  </a:lnTo>
                  <a:lnTo>
                    <a:pt x="2545384" y="1255636"/>
                  </a:lnTo>
                  <a:lnTo>
                    <a:pt x="2588539" y="1230236"/>
                  </a:lnTo>
                  <a:lnTo>
                    <a:pt x="2633992" y="1217536"/>
                  </a:lnTo>
                  <a:lnTo>
                    <a:pt x="2681757" y="1204836"/>
                  </a:lnTo>
                  <a:lnTo>
                    <a:pt x="2731859" y="1192136"/>
                  </a:lnTo>
                  <a:lnTo>
                    <a:pt x="2769717" y="1179436"/>
                  </a:lnTo>
                  <a:lnTo>
                    <a:pt x="2866250" y="1179436"/>
                  </a:lnTo>
                  <a:lnTo>
                    <a:pt x="2918917" y="1192136"/>
                  </a:lnTo>
                  <a:lnTo>
                    <a:pt x="2970504" y="1192136"/>
                  </a:lnTo>
                  <a:lnTo>
                    <a:pt x="3017990" y="1204836"/>
                  </a:lnTo>
                  <a:lnTo>
                    <a:pt x="3058388" y="1217536"/>
                  </a:lnTo>
                  <a:lnTo>
                    <a:pt x="3107652" y="1230236"/>
                  </a:lnTo>
                  <a:lnTo>
                    <a:pt x="3151708" y="1255636"/>
                  </a:lnTo>
                  <a:lnTo>
                    <a:pt x="3192119" y="1281036"/>
                  </a:lnTo>
                  <a:lnTo>
                    <a:pt x="3268256" y="1331836"/>
                  </a:lnTo>
                  <a:lnTo>
                    <a:pt x="3307130" y="1369936"/>
                  </a:lnTo>
                  <a:lnTo>
                    <a:pt x="3340062" y="1408036"/>
                  </a:lnTo>
                  <a:lnTo>
                    <a:pt x="3369907" y="1446136"/>
                  </a:lnTo>
                  <a:lnTo>
                    <a:pt x="3396627" y="1484236"/>
                  </a:lnTo>
                  <a:lnTo>
                    <a:pt x="3420173" y="1522336"/>
                  </a:lnTo>
                  <a:lnTo>
                    <a:pt x="3440519" y="1573136"/>
                  </a:lnTo>
                  <a:lnTo>
                    <a:pt x="3457613" y="1611236"/>
                  </a:lnTo>
                  <a:lnTo>
                    <a:pt x="3471443" y="1662036"/>
                  </a:lnTo>
                  <a:lnTo>
                    <a:pt x="3481946" y="1700136"/>
                  </a:lnTo>
                  <a:lnTo>
                    <a:pt x="3489109" y="1750936"/>
                  </a:lnTo>
                  <a:lnTo>
                    <a:pt x="3492881" y="1801736"/>
                  </a:lnTo>
                  <a:lnTo>
                    <a:pt x="3493236" y="1839836"/>
                  </a:lnTo>
                  <a:lnTo>
                    <a:pt x="3493236" y="1636636"/>
                  </a:lnTo>
                  <a:lnTo>
                    <a:pt x="3488525" y="1636636"/>
                  </a:lnTo>
                  <a:lnTo>
                    <a:pt x="3481857" y="1623936"/>
                  </a:lnTo>
                  <a:lnTo>
                    <a:pt x="3474694" y="1598536"/>
                  </a:lnTo>
                  <a:lnTo>
                    <a:pt x="3467887" y="1585836"/>
                  </a:lnTo>
                  <a:lnTo>
                    <a:pt x="3451250" y="1547736"/>
                  </a:lnTo>
                  <a:lnTo>
                    <a:pt x="3428454" y="1496936"/>
                  </a:lnTo>
                  <a:lnTo>
                    <a:pt x="3400323" y="1458836"/>
                  </a:lnTo>
                  <a:lnTo>
                    <a:pt x="3367709" y="1408036"/>
                  </a:lnTo>
                  <a:lnTo>
                    <a:pt x="3331451" y="1369936"/>
                  </a:lnTo>
                  <a:lnTo>
                    <a:pt x="3292386" y="1331836"/>
                  </a:lnTo>
                  <a:lnTo>
                    <a:pt x="3251352" y="1293736"/>
                  </a:lnTo>
                  <a:lnTo>
                    <a:pt x="3166757" y="1242936"/>
                  </a:lnTo>
                  <a:lnTo>
                    <a:pt x="3114865" y="1217536"/>
                  </a:lnTo>
                  <a:lnTo>
                    <a:pt x="3060522" y="1192136"/>
                  </a:lnTo>
                  <a:lnTo>
                    <a:pt x="3007296" y="1179436"/>
                  </a:lnTo>
                  <a:lnTo>
                    <a:pt x="2958782" y="1166736"/>
                  </a:lnTo>
                  <a:lnTo>
                    <a:pt x="2876727" y="1166736"/>
                  </a:lnTo>
                  <a:lnTo>
                    <a:pt x="2876727" y="252336"/>
                  </a:lnTo>
                  <a:lnTo>
                    <a:pt x="2988564" y="265036"/>
                  </a:lnTo>
                  <a:lnTo>
                    <a:pt x="3040799" y="265036"/>
                  </a:lnTo>
                  <a:lnTo>
                    <a:pt x="3159925" y="290436"/>
                  </a:lnTo>
                  <a:lnTo>
                    <a:pt x="3212147" y="290436"/>
                  </a:lnTo>
                  <a:lnTo>
                    <a:pt x="3308210" y="315836"/>
                  </a:lnTo>
                  <a:lnTo>
                    <a:pt x="3355454" y="341236"/>
                  </a:lnTo>
                  <a:lnTo>
                    <a:pt x="3448215" y="366636"/>
                  </a:lnTo>
                  <a:lnTo>
                    <a:pt x="3538397" y="417436"/>
                  </a:lnTo>
                  <a:lnTo>
                    <a:pt x="3582441" y="430136"/>
                  </a:lnTo>
                  <a:lnTo>
                    <a:pt x="3625748" y="455536"/>
                  </a:lnTo>
                  <a:lnTo>
                    <a:pt x="3668255" y="480936"/>
                  </a:lnTo>
                  <a:lnTo>
                    <a:pt x="3709962" y="506336"/>
                  </a:lnTo>
                  <a:lnTo>
                    <a:pt x="3750805" y="531736"/>
                  </a:lnTo>
                  <a:lnTo>
                    <a:pt x="3790772" y="569836"/>
                  </a:lnTo>
                  <a:lnTo>
                    <a:pt x="3829812" y="595236"/>
                  </a:lnTo>
                  <a:lnTo>
                    <a:pt x="3867886" y="620636"/>
                  </a:lnTo>
                  <a:lnTo>
                    <a:pt x="3904983" y="658736"/>
                  </a:lnTo>
                  <a:lnTo>
                    <a:pt x="3941038" y="696836"/>
                  </a:lnTo>
                  <a:lnTo>
                    <a:pt x="3976039" y="722236"/>
                  </a:lnTo>
                  <a:lnTo>
                    <a:pt x="4009936" y="760336"/>
                  </a:lnTo>
                  <a:lnTo>
                    <a:pt x="4042714" y="798436"/>
                  </a:lnTo>
                  <a:lnTo>
                    <a:pt x="4074312" y="836536"/>
                  </a:lnTo>
                  <a:lnTo>
                    <a:pt x="4104703" y="874636"/>
                  </a:lnTo>
                  <a:lnTo>
                    <a:pt x="4133862" y="912736"/>
                  </a:lnTo>
                  <a:lnTo>
                    <a:pt x="4161752" y="950836"/>
                  </a:lnTo>
                  <a:lnTo>
                    <a:pt x="4188320" y="988936"/>
                  </a:lnTo>
                  <a:lnTo>
                    <a:pt x="4213555" y="1039736"/>
                  </a:lnTo>
                  <a:lnTo>
                    <a:pt x="4237406" y="1077836"/>
                  </a:lnTo>
                  <a:lnTo>
                    <a:pt x="4259846" y="1115936"/>
                  </a:lnTo>
                  <a:lnTo>
                    <a:pt x="4280827" y="1166736"/>
                  </a:lnTo>
                  <a:lnTo>
                    <a:pt x="4300334" y="1204836"/>
                  </a:lnTo>
                  <a:lnTo>
                    <a:pt x="4318317" y="1255636"/>
                  </a:lnTo>
                  <a:lnTo>
                    <a:pt x="4348480" y="1331836"/>
                  </a:lnTo>
                  <a:lnTo>
                    <a:pt x="4348480" y="1269949"/>
                  </a:lnTo>
                  <a:lnTo>
                    <a:pt x="4335297" y="1230236"/>
                  </a:lnTo>
                  <a:lnTo>
                    <a:pt x="4317174" y="1192136"/>
                  </a:lnTo>
                  <a:lnTo>
                    <a:pt x="4297832" y="1141336"/>
                  </a:lnTo>
                  <a:lnTo>
                    <a:pt x="4277271" y="1103236"/>
                  </a:lnTo>
                  <a:lnTo>
                    <a:pt x="4255503" y="1065136"/>
                  </a:lnTo>
                  <a:lnTo>
                    <a:pt x="4232567" y="1027036"/>
                  </a:lnTo>
                  <a:lnTo>
                    <a:pt x="4208475" y="976236"/>
                  </a:lnTo>
                  <a:lnTo>
                    <a:pt x="4183227" y="938136"/>
                  </a:lnTo>
                  <a:lnTo>
                    <a:pt x="4156875" y="900036"/>
                  </a:lnTo>
                  <a:lnTo>
                    <a:pt x="4129405" y="861936"/>
                  </a:lnTo>
                  <a:lnTo>
                    <a:pt x="4100842" y="823836"/>
                  </a:lnTo>
                  <a:lnTo>
                    <a:pt x="4071226" y="785736"/>
                  </a:lnTo>
                  <a:lnTo>
                    <a:pt x="4040543" y="760336"/>
                  </a:lnTo>
                  <a:lnTo>
                    <a:pt x="4008831" y="722236"/>
                  </a:lnTo>
                  <a:lnTo>
                    <a:pt x="3976103" y="684136"/>
                  </a:lnTo>
                  <a:lnTo>
                    <a:pt x="3942384" y="658736"/>
                  </a:lnTo>
                  <a:lnTo>
                    <a:pt x="3907675" y="620636"/>
                  </a:lnTo>
                  <a:lnTo>
                    <a:pt x="3872014" y="595236"/>
                  </a:lnTo>
                  <a:lnTo>
                    <a:pt x="3835412" y="569836"/>
                  </a:lnTo>
                  <a:lnTo>
                    <a:pt x="3797871" y="531736"/>
                  </a:lnTo>
                  <a:lnTo>
                    <a:pt x="3759441" y="506336"/>
                  </a:lnTo>
                  <a:lnTo>
                    <a:pt x="3720109" y="480936"/>
                  </a:lnTo>
                  <a:lnTo>
                    <a:pt x="3679901" y="455536"/>
                  </a:lnTo>
                  <a:lnTo>
                    <a:pt x="3638854" y="430136"/>
                  </a:lnTo>
                  <a:lnTo>
                    <a:pt x="3596970" y="417436"/>
                  </a:lnTo>
                  <a:lnTo>
                    <a:pt x="3554260" y="392036"/>
                  </a:lnTo>
                  <a:lnTo>
                    <a:pt x="3510750" y="366636"/>
                  </a:lnTo>
                  <a:lnTo>
                    <a:pt x="3466465" y="353936"/>
                  </a:lnTo>
                  <a:lnTo>
                    <a:pt x="3421418" y="328536"/>
                  </a:lnTo>
                  <a:lnTo>
                    <a:pt x="3185376" y="265036"/>
                  </a:lnTo>
                  <a:lnTo>
                    <a:pt x="3151543" y="252336"/>
                  </a:lnTo>
                  <a:lnTo>
                    <a:pt x="3058604" y="252336"/>
                  </a:lnTo>
                  <a:lnTo>
                    <a:pt x="3003423" y="239636"/>
                  </a:lnTo>
                  <a:lnTo>
                    <a:pt x="2851531" y="239636"/>
                  </a:lnTo>
                  <a:lnTo>
                    <a:pt x="2851531" y="252336"/>
                  </a:lnTo>
                  <a:lnTo>
                    <a:pt x="2851531" y="1166736"/>
                  </a:lnTo>
                  <a:lnTo>
                    <a:pt x="2752750" y="1166736"/>
                  </a:lnTo>
                  <a:lnTo>
                    <a:pt x="2706014" y="1179436"/>
                  </a:lnTo>
                  <a:lnTo>
                    <a:pt x="2608897" y="1204836"/>
                  </a:lnTo>
                  <a:lnTo>
                    <a:pt x="2560205" y="1230236"/>
                  </a:lnTo>
                  <a:lnTo>
                    <a:pt x="2512568" y="1255636"/>
                  </a:lnTo>
                  <a:lnTo>
                    <a:pt x="2466822" y="1293736"/>
                  </a:lnTo>
                  <a:lnTo>
                    <a:pt x="2423807" y="1319136"/>
                  </a:lnTo>
                  <a:lnTo>
                    <a:pt x="2384374" y="1357236"/>
                  </a:lnTo>
                  <a:lnTo>
                    <a:pt x="2352700" y="1395336"/>
                  </a:lnTo>
                  <a:lnTo>
                    <a:pt x="2319121" y="1433436"/>
                  </a:lnTo>
                  <a:lnTo>
                    <a:pt x="2286089" y="1484236"/>
                  </a:lnTo>
                  <a:lnTo>
                    <a:pt x="2256104" y="1535036"/>
                  </a:lnTo>
                  <a:lnTo>
                    <a:pt x="2231618" y="1585836"/>
                  </a:lnTo>
                  <a:lnTo>
                    <a:pt x="2215108" y="1623936"/>
                  </a:lnTo>
                  <a:lnTo>
                    <a:pt x="2207768" y="1662036"/>
                  </a:lnTo>
                  <a:lnTo>
                    <a:pt x="2172487" y="1662036"/>
                  </a:lnTo>
                  <a:lnTo>
                    <a:pt x="2149233" y="1649336"/>
                  </a:lnTo>
                  <a:lnTo>
                    <a:pt x="2120468" y="1636636"/>
                  </a:lnTo>
                  <a:lnTo>
                    <a:pt x="2089378" y="1636636"/>
                  </a:lnTo>
                  <a:lnTo>
                    <a:pt x="2057336" y="1623936"/>
                  </a:lnTo>
                  <a:lnTo>
                    <a:pt x="2013724" y="1611236"/>
                  </a:lnTo>
                  <a:lnTo>
                    <a:pt x="1962518" y="1585836"/>
                  </a:lnTo>
                  <a:lnTo>
                    <a:pt x="1907679" y="1573136"/>
                  </a:lnTo>
                  <a:lnTo>
                    <a:pt x="1812251" y="1547736"/>
                  </a:lnTo>
                  <a:lnTo>
                    <a:pt x="1766519" y="1535036"/>
                  </a:lnTo>
                  <a:lnTo>
                    <a:pt x="1717929" y="1509636"/>
                  </a:lnTo>
                  <a:lnTo>
                    <a:pt x="1619986" y="1484236"/>
                  </a:lnTo>
                  <a:lnTo>
                    <a:pt x="1574546" y="1471536"/>
                  </a:lnTo>
                  <a:lnTo>
                    <a:pt x="1534058" y="1458836"/>
                  </a:lnTo>
                  <a:lnTo>
                    <a:pt x="1471955" y="1433436"/>
                  </a:lnTo>
                  <a:lnTo>
                    <a:pt x="1420050" y="1420736"/>
                  </a:lnTo>
                  <a:lnTo>
                    <a:pt x="1383766" y="1408036"/>
                  </a:lnTo>
                  <a:lnTo>
                    <a:pt x="1368539" y="1395336"/>
                  </a:lnTo>
                  <a:lnTo>
                    <a:pt x="1373720" y="1369936"/>
                  </a:lnTo>
                  <a:lnTo>
                    <a:pt x="1383182" y="1331836"/>
                  </a:lnTo>
                  <a:lnTo>
                    <a:pt x="1396034" y="1293736"/>
                  </a:lnTo>
                  <a:lnTo>
                    <a:pt x="1412798" y="1255636"/>
                  </a:lnTo>
                  <a:lnTo>
                    <a:pt x="1431048" y="1204836"/>
                  </a:lnTo>
                  <a:lnTo>
                    <a:pt x="1450771" y="1166736"/>
                  </a:lnTo>
                  <a:lnTo>
                    <a:pt x="1471930" y="1115936"/>
                  </a:lnTo>
                  <a:lnTo>
                    <a:pt x="1494485" y="1077836"/>
                  </a:lnTo>
                  <a:lnTo>
                    <a:pt x="1518412" y="1027036"/>
                  </a:lnTo>
                  <a:lnTo>
                    <a:pt x="1543659" y="988936"/>
                  </a:lnTo>
                  <a:lnTo>
                    <a:pt x="1570228" y="950836"/>
                  </a:lnTo>
                  <a:lnTo>
                    <a:pt x="1598053" y="912736"/>
                  </a:lnTo>
                  <a:lnTo>
                    <a:pt x="1627111" y="874636"/>
                  </a:lnTo>
                  <a:lnTo>
                    <a:pt x="1657375" y="836536"/>
                  </a:lnTo>
                  <a:lnTo>
                    <a:pt x="1688807" y="798436"/>
                  </a:lnTo>
                  <a:lnTo>
                    <a:pt x="1721370" y="760336"/>
                  </a:lnTo>
                  <a:lnTo>
                    <a:pt x="1755051" y="722236"/>
                  </a:lnTo>
                  <a:lnTo>
                    <a:pt x="1789785" y="684136"/>
                  </a:lnTo>
                  <a:lnTo>
                    <a:pt x="1825561" y="658736"/>
                  </a:lnTo>
                  <a:lnTo>
                    <a:pt x="1862353" y="620636"/>
                  </a:lnTo>
                  <a:lnTo>
                    <a:pt x="1900097" y="595236"/>
                  </a:lnTo>
                  <a:lnTo>
                    <a:pt x="1938794" y="557136"/>
                  </a:lnTo>
                  <a:lnTo>
                    <a:pt x="1978393" y="531736"/>
                  </a:lnTo>
                  <a:lnTo>
                    <a:pt x="2018855" y="506336"/>
                  </a:lnTo>
                  <a:lnTo>
                    <a:pt x="2060168" y="480936"/>
                  </a:lnTo>
                  <a:lnTo>
                    <a:pt x="2102281" y="455536"/>
                  </a:lnTo>
                  <a:lnTo>
                    <a:pt x="2146630" y="430136"/>
                  </a:lnTo>
                  <a:lnTo>
                    <a:pt x="2192718" y="404736"/>
                  </a:lnTo>
                  <a:lnTo>
                    <a:pt x="2240280" y="392036"/>
                  </a:lnTo>
                  <a:lnTo>
                    <a:pt x="2289010" y="366636"/>
                  </a:lnTo>
                  <a:lnTo>
                    <a:pt x="2338641" y="353936"/>
                  </a:lnTo>
                  <a:lnTo>
                    <a:pt x="2388882" y="328536"/>
                  </a:lnTo>
                  <a:lnTo>
                    <a:pt x="2590368" y="277736"/>
                  </a:lnTo>
                  <a:lnTo>
                    <a:pt x="2639453" y="277736"/>
                  </a:lnTo>
                  <a:lnTo>
                    <a:pt x="2687459" y="265036"/>
                  </a:lnTo>
                  <a:lnTo>
                    <a:pt x="2779103" y="265036"/>
                  </a:lnTo>
                  <a:lnTo>
                    <a:pt x="2851531" y="252336"/>
                  </a:lnTo>
                  <a:lnTo>
                    <a:pt x="2851531" y="239636"/>
                  </a:lnTo>
                  <a:lnTo>
                    <a:pt x="2638780" y="239636"/>
                  </a:lnTo>
                  <a:lnTo>
                    <a:pt x="2548344" y="265036"/>
                  </a:lnTo>
                  <a:lnTo>
                    <a:pt x="2308872" y="328536"/>
                  </a:lnTo>
                  <a:lnTo>
                    <a:pt x="2214118" y="379336"/>
                  </a:lnTo>
                  <a:lnTo>
                    <a:pt x="2168182" y="392036"/>
                  </a:lnTo>
                  <a:lnTo>
                    <a:pt x="2123605" y="417436"/>
                  </a:lnTo>
                  <a:lnTo>
                    <a:pt x="2080704" y="442836"/>
                  </a:lnTo>
                  <a:lnTo>
                    <a:pt x="2039785" y="468236"/>
                  </a:lnTo>
                  <a:lnTo>
                    <a:pt x="2001139" y="493636"/>
                  </a:lnTo>
                  <a:lnTo>
                    <a:pt x="1959063" y="519036"/>
                  </a:lnTo>
                  <a:lnTo>
                    <a:pt x="1918182" y="544436"/>
                  </a:lnTo>
                  <a:lnTo>
                    <a:pt x="1878469" y="582536"/>
                  </a:lnTo>
                  <a:lnTo>
                    <a:pt x="1839963" y="607936"/>
                  </a:lnTo>
                  <a:lnTo>
                    <a:pt x="1802638" y="646036"/>
                  </a:lnTo>
                  <a:lnTo>
                    <a:pt x="1766544" y="671436"/>
                  </a:lnTo>
                  <a:lnTo>
                    <a:pt x="1731645" y="709536"/>
                  </a:lnTo>
                  <a:lnTo>
                    <a:pt x="1697977" y="747636"/>
                  </a:lnTo>
                  <a:lnTo>
                    <a:pt x="1665554" y="785736"/>
                  </a:lnTo>
                  <a:lnTo>
                    <a:pt x="1634350" y="811136"/>
                  </a:lnTo>
                  <a:lnTo>
                    <a:pt x="1604403" y="849236"/>
                  </a:lnTo>
                  <a:lnTo>
                    <a:pt x="1575701" y="900036"/>
                  </a:lnTo>
                  <a:lnTo>
                    <a:pt x="1548269" y="938136"/>
                  </a:lnTo>
                  <a:lnTo>
                    <a:pt x="1522107" y="976236"/>
                  </a:lnTo>
                  <a:lnTo>
                    <a:pt x="1504505" y="1003185"/>
                  </a:lnTo>
                  <a:lnTo>
                    <a:pt x="40703" y="679450"/>
                  </a:lnTo>
                  <a:lnTo>
                    <a:pt x="14452" y="673646"/>
                  </a:lnTo>
                  <a:lnTo>
                    <a:pt x="14452" y="672388"/>
                  </a:lnTo>
                  <a:lnTo>
                    <a:pt x="14452" y="0"/>
                  </a:lnTo>
                  <a:lnTo>
                    <a:pt x="0" y="0"/>
                  </a:lnTo>
                  <a:lnTo>
                    <a:pt x="0" y="685253"/>
                  </a:lnTo>
                  <a:lnTo>
                    <a:pt x="5664" y="686511"/>
                  </a:lnTo>
                  <a:lnTo>
                    <a:pt x="1496110" y="1016139"/>
                  </a:lnTo>
                  <a:lnTo>
                    <a:pt x="1473631" y="1052436"/>
                  </a:lnTo>
                  <a:lnTo>
                    <a:pt x="1451317" y="1103236"/>
                  </a:lnTo>
                  <a:lnTo>
                    <a:pt x="1430312" y="1141336"/>
                  </a:lnTo>
                  <a:lnTo>
                    <a:pt x="1410614" y="1192136"/>
                  </a:lnTo>
                  <a:lnTo>
                    <a:pt x="1392237" y="1230236"/>
                  </a:lnTo>
                  <a:lnTo>
                    <a:pt x="1375168" y="1281036"/>
                  </a:lnTo>
                  <a:lnTo>
                    <a:pt x="1359446" y="1319136"/>
                  </a:lnTo>
                  <a:lnTo>
                    <a:pt x="1345057" y="1369936"/>
                  </a:lnTo>
                  <a:lnTo>
                    <a:pt x="1332026" y="1420736"/>
                  </a:lnTo>
                  <a:lnTo>
                    <a:pt x="1320342" y="1471536"/>
                  </a:lnTo>
                  <a:lnTo>
                    <a:pt x="1310017" y="1522336"/>
                  </a:lnTo>
                  <a:lnTo>
                    <a:pt x="1301064" y="1573136"/>
                  </a:lnTo>
                  <a:lnTo>
                    <a:pt x="1293723" y="1623936"/>
                  </a:lnTo>
                  <a:lnTo>
                    <a:pt x="1287894" y="1662036"/>
                  </a:lnTo>
                  <a:lnTo>
                    <a:pt x="1283576" y="1712836"/>
                  </a:lnTo>
                  <a:lnTo>
                    <a:pt x="1280769" y="1763636"/>
                  </a:lnTo>
                  <a:lnTo>
                    <a:pt x="1279486" y="1814436"/>
                  </a:lnTo>
                  <a:lnTo>
                    <a:pt x="1279715" y="1865236"/>
                  </a:lnTo>
                  <a:lnTo>
                    <a:pt x="1281455" y="1903336"/>
                  </a:lnTo>
                  <a:lnTo>
                    <a:pt x="1284706" y="1954136"/>
                  </a:lnTo>
                  <a:lnTo>
                    <a:pt x="1289481" y="2004936"/>
                  </a:lnTo>
                  <a:lnTo>
                    <a:pt x="1295768" y="2055736"/>
                  </a:lnTo>
                  <a:lnTo>
                    <a:pt x="1303566" y="2093836"/>
                  </a:lnTo>
                  <a:lnTo>
                    <a:pt x="1312887" y="2144636"/>
                  </a:lnTo>
                  <a:lnTo>
                    <a:pt x="1323721" y="2195436"/>
                  </a:lnTo>
                  <a:lnTo>
                    <a:pt x="1336078" y="2233536"/>
                  </a:lnTo>
                  <a:lnTo>
                    <a:pt x="1349959" y="2284336"/>
                  </a:lnTo>
                  <a:lnTo>
                    <a:pt x="1365351" y="2335136"/>
                  </a:lnTo>
                  <a:lnTo>
                    <a:pt x="1382268" y="2373236"/>
                  </a:lnTo>
                  <a:lnTo>
                    <a:pt x="1400695" y="2424036"/>
                  </a:lnTo>
                  <a:lnTo>
                    <a:pt x="1420647" y="2474836"/>
                  </a:lnTo>
                  <a:lnTo>
                    <a:pt x="1442123" y="2512936"/>
                  </a:lnTo>
                  <a:lnTo>
                    <a:pt x="1465122" y="2563736"/>
                  </a:lnTo>
                  <a:lnTo>
                    <a:pt x="1488617" y="2601836"/>
                  </a:lnTo>
                  <a:lnTo>
                    <a:pt x="1513344" y="2639936"/>
                  </a:lnTo>
                  <a:lnTo>
                    <a:pt x="1539303" y="2690736"/>
                  </a:lnTo>
                  <a:lnTo>
                    <a:pt x="1566443" y="2728836"/>
                  </a:lnTo>
                  <a:lnTo>
                    <a:pt x="1594751" y="2766936"/>
                  </a:lnTo>
                  <a:lnTo>
                    <a:pt x="1624190" y="2805036"/>
                  </a:lnTo>
                  <a:lnTo>
                    <a:pt x="1654759" y="2843136"/>
                  </a:lnTo>
                  <a:lnTo>
                    <a:pt x="1686407" y="2881236"/>
                  </a:lnTo>
                  <a:lnTo>
                    <a:pt x="1719122" y="2919336"/>
                  </a:lnTo>
                  <a:lnTo>
                    <a:pt x="1752866" y="2944736"/>
                  </a:lnTo>
                  <a:lnTo>
                    <a:pt x="1787626" y="2982836"/>
                  </a:lnTo>
                  <a:lnTo>
                    <a:pt x="1823377" y="3008236"/>
                  </a:lnTo>
                  <a:lnTo>
                    <a:pt x="1860092" y="3046336"/>
                  </a:lnTo>
                  <a:lnTo>
                    <a:pt x="1897735" y="3071736"/>
                  </a:lnTo>
                  <a:lnTo>
                    <a:pt x="1936305" y="3097136"/>
                  </a:lnTo>
                  <a:lnTo>
                    <a:pt x="1975739" y="3135236"/>
                  </a:lnTo>
                  <a:lnTo>
                    <a:pt x="2016048" y="3160636"/>
                  </a:lnTo>
                  <a:lnTo>
                    <a:pt x="2057184" y="3186036"/>
                  </a:lnTo>
                  <a:lnTo>
                    <a:pt x="2099132" y="3211436"/>
                  </a:lnTo>
                  <a:lnTo>
                    <a:pt x="2141855" y="3224136"/>
                  </a:lnTo>
                  <a:lnTo>
                    <a:pt x="2229561" y="3274936"/>
                  </a:lnTo>
                  <a:lnTo>
                    <a:pt x="2320099" y="3300336"/>
                  </a:lnTo>
                  <a:lnTo>
                    <a:pt x="2366353" y="3325736"/>
                  </a:lnTo>
                  <a:lnTo>
                    <a:pt x="2606611" y="3389236"/>
                  </a:lnTo>
                  <a:lnTo>
                    <a:pt x="2656268" y="3389236"/>
                  </a:lnTo>
                  <a:lnTo>
                    <a:pt x="2708694" y="3401936"/>
                  </a:lnTo>
                  <a:lnTo>
                    <a:pt x="3034131" y="3401936"/>
                  </a:lnTo>
                  <a:lnTo>
                    <a:pt x="3139186" y="3376536"/>
                  </a:lnTo>
                  <a:lnTo>
                    <a:pt x="3190202" y="3376536"/>
                  </a:lnTo>
                  <a:lnTo>
                    <a:pt x="3338474" y="3338436"/>
                  </a:lnTo>
                  <a:lnTo>
                    <a:pt x="3386340" y="3313036"/>
                  </a:lnTo>
                  <a:lnTo>
                    <a:pt x="3433432" y="3300336"/>
                  </a:lnTo>
                  <a:lnTo>
                    <a:pt x="3479774" y="3274936"/>
                  </a:lnTo>
                  <a:lnTo>
                    <a:pt x="3525367" y="3262236"/>
                  </a:lnTo>
                  <a:lnTo>
                    <a:pt x="3614356" y="3211436"/>
                  </a:lnTo>
                  <a:lnTo>
                    <a:pt x="3700462" y="3160636"/>
                  </a:lnTo>
                  <a:lnTo>
                    <a:pt x="3742448" y="3135236"/>
                  </a:lnTo>
                  <a:lnTo>
                    <a:pt x="3783749" y="3109836"/>
                  </a:lnTo>
                  <a:lnTo>
                    <a:pt x="3824376" y="3071736"/>
                  </a:lnTo>
                  <a:lnTo>
                    <a:pt x="3864318" y="3046336"/>
                  </a:lnTo>
                  <a:lnTo>
                    <a:pt x="3903586" y="3008236"/>
                  </a:lnTo>
                  <a:lnTo>
                    <a:pt x="3942219" y="2970136"/>
                  </a:lnTo>
                  <a:lnTo>
                    <a:pt x="3980192" y="2932036"/>
                  </a:lnTo>
                  <a:lnTo>
                    <a:pt x="4017073" y="2893936"/>
                  </a:lnTo>
                  <a:lnTo>
                    <a:pt x="4052430" y="2855836"/>
                  </a:lnTo>
                  <a:lnTo>
                    <a:pt x="4086237" y="2817736"/>
                  </a:lnTo>
                  <a:lnTo>
                    <a:pt x="4118533" y="2779636"/>
                  </a:lnTo>
                  <a:lnTo>
                    <a:pt x="4149306" y="2741536"/>
                  </a:lnTo>
                  <a:lnTo>
                    <a:pt x="4178554" y="2703436"/>
                  </a:lnTo>
                  <a:lnTo>
                    <a:pt x="4206290" y="2652636"/>
                  </a:lnTo>
                  <a:lnTo>
                    <a:pt x="4232516" y="2614536"/>
                  </a:lnTo>
                  <a:lnTo>
                    <a:pt x="4257243" y="2576436"/>
                  </a:lnTo>
                  <a:lnTo>
                    <a:pt x="4280459" y="2525636"/>
                  </a:lnTo>
                  <a:lnTo>
                    <a:pt x="4302188" y="2487536"/>
                  </a:lnTo>
                  <a:lnTo>
                    <a:pt x="4322432" y="2436736"/>
                  </a:lnTo>
                  <a:lnTo>
                    <a:pt x="4341190" y="2385936"/>
                  </a:lnTo>
                  <a:lnTo>
                    <a:pt x="4358462" y="2347836"/>
                  </a:lnTo>
                  <a:lnTo>
                    <a:pt x="4374261" y="2297036"/>
                  </a:lnTo>
                  <a:lnTo>
                    <a:pt x="4388586" y="2246236"/>
                  </a:lnTo>
                  <a:lnTo>
                    <a:pt x="4401439" y="2195436"/>
                  </a:lnTo>
                  <a:lnTo>
                    <a:pt x="4412843" y="2144636"/>
                  </a:lnTo>
                  <a:lnTo>
                    <a:pt x="4422775" y="2093836"/>
                  </a:lnTo>
                  <a:lnTo>
                    <a:pt x="4431258" y="2043036"/>
                  </a:lnTo>
                  <a:lnTo>
                    <a:pt x="4438408" y="1992236"/>
                  </a:lnTo>
                  <a:lnTo>
                    <a:pt x="4443882" y="1941436"/>
                  </a:lnTo>
                  <a:lnTo>
                    <a:pt x="4447654" y="1890636"/>
                  </a:lnTo>
                  <a:lnTo>
                    <a:pt x="4449737" y="1852536"/>
                  </a:lnTo>
                  <a:lnTo>
                    <a:pt x="4450105" y="1801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959918" y="5599464"/>
              <a:ext cx="520432" cy="520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345423" y="6804168"/>
              <a:ext cx="530069" cy="520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400936" y="7594453"/>
              <a:ext cx="520432" cy="53006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302245" y="6881269"/>
              <a:ext cx="530069" cy="53006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58838" y="5638014"/>
              <a:ext cx="530069" cy="530069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876186" y="2889689"/>
            <a:ext cx="3095247" cy="144234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893011" y="3265557"/>
            <a:ext cx="2762085" cy="144234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989040" y="8710819"/>
            <a:ext cx="2609664" cy="93837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102979" y="8161473"/>
            <a:ext cx="2871674" cy="183379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372311" y="10182158"/>
            <a:ext cx="2472544" cy="1861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76" y="695683"/>
            <a:ext cx="7563194" cy="44040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91519" y="1580571"/>
            <a:ext cx="7623809" cy="2940050"/>
            <a:chOff x="491519" y="1580571"/>
            <a:chExt cx="7623809" cy="2940050"/>
          </a:xfrm>
        </p:grpSpPr>
        <p:sp>
          <p:nvSpPr>
            <p:cNvPr id="4" name="object 4"/>
            <p:cNvSpPr/>
            <p:nvPr/>
          </p:nvSpPr>
          <p:spPr>
            <a:xfrm>
              <a:off x="491519" y="1580571"/>
              <a:ext cx="7623809" cy="2940050"/>
            </a:xfrm>
            <a:custGeom>
              <a:avLst/>
              <a:gdLst/>
              <a:ahLst/>
              <a:cxnLst/>
              <a:rect l="l" t="t" r="r" b="b"/>
              <a:pathLst>
                <a:path w="7623809" h="2940050">
                  <a:moveTo>
                    <a:pt x="7623366" y="0"/>
                  </a:moveTo>
                  <a:lnTo>
                    <a:pt x="0" y="0"/>
                  </a:lnTo>
                  <a:lnTo>
                    <a:pt x="0" y="2939477"/>
                  </a:lnTo>
                  <a:lnTo>
                    <a:pt x="7623366" y="2939477"/>
                  </a:lnTo>
                  <a:lnTo>
                    <a:pt x="762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530" y="1832705"/>
              <a:ext cx="1717593" cy="174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142" y="3355450"/>
              <a:ext cx="2714551" cy="2160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688" y="2162164"/>
              <a:ext cx="6641348" cy="9424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5112" y="5024945"/>
            <a:ext cx="5064134" cy="2706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0688" y="3713822"/>
            <a:ext cx="3920806" cy="46312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281810" y="9014924"/>
            <a:ext cx="2030095" cy="330835"/>
          </a:xfrm>
          <a:custGeom>
            <a:avLst/>
            <a:gdLst/>
            <a:ahLst/>
            <a:cxnLst/>
            <a:rect l="l" t="t" r="r" b="b"/>
            <a:pathLst>
              <a:path w="2030095" h="330834">
                <a:moveTo>
                  <a:pt x="131842" y="5204"/>
                </a:moveTo>
                <a:lnTo>
                  <a:pt x="90285" y="11954"/>
                </a:lnTo>
                <a:lnTo>
                  <a:pt x="54108" y="30729"/>
                </a:lnTo>
                <a:lnTo>
                  <a:pt x="25524" y="59312"/>
                </a:lnTo>
                <a:lnTo>
                  <a:pt x="6750" y="95490"/>
                </a:lnTo>
                <a:lnTo>
                  <a:pt x="0" y="137047"/>
                </a:lnTo>
                <a:lnTo>
                  <a:pt x="6841" y="179317"/>
                </a:lnTo>
                <a:lnTo>
                  <a:pt x="25924" y="215991"/>
                </a:lnTo>
                <a:lnTo>
                  <a:pt x="55082" y="244888"/>
                </a:lnTo>
                <a:lnTo>
                  <a:pt x="92151" y="263827"/>
                </a:lnTo>
                <a:lnTo>
                  <a:pt x="134965" y="270624"/>
                </a:lnTo>
                <a:lnTo>
                  <a:pt x="172723" y="265339"/>
                </a:lnTo>
                <a:lnTo>
                  <a:pt x="206221" y="250197"/>
                </a:lnTo>
                <a:lnTo>
                  <a:pt x="233668" y="226274"/>
                </a:lnTo>
                <a:lnTo>
                  <a:pt x="234565" y="224826"/>
                </a:lnTo>
                <a:lnTo>
                  <a:pt x="133924" y="224826"/>
                </a:lnTo>
                <a:lnTo>
                  <a:pt x="100573" y="217898"/>
                </a:lnTo>
                <a:lnTo>
                  <a:pt x="73207" y="199065"/>
                </a:lnTo>
                <a:lnTo>
                  <a:pt x="54688" y="171254"/>
                </a:lnTo>
                <a:lnTo>
                  <a:pt x="47879" y="137394"/>
                </a:lnTo>
                <a:lnTo>
                  <a:pt x="54282" y="103549"/>
                </a:lnTo>
                <a:lnTo>
                  <a:pt x="72036" y="76113"/>
                </a:lnTo>
                <a:lnTo>
                  <a:pt x="98963" y="57719"/>
                </a:lnTo>
                <a:lnTo>
                  <a:pt x="132883" y="51002"/>
                </a:lnTo>
                <a:lnTo>
                  <a:pt x="232753" y="51002"/>
                </a:lnTo>
                <a:lnTo>
                  <a:pt x="232204" y="50140"/>
                </a:lnTo>
                <a:lnTo>
                  <a:pt x="203879" y="25631"/>
                </a:lnTo>
                <a:lnTo>
                  <a:pt x="169893" y="10424"/>
                </a:lnTo>
                <a:lnTo>
                  <a:pt x="131842" y="5204"/>
                </a:lnTo>
                <a:close/>
              </a:path>
              <a:path w="2030095" h="330834">
                <a:moveTo>
                  <a:pt x="253276" y="194641"/>
                </a:moveTo>
                <a:lnTo>
                  <a:pt x="197417" y="194641"/>
                </a:lnTo>
                <a:lnTo>
                  <a:pt x="182178" y="208579"/>
                </a:lnTo>
                <a:lnTo>
                  <a:pt x="167102" y="217930"/>
                </a:lnTo>
                <a:lnTo>
                  <a:pt x="151310" y="223184"/>
                </a:lnTo>
                <a:lnTo>
                  <a:pt x="133924" y="224826"/>
                </a:lnTo>
                <a:lnTo>
                  <a:pt x="234565" y="224826"/>
                </a:lnTo>
                <a:lnTo>
                  <a:pt x="253276" y="194641"/>
                </a:lnTo>
                <a:close/>
              </a:path>
              <a:path w="2030095" h="330834">
                <a:moveTo>
                  <a:pt x="232753" y="51002"/>
                </a:moveTo>
                <a:lnTo>
                  <a:pt x="132883" y="51002"/>
                </a:lnTo>
                <a:lnTo>
                  <a:pt x="153549" y="52872"/>
                </a:lnTo>
                <a:lnTo>
                  <a:pt x="171222" y="58678"/>
                </a:lnTo>
                <a:lnTo>
                  <a:pt x="186553" y="68713"/>
                </a:lnTo>
                <a:lnTo>
                  <a:pt x="200192" y="83269"/>
                </a:lnTo>
                <a:lnTo>
                  <a:pt x="253276" y="83269"/>
                </a:lnTo>
                <a:lnTo>
                  <a:pt x="232753" y="51002"/>
                </a:lnTo>
                <a:close/>
              </a:path>
              <a:path w="2030095" h="330834">
                <a:moveTo>
                  <a:pt x="372377" y="69390"/>
                </a:moveTo>
                <a:lnTo>
                  <a:pt x="332927" y="77354"/>
                </a:lnTo>
                <a:lnTo>
                  <a:pt x="300601" y="99012"/>
                </a:lnTo>
                <a:lnTo>
                  <a:pt x="278748" y="131013"/>
                </a:lnTo>
                <a:lnTo>
                  <a:pt x="270719" y="170007"/>
                </a:lnTo>
                <a:lnTo>
                  <a:pt x="278753" y="209148"/>
                </a:lnTo>
                <a:lnTo>
                  <a:pt x="300644" y="241133"/>
                </a:lnTo>
                <a:lnTo>
                  <a:pt x="333073" y="262709"/>
                </a:lnTo>
                <a:lnTo>
                  <a:pt x="372724" y="270624"/>
                </a:lnTo>
                <a:lnTo>
                  <a:pt x="412282" y="262731"/>
                </a:lnTo>
                <a:lnTo>
                  <a:pt x="444847" y="241307"/>
                </a:lnTo>
                <a:lnTo>
                  <a:pt x="453951" y="228296"/>
                </a:lnTo>
                <a:lnTo>
                  <a:pt x="373071" y="228296"/>
                </a:lnTo>
                <a:lnTo>
                  <a:pt x="351169" y="223715"/>
                </a:lnTo>
                <a:lnTo>
                  <a:pt x="333431" y="211165"/>
                </a:lnTo>
                <a:lnTo>
                  <a:pt x="321548" y="192435"/>
                </a:lnTo>
                <a:lnTo>
                  <a:pt x="317211" y="169313"/>
                </a:lnTo>
                <a:lnTo>
                  <a:pt x="321640" y="146994"/>
                </a:lnTo>
                <a:lnTo>
                  <a:pt x="333648" y="128676"/>
                </a:lnTo>
                <a:lnTo>
                  <a:pt x="351316" y="116278"/>
                </a:lnTo>
                <a:lnTo>
                  <a:pt x="372724" y="111719"/>
                </a:lnTo>
                <a:lnTo>
                  <a:pt x="454037" y="111719"/>
                </a:lnTo>
                <a:lnTo>
                  <a:pt x="445454" y="98925"/>
                </a:lnTo>
                <a:lnTo>
                  <a:pt x="412868" y="77278"/>
                </a:lnTo>
                <a:lnTo>
                  <a:pt x="372377" y="69390"/>
                </a:lnTo>
                <a:close/>
              </a:path>
              <a:path w="2030095" h="330834">
                <a:moveTo>
                  <a:pt x="454037" y="111719"/>
                </a:moveTo>
                <a:lnTo>
                  <a:pt x="372724" y="111719"/>
                </a:lnTo>
                <a:lnTo>
                  <a:pt x="394479" y="116338"/>
                </a:lnTo>
                <a:lnTo>
                  <a:pt x="412233" y="128893"/>
                </a:lnTo>
                <a:lnTo>
                  <a:pt x="424198" y="147434"/>
                </a:lnTo>
                <a:lnTo>
                  <a:pt x="428583" y="170007"/>
                </a:lnTo>
                <a:lnTo>
                  <a:pt x="424203" y="192727"/>
                </a:lnTo>
                <a:lnTo>
                  <a:pt x="412277" y="211252"/>
                </a:lnTo>
                <a:lnTo>
                  <a:pt x="394625" y="223726"/>
                </a:lnTo>
                <a:lnTo>
                  <a:pt x="373071" y="228296"/>
                </a:lnTo>
                <a:lnTo>
                  <a:pt x="453951" y="228296"/>
                </a:lnTo>
                <a:lnTo>
                  <a:pt x="466938" y="209734"/>
                </a:lnTo>
                <a:lnTo>
                  <a:pt x="475075" y="171395"/>
                </a:lnTo>
                <a:lnTo>
                  <a:pt x="467177" y="131306"/>
                </a:lnTo>
                <a:lnTo>
                  <a:pt x="454037" y="111719"/>
                </a:lnTo>
                <a:close/>
              </a:path>
              <a:path w="2030095" h="330834">
                <a:moveTo>
                  <a:pt x="543304" y="73901"/>
                </a:moveTo>
                <a:lnTo>
                  <a:pt x="500975" y="73901"/>
                </a:lnTo>
                <a:lnTo>
                  <a:pt x="500975" y="266114"/>
                </a:lnTo>
                <a:lnTo>
                  <a:pt x="547120" y="266114"/>
                </a:lnTo>
                <a:lnTo>
                  <a:pt x="547120" y="171395"/>
                </a:lnTo>
                <a:lnTo>
                  <a:pt x="549218" y="142896"/>
                </a:lnTo>
                <a:lnTo>
                  <a:pt x="555837" y="124513"/>
                </a:lnTo>
                <a:lnTo>
                  <a:pt x="567466" y="114652"/>
                </a:lnTo>
                <a:lnTo>
                  <a:pt x="584591" y="111719"/>
                </a:lnTo>
                <a:lnTo>
                  <a:pt x="781123" y="111719"/>
                </a:lnTo>
                <a:lnTo>
                  <a:pt x="774195" y="99229"/>
                </a:lnTo>
                <a:lnTo>
                  <a:pt x="649819" y="99229"/>
                </a:lnTo>
                <a:lnTo>
                  <a:pt x="644025" y="91943"/>
                </a:lnTo>
                <a:lnTo>
                  <a:pt x="543304" y="91943"/>
                </a:lnTo>
                <a:lnTo>
                  <a:pt x="543304" y="73901"/>
                </a:lnTo>
                <a:close/>
              </a:path>
              <a:path w="2030095" h="330834">
                <a:moveTo>
                  <a:pt x="707066" y="111719"/>
                </a:moveTo>
                <a:lnTo>
                  <a:pt x="584591" y="111719"/>
                </a:lnTo>
                <a:lnTo>
                  <a:pt x="600692" y="114045"/>
                </a:lnTo>
                <a:lnTo>
                  <a:pt x="612434" y="121997"/>
                </a:lnTo>
                <a:lnTo>
                  <a:pt x="619623" y="137041"/>
                </a:lnTo>
                <a:lnTo>
                  <a:pt x="622062" y="160640"/>
                </a:lnTo>
                <a:lnTo>
                  <a:pt x="622062" y="266114"/>
                </a:lnTo>
                <a:lnTo>
                  <a:pt x="668207" y="266114"/>
                </a:lnTo>
                <a:lnTo>
                  <a:pt x="668207" y="171395"/>
                </a:lnTo>
                <a:lnTo>
                  <a:pt x="670668" y="142750"/>
                </a:lnTo>
                <a:lnTo>
                  <a:pt x="678009" y="124383"/>
                </a:lnTo>
                <a:lnTo>
                  <a:pt x="690163" y="114603"/>
                </a:lnTo>
                <a:lnTo>
                  <a:pt x="707066" y="111719"/>
                </a:lnTo>
                <a:close/>
              </a:path>
              <a:path w="2030095" h="330834">
                <a:moveTo>
                  <a:pt x="781123" y="111719"/>
                </a:moveTo>
                <a:lnTo>
                  <a:pt x="707066" y="111719"/>
                </a:lnTo>
                <a:lnTo>
                  <a:pt x="721779" y="113947"/>
                </a:lnTo>
                <a:lnTo>
                  <a:pt x="733175" y="121737"/>
                </a:lnTo>
                <a:lnTo>
                  <a:pt x="740536" y="136748"/>
                </a:lnTo>
                <a:lnTo>
                  <a:pt x="743149" y="160640"/>
                </a:lnTo>
                <a:lnTo>
                  <a:pt x="743149" y="266114"/>
                </a:lnTo>
                <a:lnTo>
                  <a:pt x="789294" y="266114"/>
                </a:lnTo>
                <a:lnTo>
                  <a:pt x="789294" y="155088"/>
                </a:lnTo>
                <a:lnTo>
                  <a:pt x="784274" y="117400"/>
                </a:lnTo>
                <a:lnTo>
                  <a:pt x="781123" y="111719"/>
                </a:lnTo>
                <a:close/>
              </a:path>
              <a:path w="2030095" h="330834">
                <a:moveTo>
                  <a:pt x="711577" y="69390"/>
                </a:moveTo>
                <a:lnTo>
                  <a:pt x="692705" y="71125"/>
                </a:lnTo>
                <a:lnTo>
                  <a:pt x="676404" y="76503"/>
                </a:lnTo>
                <a:lnTo>
                  <a:pt x="662249" y="85784"/>
                </a:lnTo>
                <a:lnTo>
                  <a:pt x="649819" y="99229"/>
                </a:lnTo>
                <a:lnTo>
                  <a:pt x="774195" y="99229"/>
                </a:lnTo>
                <a:lnTo>
                  <a:pt x="769431" y="90641"/>
                </a:lnTo>
                <a:lnTo>
                  <a:pt x="745090" y="74682"/>
                </a:lnTo>
                <a:lnTo>
                  <a:pt x="711577" y="69390"/>
                </a:lnTo>
                <a:close/>
              </a:path>
              <a:path w="2030095" h="330834">
                <a:moveTo>
                  <a:pt x="593265" y="69390"/>
                </a:moveTo>
                <a:lnTo>
                  <a:pt x="577847" y="70621"/>
                </a:lnTo>
                <a:lnTo>
                  <a:pt x="564901" y="74551"/>
                </a:lnTo>
                <a:lnTo>
                  <a:pt x="553647" y="81539"/>
                </a:lnTo>
                <a:lnTo>
                  <a:pt x="543304" y="91943"/>
                </a:lnTo>
                <a:lnTo>
                  <a:pt x="644025" y="91943"/>
                </a:lnTo>
                <a:lnTo>
                  <a:pt x="639128" y="85784"/>
                </a:lnTo>
                <a:lnTo>
                  <a:pt x="626486" y="76503"/>
                </a:lnTo>
                <a:lnTo>
                  <a:pt x="611372" y="71125"/>
                </a:lnTo>
                <a:lnTo>
                  <a:pt x="593265" y="69390"/>
                </a:lnTo>
                <a:close/>
              </a:path>
              <a:path w="2030095" h="330834">
                <a:moveTo>
                  <a:pt x="872978" y="73901"/>
                </a:moveTo>
                <a:lnTo>
                  <a:pt x="830650" y="73901"/>
                </a:lnTo>
                <a:lnTo>
                  <a:pt x="830650" y="330300"/>
                </a:lnTo>
                <a:lnTo>
                  <a:pt x="876795" y="330300"/>
                </a:lnTo>
                <a:lnTo>
                  <a:pt x="876795" y="248072"/>
                </a:lnTo>
                <a:lnTo>
                  <a:pt x="995667" y="248072"/>
                </a:lnTo>
                <a:lnTo>
                  <a:pt x="1004648" y="241827"/>
                </a:lnTo>
                <a:lnTo>
                  <a:pt x="1013091" y="228296"/>
                </a:lnTo>
                <a:lnTo>
                  <a:pt x="930920" y="228296"/>
                </a:lnTo>
                <a:lnTo>
                  <a:pt x="908270" y="223867"/>
                </a:lnTo>
                <a:lnTo>
                  <a:pt x="890239" y="211599"/>
                </a:lnTo>
                <a:lnTo>
                  <a:pt x="878324" y="193020"/>
                </a:lnTo>
                <a:lnTo>
                  <a:pt x="874019" y="169660"/>
                </a:lnTo>
                <a:lnTo>
                  <a:pt x="878313" y="146702"/>
                </a:lnTo>
                <a:lnTo>
                  <a:pt x="890153" y="128329"/>
                </a:lnTo>
                <a:lnTo>
                  <a:pt x="907977" y="116137"/>
                </a:lnTo>
                <a:lnTo>
                  <a:pt x="930226" y="111719"/>
                </a:lnTo>
                <a:lnTo>
                  <a:pt x="1013691" y="111719"/>
                </a:lnTo>
                <a:lnTo>
                  <a:pt x="1004821" y="97624"/>
                </a:lnTo>
                <a:lnTo>
                  <a:pt x="1003112" y="96453"/>
                </a:lnTo>
                <a:lnTo>
                  <a:pt x="872978" y="96453"/>
                </a:lnTo>
                <a:lnTo>
                  <a:pt x="872978" y="73901"/>
                </a:lnTo>
                <a:close/>
              </a:path>
              <a:path w="2030095" h="330834">
                <a:moveTo>
                  <a:pt x="995667" y="248072"/>
                </a:moveTo>
                <a:lnTo>
                  <a:pt x="876795" y="248072"/>
                </a:lnTo>
                <a:lnTo>
                  <a:pt x="890012" y="258183"/>
                </a:lnTo>
                <a:lnTo>
                  <a:pt x="903944" y="265203"/>
                </a:lnTo>
                <a:lnTo>
                  <a:pt x="919047" y="269296"/>
                </a:lnTo>
                <a:lnTo>
                  <a:pt x="935777" y="270624"/>
                </a:lnTo>
                <a:lnTo>
                  <a:pt x="974213" y="262991"/>
                </a:lnTo>
                <a:lnTo>
                  <a:pt x="995667" y="248072"/>
                </a:lnTo>
                <a:close/>
              </a:path>
              <a:path w="2030095" h="330834">
                <a:moveTo>
                  <a:pt x="1013691" y="111719"/>
                </a:moveTo>
                <a:lnTo>
                  <a:pt x="930226" y="111719"/>
                </a:lnTo>
                <a:lnTo>
                  <a:pt x="952019" y="116197"/>
                </a:lnTo>
                <a:lnTo>
                  <a:pt x="969518" y="128546"/>
                </a:lnTo>
                <a:lnTo>
                  <a:pt x="981163" y="147141"/>
                </a:lnTo>
                <a:lnTo>
                  <a:pt x="985392" y="170354"/>
                </a:lnTo>
                <a:lnTo>
                  <a:pt x="981174" y="193167"/>
                </a:lnTo>
                <a:lnTo>
                  <a:pt x="969605" y="211555"/>
                </a:lnTo>
                <a:lnTo>
                  <a:pt x="952312" y="223829"/>
                </a:lnTo>
                <a:lnTo>
                  <a:pt x="930920" y="228296"/>
                </a:lnTo>
                <a:lnTo>
                  <a:pt x="1013091" y="228296"/>
                </a:lnTo>
                <a:lnTo>
                  <a:pt x="1024673" y="209734"/>
                </a:lnTo>
                <a:lnTo>
                  <a:pt x="1031884" y="169313"/>
                </a:lnTo>
                <a:lnTo>
                  <a:pt x="1024728" y="129256"/>
                </a:lnTo>
                <a:lnTo>
                  <a:pt x="1013691" y="111719"/>
                </a:lnTo>
                <a:close/>
              </a:path>
              <a:path w="2030095" h="330834">
                <a:moveTo>
                  <a:pt x="936124" y="69390"/>
                </a:moveTo>
                <a:lnTo>
                  <a:pt x="917378" y="71179"/>
                </a:lnTo>
                <a:lnTo>
                  <a:pt x="900388" y="76416"/>
                </a:lnTo>
                <a:lnTo>
                  <a:pt x="885480" y="84906"/>
                </a:lnTo>
                <a:lnTo>
                  <a:pt x="872978" y="96453"/>
                </a:lnTo>
                <a:lnTo>
                  <a:pt x="1003112" y="96453"/>
                </a:lnTo>
                <a:lnTo>
                  <a:pt x="974506" y="76855"/>
                </a:lnTo>
                <a:lnTo>
                  <a:pt x="936124" y="69390"/>
                </a:lnTo>
                <a:close/>
              </a:path>
              <a:path w="2030095" h="330834">
                <a:moveTo>
                  <a:pt x="1152678" y="69390"/>
                </a:moveTo>
                <a:lnTo>
                  <a:pt x="1112990" y="77267"/>
                </a:lnTo>
                <a:lnTo>
                  <a:pt x="1080815" y="98838"/>
                </a:lnTo>
                <a:lnTo>
                  <a:pt x="1059244" y="131013"/>
                </a:lnTo>
                <a:lnTo>
                  <a:pt x="1051367" y="170701"/>
                </a:lnTo>
                <a:lnTo>
                  <a:pt x="1059385" y="210026"/>
                </a:lnTo>
                <a:lnTo>
                  <a:pt x="1081422" y="241740"/>
                </a:lnTo>
                <a:lnTo>
                  <a:pt x="1114453" y="262915"/>
                </a:lnTo>
                <a:lnTo>
                  <a:pt x="1155454" y="270624"/>
                </a:lnTo>
                <a:lnTo>
                  <a:pt x="1184354" y="266591"/>
                </a:lnTo>
                <a:lnTo>
                  <a:pt x="1211010" y="254751"/>
                </a:lnTo>
                <a:lnTo>
                  <a:pt x="1232787" y="235495"/>
                </a:lnTo>
                <a:lnTo>
                  <a:pt x="1236694" y="228296"/>
                </a:lnTo>
                <a:lnTo>
                  <a:pt x="1154413" y="228296"/>
                </a:lnTo>
                <a:lnTo>
                  <a:pt x="1135336" y="225656"/>
                </a:lnTo>
                <a:lnTo>
                  <a:pt x="1119674" y="218104"/>
                </a:lnTo>
                <a:lnTo>
                  <a:pt x="1108111" y="206194"/>
                </a:lnTo>
                <a:lnTo>
                  <a:pt x="1101329" y="190478"/>
                </a:lnTo>
                <a:lnTo>
                  <a:pt x="1250172" y="190478"/>
                </a:lnTo>
                <a:lnTo>
                  <a:pt x="1251560" y="183886"/>
                </a:lnTo>
                <a:lnTo>
                  <a:pt x="1251907" y="179722"/>
                </a:lnTo>
                <a:lnTo>
                  <a:pt x="1251907" y="172783"/>
                </a:lnTo>
                <a:lnTo>
                  <a:pt x="1247777" y="149884"/>
                </a:lnTo>
                <a:lnTo>
                  <a:pt x="1099941" y="149884"/>
                </a:lnTo>
                <a:lnTo>
                  <a:pt x="1107509" y="133528"/>
                </a:lnTo>
                <a:lnTo>
                  <a:pt x="1119110" y="121564"/>
                </a:lnTo>
                <a:lnTo>
                  <a:pt x="1134485" y="114218"/>
                </a:lnTo>
                <a:lnTo>
                  <a:pt x="1153372" y="111719"/>
                </a:lnTo>
                <a:lnTo>
                  <a:pt x="1231983" y="111719"/>
                </a:lnTo>
                <a:lnTo>
                  <a:pt x="1223760" y="98708"/>
                </a:lnTo>
                <a:lnTo>
                  <a:pt x="1192334" y="77154"/>
                </a:lnTo>
                <a:lnTo>
                  <a:pt x="1152678" y="69390"/>
                </a:lnTo>
                <a:close/>
              </a:path>
              <a:path w="2030095" h="330834">
                <a:moveTo>
                  <a:pt x="1247050" y="209213"/>
                </a:moveTo>
                <a:lnTo>
                  <a:pt x="1196741" y="209213"/>
                </a:lnTo>
                <a:lnTo>
                  <a:pt x="1187834" y="218050"/>
                </a:lnTo>
                <a:lnTo>
                  <a:pt x="1178309" y="223959"/>
                </a:lnTo>
                <a:lnTo>
                  <a:pt x="1167418" y="227266"/>
                </a:lnTo>
                <a:lnTo>
                  <a:pt x="1154413" y="228296"/>
                </a:lnTo>
                <a:lnTo>
                  <a:pt x="1236694" y="228296"/>
                </a:lnTo>
                <a:lnTo>
                  <a:pt x="1247050" y="209213"/>
                </a:lnTo>
                <a:close/>
              </a:path>
              <a:path w="2030095" h="330834">
                <a:moveTo>
                  <a:pt x="1231983" y="111719"/>
                </a:moveTo>
                <a:lnTo>
                  <a:pt x="1153372" y="111719"/>
                </a:lnTo>
                <a:lnTo>
                  <a:pt x="1172839" y="114218"/>
                </a:lnTo>
                <a:lnTo>
                  <a:pt x="1188371" y="121564"/>
                </a:lnTo>
                <a:lnTo>
                  <a:pt x="1199674" y="133528"/>
                </a:lnTo>
                <a:lnTo>
                  <a:pt x="1206456" y="149884"/>
                </a:lnTo>
                <a:lnTo>
                  <a:pt x="1247777" y="149884"/>
                </a:lnTo>
                <a:lnTo>
                  <a:pt x="1244453" y="131452"/>
                </a:lnTo>
                <a:lnTo>
                  <a:pt x="1231983" y="111719"/>
                </a:lnTo>
                <a:close/>
              </a:path>
              <a:path w="2030095" h="330834">
                <a:moveTo>
                  <a:pt x="1334707" y="115882"/>
                </a:moveTo>
                <a:lnTo>
                  <a:pt x="1288562" y="115882"/>
                </a:lnTo>
                <a:lnTo>
                  <a:pt x="1288562" y="266114"/>
                </a:lnTo>
                <a:lnTo>
                  <a:pt x="1334707" y="266114"/>
                </a:lnTo>
                <a:lnTo>
                  <a:pt x="1334707" y="115882"/>
                </a:lnTo>
                <a:close/>
              </a:path>
              <a:path w="2030095" h="330834">
                <a:moveTo>
                  <a:pt x="1362464" y="73901"/>
                </a:moveTo>
                <a:lnTo>
                  <a:pt x="1266010" y="73901"/>
                </a:lnTo>
                <a:lnTo>
                  <a:pt x="1266010" y="115882"/>
                </a:lnTo>
                <a:lnTo>
                  <a:pt x="1362464" y="115882"/>
                </a:lnTo>
                <a:lnTo>
                  <a:pt x="1362464" y="73901"/>
                </a:lnTo>
                <a:close/>
              </a:path>
              <a:path w="2030095" h="330834">
                <a:moveTo>
                  <a:pt x="1334707" y="9714"/>
                </a:moveTo>
                <a:lnTo>
                  <a:pt x="1288562" y="9714"/>
                </a:lnTo>
                <a:lnTo>
                  <a:pt x="1288562" y="73901"/>
                </a:lnTo>
                <a:lnTo>
                  <a:pt x="1334707" y="73901"/>
                </a:lnTo>
                <a:lnTo>
                  <a:pt x="1334707" y="9714"/>
                </a:lnTo>
                <a:close/>
              </a:path>
              <a:path w="2030095" h="330834">
                <a:moveTo>
                  <a:pt x="1431787" y="73901"/>
                </a:moveTo>
                <a:lnTo>
                  <a:pt x="1385642" y="73901"/>
                </a:lnTo>
                <a:lnTo>
                  <a:pt x="1385642" y="266114"/>
                </a:lnTo>
                <a:lnTo>
                  <a:pt x="1431787" y="266114"/>
                </a:lnTo>
                <a:lnTo>
                  <a:pt x="1431787" y="73901"/>
                </a:lnTo>
                <a:close/>
              </a:path>
              <a:path w="2030095" h="330834">
                <a:moveTo>
                  <a:pt x="1432134" y="0"/>
                </a:moveTo>
                <a:lnTo>
                  <a:pt x="1385989" y="0"/>
                </a:lnTo>
                <a:lnTo>
                  <a:pt x="1385989" y="46145"/>
                </a:lnTo>
                <a:lnTo>
                  <a:pt x="1432134" y="46145"/>
                </a:lnTo>
                <a:lnTo>
                  <a:pt x="1432134" y="0"/>
                </a:lnTo>
                <a:close/>
              </a:path>
              <a:path w="2030095" h="330834">
                <a:moveTo>
                  <a:pt x="1522076" y="115882"/>
                </a:moveTo>
                <a:lnTo>
                  <a:pt x="1475931" y="115882"/>
                </a:lnTo>
                <a:lnTo>
                  <a:pt x="1475931" y="266114"/>
                </a:lnTo>
                <a:lnTo>
                  <a:pt x="1522076" y="266114"/>
                </a:lnTo>
                <a:lnTo>
                  <a:pt x="1522076" y="115882"/>
                </a:lnTo>
                <a:close/>
              </a:path>
              <a:path w="2030095" h="330834">
                <a:moveTo>
                  <a:pt x="1549833" y="73901"/>
                </a:moveTo>
                <a:lnTo>
                  <a:pt x="1453379" y="73901"/>
                </a:lnTo>
                <a:lnTo>
                  <a:pt x="1453379" y="115882"/>
                </a:lnTo>
                <a:lnTo>
                  <a:pt x="1549833" y="115882"/>
                </a:lnTo>
                <a:lnTo>
                  <a:pt x="1549833" y="73901"/>
                </a:lnTo>
                <a:close/>
              </a:path>
              <a:path w="2030095" h="330834">
                <a:moveTo>
                  <a:pt x="1522076" y="9714"/>
                </a:moveTo>
                <a:lnTo>
                  <a:pt x="1475931" y="9714"/>
                </a:lnTo>
                <a:lnTo>
                  <a:pt x="1475931" y="73901"/>
                </a:lnTo>
                <a:lnTo>
                  <a:pt x="1522076" y="73901"/>
                </a:lnTo>
                <a:lnTo>
                  <a:pt x="1522076" y="9714"/>
                </a:lnTo>
                <a:close/>
              </a:path>
              <a:path w="2030095" h="330834">
                <a:moveTo>
                  <a:pt x="1662954" y="69390"/>
                </a:moveTo>
                <a:lnTo>
                  <a:pt x="1623504" y="77354"/>
                </a:lnTo>
                <a:lnTo>
                  <a:pt x="1591177" y="99012"/>
                </a:lnTo>
                <a:lnTo>
                  <a:pt x="1569325" y="131013"/>
                </a:lnTo>
                <a:lnTo>
                  <a:pt x="1561296" y="170007"/>
                </a:lnTo>
                <a:lnTo>
                  <a:pt x="1569330" y="209148"/>
                </a:lnTo>
                <a:lnTo>
                  <a:pt x="1591221" y="241133"/>
                </a:lnTo>
                <a:lnTo>
                  <a:pt x="1623650" y="262709"/>
                </a:lnTo>
                <a:lnTo>
                  <a:pt x="1663301" y="270624"/>
                </a:lnTo>
                <a:lnTo>
                  <a:pt x="1702859" y="262731"/>
                </a:lnTo>
                <a:lnTo>
                  <a:pt x="1735424" y="241307"/>
                </a:lnTo>
                <a:lnTo>
                  <a:pt x="1744527" y="228296"/>
                </a:lnTo>
                <a:lnTo>
                  <a:pt x="1663647" y="228296"/>
                </a:lnTo>
                <a:lnTo>
                  <a:pt x="1641746" y="223715"/>
                </a:lnTo>
                <a:lnTo>
                  <a:pt x="1624008" y="211165"/>
                </a:lnTo>
                <a:lnTo>
                  <a:pt x="1612125" y="192435"/>
                </a:lnTo>
                <a:lnTo>
                  <a:pt x="1607788" y="169313"/>
                </a:lnTo>
                <a:lnTo>
                  <a:pt x="1612217" y="146994"/>
                </a:lnTo>
                <a:lnTo>
                  <a:pt x="1624225" y="128676"/>
                </a:lnTo>
                <a:lnTo>
                  <a:pt x="1641892" y="116278"/>
                </a:lnTo>
                <a:lnTo>
                  <a:pt x="1663301" y="111719"/>
                </a:lnTo>
                <a:lnTo>
                  <a:pt x="1744614" y="111719"/>
                </a:lnTo>
                <a:lnTo>
                  <a:pt x="1736031" y="98925"/>
                </a:lnTo>
                <a:lnTo>
                  <a:pt x="1703444" y="77278"/>
                </a:lnTo>
                <a:lnTo>
                  <a:pt x="1662954" y="69390"/>
                </a:lnTo>
                <a:close/>
              </a:path>
              <a:path w="2030095" h="330834">
                <a:moveTo>
                  <a:pt x="1744614" y="111719"/>
                </a:moveTo>
                <a:lnTo>
                  <a:pt x="1663301" y="111719"/>
                </a:lnTo>
                <a:lnTo>
                  <a:pt x="1685056" y="116338"/>
                </a:lnTo>
                <a:lnTo>
                  <a:pt x="1702810" y="128893"/>
                </a:lnTo>
                <a:lnTo>
                  <a:pt x="1714775" y="147434"/>
                </a:lnTo>
                <a:lnTo>
                  <a:pt x="1719160" y="170007"/>
                </a:lnTo>
                <a:lnTo>
                  <a:pt x="1714780" y="192727"/>
                </a:lnTo>
                <a:lnTo>
                  <a:pt x="1702853" y="211252"/>
                </a:lnTo>
                <a:lnTo>
                  <a:pt x="1685202" y="223726"/>
                </a:lnTo>
                <a:lnTo>
                  <a:pt x="1663647" y="228296"/>
                </a:lnTo>
                <a:lnTo>
                  <a:pt x="1744527" y="228296"/>
                </a:lnTo>
                <a:lnTo>
                  <a:pt x="1757515" y="209734"/>
                </a:lnTo>
                <a:lnTo>
                  <a:pt x="1765652" y="171395"/>
                </a:lnTo>
                <a:lnTo>
                  <a:pt x="1757754" y="131306"/>
                </a:lnTo>
                <a:lnTo>
                  <a:pt x="1744614" y="111719"/>
                </a:lnTo>
                <a:close/>
              </a:path>
              <a:path w="2030095" h="330834">
                <a:moveTo>
                  <a:pt x="1833880" y="73901"/>
                </a:moveTo>
                <a:lnTo>
                  <a:pt x="1791552" y="73901"/>
                </a:lnTo>
                <a:lnTo>
                  <a:pt x="1791552" y="266114"/>
                </a:lnTo>
                <a:lnTo>
                  <a:pt x="1837697" y="266114"/>
                </a:lnTo>
                <a:lnTo>
                  <a:pt x="1837697" y="159252"/>
                </a:lnTo>
                <a:lnTo>
                  <a:pt x="1840245" y="139660"/>
                </a:lnTo>
                <a:lnTo>
                  <a:pt x="1847932" y="125597"/>
                </a:lnTo>
                <a:lnTo>
                  <a:pt x="1860824" y="116999"/>
                </a:lnTo>
                <a:lnTo>
                  <a:pt x="1878985" y="113801"/>
                </a:lnTo>
                <a:lnTo>
                  <a:pt x="1878985" y="92636"/>
                </a:lnTo>
                <a:lnTo>
                  <a:pt x="1833880" y="92636"/>
                </a:lnTo>
                <a:lnTo>
                  <a:pt x="1833880" y="73901"/>
                </a:lnTo>
                <a:close/>
              </a:path>
              <a:path w="2030095" h="330834">
                <a:moveTo>
                  <a:pt x="1878985" y="69390"/>
                </a:moveTo>
                <a:lnTo>
                  <a:pt x="1875515" y="69390"/>
                </a:lnTo>
                <a:lnTo>
                  <a:pt x="1862374" y="70534"/>
                </a:lnTo>
                <a:lnTo>
                  <a:pt x="1851835" y="74378"/>
                </a:lnTo>
                <a:lnTo>
                  <a:pt x="1842728" y="81539"/>
                </a:lnTo>
                <a:lnTo>
                  <a:pt x="1833880" y="92636"/>
                </a:lnTo>
                <a:lnTo>
                  <a:pt x="1878985" y="92636"/>
                </a:lnTo>
                <a:lnTo>
                  <a:pt x="1878985" y="69390"/>
                </a:lnTo>
                <a:close/>
              </a:path>
              <a:path w="2030095" h="330834">
                <a:moveTo>
                  <a:pt x="1937034" y="205050"/>
                </a:moveTo>
                <a:lnTo>
                  <a:pt x="1890542" y="205050"/>
                </a:lnTo>
                <a:lnTo>
                  <a:pt x="1898230" y="234178"/>
                </a:lnTo>
                <a:lnTo>
                  <a:pt x="1913268" y="254621"/>
                </a:lnTo>
                <a:lnTo>
                  <a:pt x="1934551" y="266672"/>
                </a:lnTo>
                <a:lnTo>
                  <a:pt x="1960974" y="270624"/>
                </a:lnTo>
                <a:lnTo>
                  <a:pt x="1987955" y="265550"/>
                </a:lnTo>
                <a:lnTo>
                  <a:pt x="2009765" y="251628"/>
                </a:lnTo>
                <a:lnTo>
                  <a:pt x="2024353" y="230811"/>
                </a:lnTo>
                <a:lnTo>
                  <a:pt x="2024872" y="228296"/>
                </a:lnTo>
                <a:lnTo>
                  <a:pt x="1962709" y="228296"/>
                </a:lnTo>
                <a:lnTo>
                  <a:pt x="1953623" y="226957"/>
                </a:lnTo>
                <a:lnTo>
                  <a:pt x="1946489" y="222788"/>
                </a:lnTo>
                <a:lnTo>
                  <a:pt x="1941046" y="215561"/>
                </a:lnTo>
                <a:lnTo>
                  <a:pt x="1937034" y="205050"/>
                </a:lnTo>
                <a:close/>
              </a:path>
              <a:path w="2030095" h="330834">
                <a:moveTo>
                  <a:pt x="1961321" y="69390"/>
                </a:moveTo>
                <a:lnTo>
                  <a:pt x="1936270" y="73917"/>
                </a:lnTo>
                <a:lnTo>
                  <a:pt x="1916000" y="86348"/>
                </a:lnTo>
                <a:lnTo>
                  <a:pt x="1902431" y="104959"/>
                </a:lnTo>
                <a:lnTo>
                  <a:pt x="1897482" y="128026"/>
                </a:lnTo>
                <a:lnTo>
                  <a:pt x="1900463" y="146967"/>
                </a:lnTo>
                <a:lnTo>
                  <a:pt x="1909885" y="162201"/>
                </a:lnTo>
                <a:lnTo>
                  <a:pt x="1926463" y="174572"/>
                </a:lnTo>
                <a:lnTo>
                  <a:pt x="1950912" y="184926"/>
                </a:lnTo>
                <a:lnTo>
                  <a:pt x="1969035" y="191605"/>
                </a:lnTo>
                <a:lnTo>
                  <a:pt x="1978799" y="196983"/>
                </a:lnTo>
                <a:lnTo>
                  <a:pt x="1982773" y="202491"/>
                </a:lnTo>
                <a:lnTo>
                  <a:pt x="1983526" y="209560"/>
                </a:lnTo>
                <a:lnTo>
                  <a:pt x="1981932" y="217025"/>
                </a:lnTo>
                <a:lnTo>
                  <a:pt x="1977541" y="222961"/>
                </a:lnTo>
                <a:lnTo>
                  <a:pt x="1970938" y="226881"/>
                </a:lnTo>
                <a:lnTo>
                  <a:pt x="1962709" y="228296"/>
                </a:lnTo>
                <a:lnTo>
                  <a:pt x="2024872" y="228296"/>
                </a:lnTo>
                <a:lnTo>
                  <a:pt x="2029671" y="205050"/>
                </a:lnTo>
                <a:lnTo>
                  <a:pt x="2026982" y="186021"/>
                </a:lnTo>
                <a:lnTo>
                  <a:pt x="2018048" y="170961"/>
                </a:lnTo>
                <a:lnTo>
                  <a:pt x="2001568" y="158894"/>
                </a:lnTo>
                <a:lnTo>
                  <a:pt x="1976240" y="148843"/>
                </a:lnTo>
                <a:lnTo>
                  <a:pt x="1957825" y="142761"/>
                </a:lnTo>
                <a:lnTo>
                  <a:pt x="1948094" y="138434"/>
                </a:lnTo>
                <a:lnTo>
                  <a:pt x="1944282" y="134108"/>
                </a:lnTo>
                <a:lnTo>
                  <a:pt x="1943626" y="128026"/>
                </a:lnTo>
                <a:lnTo>
                  <a:pt x="1943626" y="118658"/>
                </a:lnTo>
                <a:lnTo>
                  <a:pt x="1951259" y="111719"/>
                </a:lnTo>
                <a:lnTo>
                  <a:pt x="2020678" y="111719"/>
                </a:lnTo>
                <a:lnTo>
                  <a:pt x="2018455" y="102763"/>
                </a:lnTo>
                <a:lnTo>
                  <a:pt x="2004474" y="84656"/>
                </a:lnTo>
                <a:lnTo>
                  <a:pt x="1984703" y="73315"/>
                </a:lnTo>
                <a:lnTo>
                  <a:pt x="1961321" y="69390"/>
                </a:lnTo>
                <a:close/>
              </a:path>
              <a:path w="2030095" h="330834">
                <a:moveTo>
                  <a:pt x="2020678" y="111719"/>
                </a:moveTo>
                <a:lnTo>
                  <a:pt x="1971036" y="111719"/>
                </a:lnTo>
                <a:lnTo>
                  <a:pt x="1977281" y="116923"/>
                </a:lnTo>
                <a:lnTo>
                  <a:pt x="1979363" y="126985"/>
                </a:lnTo>
                <a:lnTo>
                  <a:pt x="2024467" y="126985"/>
                </a:lnTo>
                <a:lnTo>
                  <a:pt x="2020678" y="1117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311190" y="9014924"/>
            <a:ext cx="2018664" cy="271145"/>
          </a:xfrm>
          <a:custGeom>
            <a:avLst/>
            <a:gdLst/>
            <a:ahLst/>
            <a:cxnLst/>
            <a:rect l="l" t="t" r="r" b="b"/>
            <a:pathLst>
              <a:path w="2018665" h="271145">
                <a:moveTo>
                  <a:pt x="58635" y="9714"/>
                </a:moveTo>
                <a:lnTo>
                  <a:pt x="0" y="9714"/>
                </a:lnTo>
                <a:lnTo>
                  <a:pt x="0" y="266114"/>
                </a:lnTo>
                <a:lnTo>
                  <a:pt x="59676" y="266114"/>
                </a:lnTo>
                <a:lnTo>
                  <a:pt x="86098" y="265355"/>
                </a:lnTo>
                <a:lnTo>
                  <a:pt x="126324" y="258502"/>
                </a:lnTo>
                <a:lnTo>
                  <a:pt x="169097" y="233234"/>
                </a:lnTo>
                <a:lnTo>
                  <a:pt x="178648" y="220663"/>
                </a:lnTo>
                <a:lnTo>
                  <a:pt x="47532" y="220663"/>
                </a:lnTo>
                <a:lnTo>
                  <a:pt x="47532" y="55165"/>
                </a:lnTo>
                <a:lnTo>
                  <a:pt x="178544" y="55165"/>
                </a:lnTo>
                <a:lnTo>
                  <a:pt x="173341" y="47587"/>
                </a:lnTo>
                <a:lnTo>
                  <a:pt x="149537" y="28103"/>
                </a:lnTo>
                <a:lnTo>
                  <a:pt x="132504" y="20107"/>
                </a:lnTo>
                <a:lnTo>
                  <a:pt x="111632" y="14355"/>
                </a:lnTo>
                <a:lnTo>
                  <a:pt x="86988" y="10880"/>
                </a:lnTo>
                <a:lnTo>
                  <a:pt x="58635" y="9714"/>
                </a:lnTo>
                <a:close/>
              </a:path>
              <a:path w="2018665" h="271145">
                <a:moveTo>
                  <a:pt x="178544" y="55165"/>
                </a:moveTo>
                <a:lnTo>
                  <a:pt x="56900" y="55165"/>
                </a:lnTo>
                <a:lnTo>
                  <a:pt x="77132" y="55718"/>
                </a:lnTo>
                <a:lnTo>
                  <a:pt x="93330" y="57507"/>
                </a:lnTo>
                <a:lnTo>
                  <a:pt x="134683" y="77593"/>
                </a:lnTo>
                <a:lnTo>
                  <a:pt x="154806" y="114901"/>
                </a:lnTo>
                <a:lnTo>
                  <a:pt x="157517" y="138434"/>
                </a:lnTo>
                <a:lnTo>
                  <a:pt x="154936" y="160764"/>
                </a:lnTo>
                <a:lnTo>
                  <a:pt x="135854" y="197227"/>
                </a:lnTo>
                <a:lnTo>
                  <a:pt x="94501" y="217930"/>
                </a:lnTo>
                <a:lnTo>
                  <a:pt x="57941" y="220663"/>
                </a:lnTo>
                <a:lnTo>
                  <a:pt x="178648" y="220663"/>
                </a:lnTo>
                <a:lnTo>
                  <a:pt x="188830" y="207262"/>
                </a:lnTo>
                <a:lnTo>
                  <a:pt x="201147" y="175239"/>
                </a:lnTo>
                <a:lnTo>
                  <a:pt x="205397" y="138434"/>
                </a:lnTo>
                <a:lnTo>
                  <a:pt x="201694" y="103728"/>
                </a:lnTo>
                <a:lnTo>
                  <a:pt x="190868" y="73120"/>
                </a:lnTo>
                <a:lnTo>
                  <a:pt x="178544" y="55165"/>
                </a:lnTo>
                <a:close/>
              </a:path>
              <a:path w="2018665" h="271145">
                <a:moveTo>
                  <a:pt x="284223" y="73901"/>
                </a:moveTo>
                <a:lnTo>
                  <a:pt x="238078" y="73901"/>
                </a:lnTo>
                <a:lnTo>
                  <a:pt x="238078" y="266114"/>
                </a:lnTo>
                <a:lnTo>
                  <a:pt x="284223" y="266114"/>
                </a:lnTo>
                <a:lnTo>
                  <a:pt x="284223" y="73901"/>
                </a:lnTo>
                <a:close/>
              </a:path>
              <a:path w="2018665" h="271145">
                <a:moveTo>
                  <a:pt x="284570" y="0"/>
                </a:moveTo>
                <a:lnTo>
                  <a:pt x="238425" y="0"/>
                </a:lnTo>
                <a:lnTo>
                  <a:pt x="238425" y="46145"/>
                </a:lnTo>
                <a:lnTo>
                  <a:pt x="284570" y="46145"/>
                </a:lnTo>
                <a:lnTo>
                  <a:pt x="284570" y="0"/>
                </a:lnTo>
                <a:close/>
              </a:path>
              <a:path w="2018665" h="271145">
                <a:moveTo>
                  <a:pt x="368961" y="115882"/>
                </a:moveTo>
                <a:lnTo>
                  <a:pt x="322817" y="115882"/>
                </a:lnTo>
                <a:lnTo>
                  <a:pt x="322817" y="266114"/>
                </a:lnTo>
                <a:lnTo>
                  <a:pt x="368961" y="266114"/>
                </a:lnTo>
                <a:lnTo>
                  <a:pt x="368961" y="115882"/>
                </a:lnTo>
                <a:close/>
              </a:path>
              <a:path w="2018665" h="271145">
                <a:moveTo>
                  <a:pt x="464721" y="115882"/>
                </a:moveTo>
                <a:lnTo>
                  <a:pt x="418576" y="115882"/>
                </a:lnTo>
                <a:lnTo>
                  <a:pt x="418576" y="266114"/>
                </a:lnTo>
                <a:lnTo>
                  <a:pt x="464721" y="266114"/>
                </a:lnTo>
                <a:lnTo>
                  <a:pt x="464721" y="115882"/>
                </a:lnTo>
                <a:close/>
              </a:path>
              <a:path w="2018665" h="271145">
                <a:moveTo>
                  <a:pt x="490743" y="77370"/>
                </a:moveTo>
                <a:lnTo>
                  <a:pt x="306163" y="77370"/>
                </a:lnTo>
                <a:lnTo>
                  <a:pt x="306163" y="115882"/>
                </a:lnTo>
                <a:lnTo>
                  <a:pt x="490743" y="115882"/>
                </a:lnTo>
                <a:lnTo>
                  <a:pt x="490743" y="77370"/>
                </a:lnTo>
                <a:close/>
              </a:path>
              <a:path w="2018665" h="271145">
                <a:moveTo>
                  <a:pt x="392207" y="9714"/>
                </a:moveTo>
                <a:lnTo>
                  <a:pt x="386309" y="9714"/>
                </a:lnTo>
                <a:lnTo>
                  <a:pt x="363069" y="13162"/>
                </a:lnTo>
                <a:lnTo>
                  <a:pt x="344024" y="24547"/>
                </a:lnTo>
                <a:lnTo>
                  <a:pt x="330249" y="45429"/>
                </a:lnTo>
                <a:lnTo>
                  <a:pt x="322817" y="77370"/>
                </a:lnTo>
                <a:lnTo>
                  <a:pt x="368961" y="77370"/>
                </a:lnTo>
                <a:lnTo>
                  <a:pt x="370366" y="66420"/>
                </a:lnTo>
                <a:lnTo>
                  <a:pt x="374469" y="59242"/>
                </a:lnTo>
                <a:lnTo>
                  <a:pt x="381891" y="55317"/>
                </a:lnTo>
                <a:lnTo>
                  <a:pt x="393248" y="54124"/>
                </a:lnTo>
                <a:lnTo>
                  <a:pt x="397759" y="54124"/>
                </a:lnTo>
                <a:lnTo>
                  <a:pt x="397759" y="10408"/>
                </a:lnTo>
                <a:lnTo>
                  <a:pt x="392207" y="9714"/>
                </a:lnTo>
                <a:close/>
              </a:path>
              <a:path w="2018665" h="271145">
                <a:moveTo>
                  <a:pt x="487967" y="9714"/>
                </a:moveTo>
                <a:lnTo>
                  <a:pt x="482069" y="9714"/>
                </a:lnTo>
                <a:lnTo>
                  <a:pt x="458828" y="13162"/>
                </a:lnTo>
                <a:lnTo>
                  <a:pt x="439784" y="24547"/>
                </a:lnTo>
                <a:lnTo>
                  <a:pt x="426008" y="45429"/>
                </a:lnTo>
                <a:lnTo>
                  <a:pt x="418576" y="77370"/>
                </a:lnTo>
                <a:lnTo>
                  <a:pt x="464721" y="77370"/>
                </a:lnTo>
                <a:lnTo>
                  <a:pt x="466125" y="66420"/>
                </a:lnTo>
                <a:lnTo>
                  <a:pt x="470229" y="59242"/>
                </a:lnTo>
                <a:lnTo>
                  <a:pt x="477650" y="55317"/>
                </a:lnTo>
                <a:lnTo>
                  <a:pt x="489008" y="54124"/>
                </a:lnTo>
                <a:lnTo>
                  <a:pt x="493518" y="54124"/>
                </a:lnTo>
                <a:lnTo>
                  <a:pt x="493518" y="10408"/>
                </a:lnTo>
                <a:lnTo>
                  <a:pt x="487967" y="9714"/>
                </a:lnTo>
                <a:close/>
              </a:path>
              <a:path w="2018665" h="271145">
                <a:moveTo>
                  <a:pt x="608558" y="69390"/>
                </a:moveTo>
                <a:lnTo>
                  <a:pt x="568870" y="77267"/>
                </a:lnTo>
                <a:lnTo>
                  <a:pt x="536695" y="98838"/>
                </a:lnTo>
                <a:lnTo>
                  <a:pt x="515124" y="131013"/>
                </a:lnTo>
                <a:lnTo>
                  <a:pt x="507247" y="170701"/>
                </a:lnTo>
                <a:lnTo>
                  <a:pt x="515265" y="210026"/>
                </a:lnTo>
                <a:lnTo>
                  <a:pt x="537302" y="241740"/>
                </a:lnTo>
                <a:lnTo>
                  <a:pt x="570333" y="262915"/>
                </a:lnTo>
                <a:lnTo>
                  <a:pt x="611334" y="270624"/>
                </a:lnTo>
                <a:lnTo>
                  <a:pt x="640234" y="266591"/>
                </a:lnTo>
                <a:lnTo>
                  <a:pt x="666890" y="254751"/>
                </a:lnTo>
                <a:lnTo>
                  <a:pt x="688667" y="235495"/>
                </a:lnTo>
                <a:lnTo>
                  <a:pt x="692574" y="228296"/>
                </a:lnTo>
                <a:lnTo>
                  <a:pt x="610293" y="228296"/>
                </a:lnTo>
                <a:lnTo>
                  <a:pt x="591216" y="225656"/>
                </a:lnTo>
                <a:lnTo>
                  <a:pt x="575554" y="218104"/>
                </a:lnTo>
                <a:lnTo>
                  <a:pt x="563991" y="206194"/>
                </a:lnTo>
                <a:lnTo>
                  <a:pt x="557209" y="190478"/>
                </a:lnTo>
                <a:lnTo>
                  <a:pt x="706052" y="190478"/>
                </a:lnTo>
                <a:lnTo>
                  <a:pt x="707440" y="183886"/>
                </a:lnTo>
                <a:lnTo>
                  <a:pt x="707787" y="179722"/>
                </a:lnTo>
                <a:lnTo>
                  <a:pt x="707787" y="172783"/>
                </a:lnTo>
                <a:lnTo>
                  <a:pt x="703657" y="149884"/>
                </a:lnTo>
                <a:lnTo>
                  <a:pt x="555821" y="149884"/>
                </a:lnTo>
                <a:lnTo>
                  <a:pt x="563389" y="133528"/>
                </a:lnTo>
                <a:lnTo>
                  <a:pt x="574990" y="121564"/>
                </a:lnTo>
                <a:lnTo>
                  <a:pt x="590365" y="114218"/>
                </a:lnTo>
                <a:lnTo>
                  <a:pt x="609252" y="111719"/>
                </a:lnTo>
                <a:lnTo>
                  <a:pt x="687863" y="111719"/>
                </a:lnTo>
                <a:lnTo>
                  <a:pt x="679640" y="98708"/>
                </a:lnTo>
                <a:lnTo>
                  <a:pt x="648214" y="77154"/>
                </a:lnTo>
                <a:lnTo>
                  <a:pt x="608558" y="69390"/>
                </a:lnTo>
                <a:close/>
              </a:path>
              <a:path w="2018665" h="271145">
                <a:moveTo>
                  <a:pt x="702930" y="209213"/>
                </a:moveTo>
                <a:lnTo>
                  <a:pt x="652621" y="209213"/>
                </a:lnTo>
                <a:lnTo>
                  <a:pt x="643714" y="218050"/>
                </a:lnTo>
                <a:lnTo>
                  <a:pt x="634189" y="223959"/>
                </a:lnTo>
                <a:lnTo>
                  <a:pt x="623298" y="227266"/>
                </a:lnTo>
                <a:lnTo>
                  <a:pt x="610293" y="228296"/>
                </a:lnTo>
                <a:lnTo>
                  <a:pt x="692574" y="228296"/>
                </a:lnTo>
                <a:lnTo>
                  <a:pt x="702930" y="209213"/>
                </a:lnTo>
                <a:close/>
              </a:path>
              <a:path w="2018665" h="271145">
                <a:moveTo>
                  <a:pt x="687863" y="111719"/>
                </a:moveTo>
                <a:lnTo>
                  <a:pt x="609252" y="111719"/>
                </a:lnTo>
                <a:lnTo>
                  <a:pt x="628719" y="114218"/>
                </a:lnTo>
                <a:lnTo>
                  <a:pt x="644251" y="121564"/>
                </a:lnTo>
                <a:lnTo>
                  <a:pt x="655554" y="133528"/>
                </a:lnTo>
                <a:lnTo>
                  <a:pt x="662336" y="149884"/>
                </a:lnTo>
                <a:lnTo>
                  <a:pt x="703657" y="149884"/>
                </a:lnTo>
                <a:lnTo>
                  <a:pt x="700333" y="131452"/>
                </a:lnTo>
                <a:lnTo>
                  <a:pt x="687863" y="111719"/>
                </a:lnTo>
                <a:close/>
              </a:path>
              <a:path w="2018665" h="271145">
                <a:moveTo>
                  <a:pt x="779832" y="73901"/>
                </a:moveTo>
                <a:lnTo>
                  <a:pt x="737503" y="73901"/>
                </a:lnTo>
                <a:lnTo>
                  <a:pt x="737503" y="266114"/>
                </a:lnTo>
                <a:lnTo>
                  <a:pt x="783648" y="266114"/>
                </a:lnTo>
                <a:lnTo>
                  <a:pt x="783648" y="159252"/>
                </a:lnTo>
                <a:lnTo>
                  <a:pt x="786196" y="139660"/>
                </a:lnTo>
                <a:lnTo>
                  <a:pt x="793883" y="125597"/>
                </a:lnTo>
                <a:lnTo>
                  <a:pt x="806775" y="116999"/>
                </a:lnTo>
                <a:lnTo>
                  <a:pt x="824936" y="113801"/>
                </a:lnTo>
                <a:lnTo>
                  <a:pt x="824936" y="92636"/>
                </a:lnTo>
                <a:lnTo>
                  <a:pt x="779832" y="92636"/>
                </a:lnTo>
                <a:lnTo>
                  <a:pt x="779832" y="73901"/>
                </a:lnTo>
                <a:close/>
              </a:path>
              <a:path w="2018665" h="271145">
                <a:moveTo>
                  <a:pt x="824936" y="69390"/>
                </a:moveTo>
                <a:lnTo>
                  <a:pt x="821466" y="69390"/>
                </a:lnTo>
                <a:lnTo>
                  <a:pt x="808325" y="70534"/>
                </a:lnTo>
                <a:lnTo>
                  <a:pt x="797787" y="74378"/>
                </a:lnTo>
                <a:lnTo>
                  <a:pt x="788679" y="81539"/>
                </a:lnTo>
                <a:lnTo>
                  <a:pt x="779832" y="92636"/>
                </a:lnTo>
                <a:lnTo>
                  <a:pt x="824936" y="92636"/>
                </a:lnTo>
                <a:lnTo>
                  <a:pt x="824936" y="69390"/>
                </a:lnTo>
                <a:close/>
              </a:path>
              <a:path w="2018665" h="271145">
                <a:moveTo>
                  <a:pt x="934845" y="69390"/>
                </a:moveTo>
                <a:lnTo>
                  <a:pt x="895156" y="77267"/>
                </a:lnTo>
                <a:lnTo>
                  <a:pt x="862982" y="98838"/>
                </a:lnTo>
                <a:lnTo>
                  <a:pt x="841411" y="131013"/>
                </a:lnTo>
                <a:lnTo>
                  <a:pt x="833534" y="170701"/>
                </a:lnTo>
                <a:lnTo>
                  <a:pt x="841552" y="210026"/>
                </a:lnTo>
                <a:lnTo>
                  <a:pt x="863589" y="241740"/>
                </a:lnTo>
                <a:lnTo>
                  <a:pt x="896620" y="262915"/>
                </a:lnTo>
                <a:lnTo>
                  <a:pt x="937620" y="270624"/>
                </a:lnTo>
                <a:lnTo>
                  <a:pt x="966521" y="266591"/>
                </a:lnTo>
                <a:lnTo>
                  <a:pt x="993176" y="254751"/>
                </a:lnTo>
                <a:lnTo>
                  <a:pt x="1014953" y="235495"/>
                </a:lnTo>
                <a:lnTo>
                  <a:pt x="1018860" y="228296"/>
                </a:lnTo>
                <a:lnTo>
                  <a:pt x="936579" y="228296"/>
                </a:lnTo>
                <a:lnTo>
                  <a:pt x="917502" y="225656"/>
                </a:lnTo>
                <a:lnTo>
                  <a:pt x="901841" y="218104"/>
                </a:lnTo>
                <a:lnTo>
                  <a:pt x="890277" y="206194"/>
                </a:lnTo>
                <a:lnTo>
                  <a:pt x="883495" y="190478"/>
                </a:lnTo>
                <a:lnTo>
                  <a:pt x="1032339" y="190478"/>
                </a:lnTo>
                <a:lnTo>
                  <a:pt x="1033727" y="183886"/>
                </a:lnTo>
                <a:lnTo>
                  <a:pt x="1034074" y="179722"/>
                </a:lnTo>
                <a:lnTo>
                  <a:pt x="1034074" y="172783"/>
                </a:lnTo>
                <a:lnTo>
                  <a:pt x="1029944" y="149884"/>
                </a:lnTo>
                <a:lnTo>
                  <a:pt x="882108" y="149884"/>
                </a:lnTo>
                <a:lnTo>
                  <a:pt x="889676" y="133528"/>
                </a:lnTo>
                <a:lnTo>
                  <a:pt x="901277" y="121564"/>
                </a:lnTo>
                <a:lnTo>
                  <a:pt x="916651" y="114218"/>
                </a:lnTo>
                <a:lnTo>
                  <a:pt x="935539" y="111719"/>
                </a:lnTo>
                <a:lnTo>
                  <a:pt x="1014149" y="111719"/>
                </a:lnTo>
                <a:lnTo>
                  <a:pt x="1005927" y="98708"/>
                </a:lnTo>
                <a:lnTo>
                  <a:pt x="974501" y="77154"/>
                </a:lnTo>
                <a:lnTo>
                  <a:pt x="934845" y="69390"/>
                </a:lnTo>
                <a:close/>
              </a:path>
              <a:path w="2018665" h="271145">
                <a:moveTo>
                  <a:pt x="1029216" y="209213"/>
                </a:moveTo>
                <a:lnTo>
                  <a:pt x="978908" y="209213"/>
                </a:lnTo>
                <a:lnTo>
                  <a:pt x="970001" y="218050"/>
                </a:lnTo>
                <a:lnTo>
                  <a:pt x="960476" y="223959"/>
                </a:lnTo>
                <a:lnTo>
                  <a:pt x="949585" y="227266"/>
                </a:lnTo>
                <a:lnTo>
                  <a:pt x="936579" y="228296"/>
                </a:lnTo>
                <a:lnTo>
                  <a:pt x="1018860" y="228296"/>
                </a:lnTo>
                <a:lnTo>
                  <a:pt x="1029216" y="209213"/>
                </a:lnTo>
                <a:close/>
              </a:path>
              <a:path w="2018665" h="271145">
                <a:moveTo>
                  <a:pt x="1014149" y="111719"/>
                </a:moveTo>
                <a:lnTo>
                  <a:pt x="935539" y="111719"/>
                </a:lnTo>
                <a:lnTo>
                  <a:pt x="955006" y="114218"/>
                </a:lnTo>
                <a:lnTo>
                  <a:pt x="970538" y="121564"/>
                </a:lnTo>
                <a:lnTo>
                  <a:pt x="981841" y="133528"/>
                </a:lnTo>
                <a:lnTo>
                  <a:pt x="988623" y="149884"/>
                </a:lnTo>
                <a:lnTo>
                  <a:pt x="1029944" y="149884"/>
                </a:lnTo>
                <a:lnTo>
                  <a:pt x="1026620" y="131452"/>
                </a:lnTo>
                <a:lnTo>
                  <a:pt x="1014149" y="111719"/>
                </a:lnTo>
                <a:close/>
              </a:path>
              <a:path w="2018665" h="271145">
                <a:moveTo>
                  <a:pt x="1106465" y="73901"/>
                </a:moveTo>
                <a:lnTo>
                  <a:pt x="1063790" y="73901"/>
                </a:lnTo>
                <a:lnTo>
                  <a:pt x="1063790" y="266114"/>
                </a:lnTo>
                <a:lnTo>
                  <a:pt x="1109935" y="266114"/>
                </a:lnTo>
                <a:lnTo>
                  <a:pt x="1110010" y="172089"/>
                </a:lnTo>
                <a:lnTo>
                  <a:pt x="1110298" y="158834"/>
                </a:lnTo>
                <a:lnTo>
                  <a:pt x="1123905" y="121819"/>
                </a:lnTo>
                <a:lnTo>
                  <a:pt x="1151569" y="111719"/>
                </a:lnTo>
                <a:lnTo>
                  <a:pt x="1228038" y="111719"/>
                </a:lnTo>
                <a:lnTo>
                  <a:pt x="1227173" y="108911"/>
                </a:lnTo>
                <a:lnTo>
                  <a:pt x="1220613" y="97147"/>
                </a:lnTo>
                <a:lnTo>
                  <a:pt x="1216186" y="92289"/>
                </a:lnTo>
                <a:lnTo>
                  <a:pt x="1106465" y="92289"/>
                </a:lnTo>
                <a:lnTo>
                  <a:pt x="1106465" y="73901"/>
                </a:lnTo>
                <a:close/>
              </a:path>
              <a:path w="2018665" h="271145">
                <a:moveTo>
                  <a:pt x="1228038" y="111719"/>
                </a:moveTo>
                <a:lnTo>
                  <a:pt x="1151569" y="111719"/>
                </a:lnTo>
                <a:lnTo>
                  <a:pt x="1166976" y="113931"/>
                </a:lnTo>
                <a:lnTo>
                  <a:pt x="1178545" y="122648"/>
                </a:lnTo>
                <a:lnTo>
                  <a:pt x="1185820" y="140993"/>
                </a:lnTo>
                <a:lnTo>
                  <a:pt x="1188347" y="172089"/>
                </a:lnTo>
                <a:lnTo>
                  <a:pt x="1188347" y="266114"/>
                </a:lnTo>
                <a:lnTo>
                  <a:pt x="1234492" y="266114"/>
                </a:lnTo>
                <a:lnTo>
                  <a:pt x="1234492" y="163068"/>
                </a:lnTo>
                <a:lnTo>
                  <a:pt x="1233787" y="140375"/>
                </a:lnTo>
                <a:lnTo>
                  <a:pt x="1231456" y="122821"/>
                </a:lnTo>
                <a:lnTo>
                  <a:pt x="1228038" y="111719"/>
                </a:lnTo>
                <a:close/>
              </a:path>
              <a:path w="2018665" h="271145">
                <a:moveTo>
                  <a:pt x="1160590" y="69390"/>
                </a:moveTo>
                <a:lnTo>
                  <a:pt x="1145303" y="70675"/>
                </a:lnTo>
                <a:lnTo>
                  <a:pt x="1131706" y="74725"/>
                </a:lnTo>
                <a:lnTo>
                  <a:pt x="1119021" y="81832"/>
                </a:lnTo>
                <a:lnTo>
                  <a:pt x="1106465" y="92289"/>
                </a:lnTo>
                <a:lnTo>
                  <a:pt x="1216186" y="92289"/>
                </a:lnTo>
                <a:lnTo>
                  <a:pt x="1209722" y="85199"/>
                </a:lnTo>
                <a:lnTo>
                  <a:pt x="1195936" y="76503"/>
                </a:lnTo>
                <a:lnTo>
                  <a:pt x="1179483" y="71190"/>
                </a:lnTo>
                <a:lnTo>
                  <a:pt x="1160590" y="69390"/>
                </a:lnTo>
                <a:close/>
              </a:path>
              <a:path w="2018665" h="271145">
                <a:moveTo>
                  <a:pt x="1364811" y="69390"/>
                </a:moveTo>
                <a:lnTo>
                  <a:pt x="1324976" y="77159"/>
                </a:lnTo>
                <a:lnTo>
                  <a:pt x="1292818" y="98491"/>
                </a:lnTo>
                <a:lnTo>
                  <a:pt x="1271328" y="130427"/>
                </a:lnTo>
                <a:lnTo>
                  <a:pt x="1263500" y="170007"/>
                </a:lnTo>
                <a:lnTo>
                  <a:pt x="1271545" y="209295"/>
                </a:lnTo>
                <a:lnTo>
                  <a:pt x="1293512" y="241263"/>
                </a:lnTo>
                <a:lnTo>
                  <a:pt x="1326147" y="262758"/>
                </a:lnTo>
                <a:lnTo>
                  <a:pt x="1366199" y="270624"/>
                </a:lnTo>
                <a:lnTo>
                  <a:pt x="1397745" y="266103"/>
                </a:lnTo>
                <a:lnTo>
                  <a:pt x="1424704" y="252930"/>
                </a:lnTo>
                <a:lnTo>
                  <a:pt x="1446264" y="231689"/>
                </a:lnTo>
                <a:lnTo>
                  <a:pt x="1448078" y="228296"/>
                </a:lnTo>
                <a:lnTo>
                  <a:pt x="1365852" y="228296"/>
                </a:lnTo>
                <a:lnTo>
                  <a:pt x="1343658" y="223867"/>
                </a:lnTo>
                <a:lnTo>
                  <a:pt x="1325952" y="211599"/>
                </a:lnTo>
                <a:lnTo>
                  <a:pt x="1314232" y="193020"/>
                </a:lnTo>
                <a:lnTo>
                  <a:pt x="1309992" y="169660"/>
                </a:lnTo>
                <a:lnTo>
                  <a:pt x="1314069" y="146409"/>
                </a:lnTo>
                <a:lnTo>
                  <a:pt x="1325432" y="128069"/>
                </a:lnTo>
                <a:lnTo>
                  <a:pt x="1342779" y="116040"/>
                </a:lnTo>
                <a:lnTo>
                  <a:pt x="1364811" y="111719"/>
                </a:lnTo>
                <a:lnTo>
                  <a:pt x="1447879" y="111719"/>
                </a:lnTo>
                <a:lnTo>
                  <a:pt x="1446340" y="108764"/>
                </a:lnTo>
                <a:lnTo>
                  <a:pt x="1424010" y="87215"/>
                </a:lnTo>
                <a:lnTo>
                  <a:pt x="1396281" y="73928"/>
                </a:lnTo>
                <a:lnTo>
                  <a:pt x="1364811" y="69390"/>
                </a:lnTo>
                <a:close/>
              </a:path>
              <a:path w="2018665" h="271145">
                <a:moveTo>
                  <a:pt x="1461611" y="202968"/>
                </a:moveTo>
                <a:lnTo>
                  <a:pt x="1409568" y="202968"/>
                </a:lnTo>
                <a:lnTo>
                  <a:pt x="1400591" y="214390"/>
                </a:lnTo>
                <a:lnTo>
                  <a:pt x="1390573" y="222267"/>
                </a:lnTo>
                <a:lnTo>
                  <a:pt x="1379123" y="226827"/>
                </a:lnTo>
                <a:lnTo>
                  <a:pt x="1365852" y="228296"/>
                </a:lnTo>
                <a:lnTo>
                  <a:pt x="1448078" y="228296"/>
                </a:lnTo>
                <a:lnTo>
                  <a:pt x="1461611" y="202968"/>
                </a:lnTo>
                <a:close/>
              </a:path>
              <a:path w="2018665" h="271145">
                <a:moveTo>
                  <a:pt x="1447879" y="111719"/>
                </a:moveTo>
                <a:lnTo>
                  <a:pt x="1364811" y="111719"/>
                </a:lnTo>
                <a:lnTo>
                  <a:pt x="1379269" y="113351"/>
                </a:lnTo>
                <a:lnTo>
                  <a:pt x="1391483" y="118268"/>
                </a:lnTo>
                <a:lnTo>
                  <a:pt x="1401550" y="126502"/>
                </a:lnTo>
                <a:lnTo>
                  <a:pt x="1409568" y="138088"/>
                </a:lnTo>
                <a:lnTo>
                  <a:pt x="1461611" y="138088"/>
                </a:lnTo>
                <a:lnTo>
                  <a:pt x="1447879" y="111719"/>
                </a:lnTo>
                <a:close/>
              </a:path>
              <a:path w="2018665" h="271145">
                <a:moveTo>
                  <a:pt x="1586740" y="69390"/>
                </a:moveTo>
                <a:lnTo>
                  <a:pt x="1547052" y="77267"/>
                </a:lnTo>
                <a:lnTo>
                  <a:pt x="1514877" y="98838"/>
                </a:lnTo>
                <a:lnTo>
                  <a:pt x="1493306" y="131013"/>
                </a:lnTo>
                <a:lnTo>
                  <a:pt x="1485429" y="170701"/>
                </a:lnTo>
                <a:lnTo>
                  <a:pt x="1493447" y="210026"/>
                </a:lnTo>
                <a:lnTo>
                  <a:pt x="1515484" y="241740"/>
                </a:lnTo>
                <a:lnTo>
                  <a:pt x="1548516" y="262915"/>
                </a:lnTo>
                <a:lnTo>
                  <a:pt x="1589516" y="270624"/>
                </a:lnTo>
                <a:lnTo>
                  <a:pt x="1618416" y="266591"/>
                </a:lnTo>
                <a:lnTo>
                  <a:pt x="1645072" y="254751"/>
                </a:lnTo>
                <a:lnTo>
                  <a:pt x="1666849" y="235495"/>
                </a:lnTo>
                <a:lnTo>
                  <a:pt x="1670756" y="228296"/>
                </a:lnTo>
                <a:lnTo>
                  <a:pt x="1588475" y="228296"/>
                </a:lnTo>
                <a:lnTo>
                  <a:pt x="1569398" y="225656"/>
                </a:lnTo>
                <a:lnTo>
                  <a:pt x="1553736" y="218104"/>
                </a:lnTo>
                <a:lnTo>
                  <a:pt x="1542173" y="206194"/>
                </a:lnTo>
                <a:lnTo>
                  <a:pt x="1535391" y="190478"/>
                </a:lnTo>
                <a:lnTo>
                  <a:pt x="1684234" y="190478"/>
                </a:lnTo>
                <a:lnTo>
                  <a:pt x="1685622" y="183886"/>
                </a:lnTo>
                <a:lnTo>
                  <a:pt x="1685969" y="179722"/>
                </a:lnTo>
                <a:lnTo>
                  <a:pt x="1685969" y="172783"/>
                </a:lnTo>
                <a:lnTo>
                  <a:pt x="1681839" y="149884"/>
                </a:lnTo>
                <a:lnTo>
                  <a:pt x="1534003" y="149884"/>
                </a:lnTo>
                <a:lnTo>
                  <a:pt x="1541571" y="133528"/>
                </a:lnTo>
                <a:lnTo>
                  <a:pt x="1553172" y="121564"/>
                </a:lnTo>
                <a:lnTo>
                  <a:pt x="1568547" y="114218"/>
                </a:lnTo>
                <a:lnTo>
                  <a:pt x="1587434" y="111719"/>
                </a:lnTo>
                <a:lnTo>
                  <a:pt x="1666045" y="111719"/>
                </a:lnTo>
                <a:lnTo>
                  <a:pt x="1657822" y="98708"/>
                </a:lnTo>
                <a:lnTo>
                  <a:pt x="1626396" y="77154"/>
                </a:lnTo>
                <a:lnTo>
                  <a:pt x="1586740" y="69390"/>
                </a:lnTo>
                <a:close/>
              </a:path>
              <a:path w="2018665" h="271145">
                <a:moveTo>
                  <a:pt x="1681112" y="209213"/>
                </a:moveTo>
                <a:lnTo>
                  <a:pt x="1630803" y="209213"/>
                </a:lnTo>
                <a:lnTo>
                  <a:pt x="1621896" y="218050"/>
                </a:lnTo>
                <a:lnTo>
                  <a:pt x="1612371" y="223959"/>
                </a:lnTo>
                <a:lnTo>
                  <a:pt x="1601480" y="227266"/>
                </a:lnTo>
                <a:lnTo>
                  <a:pt x="1588475" y="228296"/>
                </a:lnTo>
                <a:lnTo>
                  <a:pt x="1670756" y="228296"/>
                </a:lnTo>
                <a:lnTo>
                  <a:pt x="1681112" y="209213"/>
                </a:lnTo>
                <a:close/>
              </a:path>
              <a:path w="2018665" h="271145">
                <a:moveTo>
                  <a:pt x="1666045" y="111719"/>
                </a:moveTo>
                <a:lnTo>
                  <a:pt x="1587434" y="111719"/>
                </a:lnTo>
                <a:lnTo>
                  <a:pt x="1606901" y="114218"/>
                </a:lnTo>
                <a:lnTo>
                  <a:pt x="1622433" y="121564"/>
                </a:lnTo>
                <a:lnTo>
                  <a:pt x="1633736" y="133528"/>
                </a:lnTo>
                <a:lnTo>
                  <a:pt x="1640518" y="149884"/>
                </a:lnTo>
                <a:lnTo>
                  <a:pt x="1681839" y="149884"/>
                </a:lnTo>
                <a:lnTo>
                  <a:pt x="1678515" y="131452"/>
                </a:lnTo>
                <a:lnTo>
                  <a:pt x="1666045" y="111719"/>
                </a:lnTo>
                <a:close/>
              </a:path>
              <a:path w="2018665" h="271145">
                <a:moveTo>
                  <a:pt x="1750034" y="205050"/>
                </a:moveTo>
                <a:lnTo>
                  <a:pt x="1703542" y="205050"/>
                </a:lnTo>
                <a:lnTo>
                  <a:pt x="1711229" y="234178"/>
                </a:lnTo>
                <a:lnTo>
                  <a:pt x="1726267" y="254621"/>
                </a:lnTo>
                <a:lnTo>
                  <a:pt x="1747551" y="266672"/>
                </a:lnTo>
                <a:lnTo>
                  <a:pt x="1773974" y="270624"/>
                </a:lnTo>
                <a:lnTo>
                  <a:pt x="1800955" y="265550"/>
                </a:lnTo>
                <a:lnTo>
                  <a:pt x="1822764" y="251628"/>
                </a:lnTo>
                <a:lnTo>
                  <a:pt x="1837353" y="230811"/>
                </a:lnTo>
                <a:lnTo>
                  <a:pt x="1837872" y="228296"/>
                </a:lnTo>
                <a:lnTo>
                  <a:pt x="1775708" y="228296"/>
                </a:lnTo>
                <a:lnTo>
                  <a:pt x="1766623" y="226957"/>
                </a:lnTo>
                <a:lnTo>
                  <a:pt x="1759488" y="222788"/>
                </a:lnTo>
                <a:lnTo>
                  <a:pt x="1754045" y="215561"/>
                </a:lnTo>
                <a:lnTo>
                  <a:pt x="1750034" y="205050"/>
                </a:lnTo>
                <a:close/>
              </a:path>
              <a:path w="2018665" h="271145">
                <a:moveTo>
                  <a:pt x="1774321" y="69390"/>
                </a:moveTo>
                <a:lnTo>
                  <a:pt x="1749269" y="73917"/>
                </a:lnTo>
                <a:lnTo>
                  <a:pt x="1729000" y="86348"/>
                </a:lnTo>
                <a:lnTo>
                  <a:pt x="1715431" y="104959"/>
                </a:lnTo>
                <a:lnTo>
                  <a:pt x="1710481" y="128026"/>
                </a:lnTo>
                <a:lnTo>
                  <a:pt x="1713463" y="146967"/>
                </a:lnTo>
                <a:lnTo>
                  <a:pt x="1722885" y="162201"/>
                </a:lnTo>
                <a:lnTo>
                  <a:pt x="1739463" y="174572"/>
                </a:lnTo>
                <a:lnTo>
                  <a:pt x="1763912" y="184926"/>
                </a:lnTo>
                <a:lnTo>
                  <a:pt x="1782035" y="191605"/>
                </a:lnTo>
                <a:lnTo>
                  <a:pt x="1791798" y="196983"/>
                </a:lnTo>
                <a:lnTo>
                  <a:pt x="1795772" y="202491"/>
                </a:lnTo>
                <a:lnTo>
                  <a:pt x="1796526" y="209560"/>
                </a:lnTo>
                <a:lnTo>
                  <a:pt x="1794932" y="217025"/>
                </a:lnTo>
                <a:lnTo>
                  <a:pt x="1790541" y="222961"/>
                </a:lnTo>
                <a:lnTo>
                  <a:pt x="1783938" y="226881"/>
                </a:lnTo>
                <a:lnTo>
                  <a:pt x="1775708" y="228296"/>
                </a:lnTo>
                <a:lnTo>
                  <a:pt x="1837872" y="228296"/>
                </a:lnTo>
                <a:lnTo>
                  <a:pt x="1842671" y="205050"/>
                </a:lnTo>
                <a:lnTo>
                  <a:pt x="1839982" y="186021"/>
                </a:lnTo>
                <a:lnTo>
                  <a:pt x="1831048" y="170961"/>
                </a:lnTo>
                <a:lnTo>
                  <a:pt x="1814567" y="158894"/>
                </a:lnTo>
                <a:lnTo>
                  <a:pt x="1789240" y="148843"/>
                </a:lnTo>
                <a:lnTo>
                  <a:pt x="1770824" y="142761"/>
                </a:lnTo>
                <a:lnTo>
                  <a:pt x="1761093" y="138434"/>
                </a:lnTo>
                <a:lnTo>
                  <a:pt x="1757282" y="134108"/>
                </a:lnTo>
                <a:lnTo>
                  <a:pt x="1756626" y="128026"/>
                </a:lnTo>
                <a:lnTo>
                  <a:pt x="1756626" y="118658"/>
                </a:lnTo>
                <a:lnTo>
                  <a:pt x="1764259" y="111719"/>
                </a:lnTo>
                <a:lnTo>
                  <a:pt x="1833677" y="111719"/>
                </a:lnTo>
                <a:lnTo>
                  <a:pt x="1831454" y="102763"/>
                </a:lnTo>
                <a:lnTo>
                  <a:pt x="1817473" y="84656"/>
                </a:lnTo>
                <a:lnTo>
                  <a:pt x="1797702" y="73315"/>
                </a:lnTo>
                <a:lnTo>
                  <a:pt x="1774321" y="69390"/>
                </a:lnTo>
                <a:close/>
              </a:path>
              <a:path w="2018665" h="271145">
                <a:moveTo>
                  <a:pt x="1833677" y="111719"/>
                </a:moveTo>
                <a:lnTo>
                  <a:pt x="1784035" y="111719"/>
                </a:lnTo>
                <a:lnTo>
                  <a:pt x="1790281" y="116923"/>
                </a:lnTo>
                <a:lnTo>
                  <a:pt x="1792362" y="126985"/>
                </a:lnTo>
                <a:lnTo>
                  <a:pt x="1837466" y="126985"/>
                </a:lnTo>
                <a:lnTo>
                  <a:pt x="1833677" y="111719"/>
                </a:lnTo>
                <a:close/>
              </a:path>
              <a:path w="2018665" h="271145">
                <a:moveTo>
                  <a:pt x="2018127" y="221704"/>
                </a:moveTo>
                <a:lnTo>
                  <a:pt x="1971982" y="221704"/>
                </a:lnTo>
                <a:lnTo>
                  <a:pt x="1971982" y="266114"/>
                </a:lnTo>
                <a:lnTo>
                  <a:pt x="2018127" y="266114"/>
                </a:lnTo>
                <a:lnTo>
                  <a:pt x="2018127" y="221704"/>
                </a:lnTo>
                <a:close/>
              </a:path>
              <a:path w="2018665" h="271145">
                <a:moveTo>
                  <a:pt x="2018127" y="91943"/>
                </a:moveTo>
                <a:lnTo>
                  <a:pt x="1971982" y="91943"/>
                </a:lnTo>
                <a:lnTo>
                  <a:pt x="1971982" y="138088"/>
                </a:lnTo>
                <a:lnTo>
                  <a:pt x="2018127" y="138088"/>
                </a:lnTo>
                <a:lnTo>
                  <a:pt x="2018127" y="91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1519" y="5609101"/>
            <a:ext cx="3816502" cy="123361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71861" y="5609101"/>
            <a:ext cx="3816502" cy="12336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71861" y="7025833"/>
            <a:ext cx="3816502" cy="123361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1156" y="7025833"/>
            <a:ext cx="3816502" cy="1233616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812067" y="5984413"/>
            <a:ext cx="1597025" cy="574040"/>
          </a:xfrm>
          <a:custGeom>
            <a:avLst/>
            <a:gdLst/>
            <a:ahLst/>
            <a:cxnLst/>
            <a:rect l="l" t="t" r="r" b="b"/>
            <a:pathLst>
              <a:path w="1597025" h="574040">
                <a:moveTo>
                  <a:pt x="0" y="70569"/>
                </a:moveTo>
                <a:lnTo>
                  <a:pt x="0" y="183480"/>
                </a:lnTo>
                <a:lnTo>
                  <a:pt x="175140" y="322052"/>
                </a:lnTo>
                <a:lnTo>
                  <a:pt x="0" y="460625"/>
                </a:lnTo>
                <a:lnTo>
                  <a:pt x="0" y="573535"/>
                </a:lnTo>
                <a:lnTo>
                  <a:pt x="273937" y="356695"/>
                </a:lnTo>
                <a:lnTo>
                  <a:pt x="273937" y="287409"/>
                </a:lnTo>
                <a:lnTo>
                  <a:pt x="0" y="70569"/>
                </a:lnTo>
                <a:close/>
              </a:path>
              <a:path w="1597025" h="574040">
                <a:moveTo>
                  <a:pt x="586116" y="8339"/>
                </a:moveTo>
                <a:lnTo>
                  <a:pt x="441128" y="8339"/>
                </a:lnTo>
                <a:lnTo>
                  <a:pt x="441128" y="88532"/>
                </a:lnTo>
                <a:lnTo>
                  <a:pt x="500791" y="88532"/>
                </a:lnTo>
                <a:lnTo>
                  <a:pt x="500791" y="482437"/>
                </a:lnTo>
                <a:lnTo>
                  <a:pt x="586116" y="482437"/>
                </a:lnTo>
                <a:lnTo>
                  <a:pt x="586116" y="8339"/>
                </a:lnTo>
                <a:close/>
              </a:path>
              <a:path w="1597025" h="574040">
                <a:moveTo>
                  <a:pt x="880306" y="0"/>
                </a:moveTo>
                <a:lnTo>
                  <a:pt x="834662" y="5120"/>
                </a:lnTo>
                <a:lnTo>
                  <a:pt x="795718" y="20006"/>
                </a:lnTo>
                <a:lnTo>
                  <a:pt x="764188" y="43945"/>
                </a:lnTo>
                <a:lnTo>
                  <a:pt x="740783" y="76224"/>
                </a:lnTo>
                <a:lnTo>
                  <a:pt x="726218" y="116130"/>
                </a:lnTo>
                <a:lnTo>
                  <a:pt x="721205" y="162950"/>
                </a:lnTo>
                <a:lnTo>
                  <a:pt x="721205" y="323977"/>
                </a:lnTo>
                <a:lnTo>
                  <a:pt x="726503" y="373310"/>
                </a:lnTo>
                <a:lnTo>
                  <a:pt x="741781" y="414553"/>
                </a:lnTo>
                <a:lnTo>
                  <a:pt x="766112" y="447313"/>
                </a:lnTo>
                <a:lnTo>
                  <a:pt x="798569" y="471198"/>
                </a:lnTo>
                <a:lnTo>
                  <a:pt x="838226" y="485817"/>
                </a:lnTo>
                <a:lnTo>
                  <a:pt x="884155" y="490777"/>
                </a:lnTo>
                <a:lnTo>
                  <a:pt x="927908" y="485817"/>
                </a:lnTo>
                <a:lnTo>
                  <a:pt x="965583" y="471198"/>
                </a:lnTo>
                <a:lnTo>
                  <a:pt x="996345" y="447313"/>
                </a:lnTo>
                <a:lnTo>
                  <a:pt x="1019354" y="414553"/>
                </a:lnTo>
                <a:lnTo>
                  <a:pt x="1020068" y="412509"/>
                </a:lnTo>
                <a:lnTo>
                  <a:pt x="881589" y="412509"/>
                </a:lnTo>
                <a:lnTo>
                  <a:pt x="849292" y="406575"/>
                </a:lnTo>
                <a:lnTo>
                  <a:pt x="825775" y="389093"/>
                </a:lnTo>
                <a:lnTo>
                  <a:pt x="811401" y="360544"/>
                </a:lnTo>
                <a:lnTo>
                  <a:pt x="806529" y="321411"/>
                </a:lnTo>
                <a:lnTo>
                  <a:pt x="806529" y="162950"/>
                </a:lnTo>
                <a:lnTo>
                  <a:pt x="811662" y="127525"/>
                </a:lnTo>
                <a:lnTo>
                  <a:pt x="826417" y="100881"/>
                </a:lnTo>
                <a:lnTo>
                  <a:pt x="849833" y="84101"/>
                </a:lnTo>
                <a:lnTo>
                  <a:pt x="880948" y="78267"/>
                </a:lnTo>
                <a:lnTo>
                  <a:pt x="1020453" y="78267"/>
                </a:lnTo>
                <a:lnTo>
                  <a:pt x="1019069" y="74608"/>
                </a:lnTo>
                <a:lnTo>
                  <a:pt x="995623" y="43143"/>
                </a:lnTo>
                <a:lnTo>
                  <a:pt x="964158" y="19697"/>
                </a:lnTo>
                <a:lnTo>
                  <a:pt x="925458" y="5055"/>
                </a:lnTo>
                <a:lnTo>
                  <a:pt x="880306" y="0"/>
                </a:lnTo>
                <a:close/>
              </a:path>
              <a:path w="1597025" h="574040">
                <a:moveTo>
                  <a:pt x="1020453" y="78267"/>
                </a:moveTo>
                <a:lnTo>
                  <a:pt x="880948" y="78267"/>
                </a:lnTo>
                <a:lnTo>
                  <a:pt x="911762" y="83831"/>
                </a:lnTo>
                <a:lnTo>
                  <a:pt x="934516" y="100160"/>
                </a:lnTo>
                <a:lnTo>
                  <a:pt x="948610" y="126713"/>
                </a:lnTo>
                <a:lnTo>
                  <a:pt x="953442" y="162950"/>
                </a:lnTo>
                <a:lnTo>
                  <a:pt x="953364" y="323977"/>
                </a:lnTo>
                <a:lnTo>
                  <a:pt x="948620" y="362980"/>
                </a:lnTo>
                <a:lnTo>
                  <a:pt x="934596" y="390777"/>
                </a:lnTo>
                <a:lnTo>
                  <a:pt x="912032" y="407146"/>
                </a:lnTo>
                <a:lnTo>
                  <a:pt x="881589" y="412509"/>
                </a:lnTo>
                <a:lnTo>
                  <a:pt x="1020068" y="412509"/>
                </a:lnTo>
                <a:lnTo>
                  <a:pt x="1033774" y="373310"/>
                </a:lnTo>
                <a:lnTo>
                  <a:pt x="1038766" y="323977"/>
                </a:lnTo>
                <a:lnTo>
                  <a:pt x="1038766" y="158460"/>
                </a:lnTo>
                <a:lnTo>
                  <a:pt x="1033711" y="113308"/>
                </a:lnTo>
                <a:lnTo>
                  <a:pt x="1020453" y="78267"/>
                </a:lnTo>
                <a:close/>
              </a:path>
              <a:path w="1597025" h="574040">
                <a:moveTo>
                  <a:pt x="1481153" y="259181"/>
                </a:moveTo>
                <a:lnTo>
                  <a:pt x="1435303" y="268213"/>
                </a:lnTo>
                <a:lnTo>
                  <a:pt x="1398234" y="292942"/>
                </a:lnTo>
                <a:lnTo>
                  <a:pt x="1373434" y="329821"/>
                </a:lnTo>
                <a:lnTo>
                  <a:pt x="1364392" y="375300"/>
                </a:lnTo>
                <a:lnTo>
                  <a:pt x="1373514" y="420137"/>
                </a:lnTo>
                <a:lnTo>
                  <a:pt x="1398394" y="456855"/>
                </a:lnTo>
                <a:lnTo>
                  <a:pt x="1435303" y="481665"/>
                </a:lnTo>
                <a:lnTo>
                  <a:pt x="1480511" y="490777"/>
                </a:lnTo>
                <a:lnTo>
                  <a:pt x="1525720" y="481655"/>
                </a:lnTo>
                <a:lnTo>
                  <a:pt x="1562628" y="456775"/>
                </a:lnTo>
                <a:lnTo>
                  <a:pt x="1585981" y="422132"/>
                </a:lnTo>
                <a:lnTo>
                  <a:pt x="1480511" y="422132"/>
                </a:lnTo>
                <a:lnTo>
                  <a:pt x="1462368" y="418413"/>
                </a:lnTo>
                <a:lnTo>
                  <a:pt x="1447472" y="408259"/>
                </a:lnTo>
                <a:lnTo>
                  <a:pt x="1437388" y="393173"/>
                </a:lnTo>
                <a:lnTo>
                  <a:pt x="1433679" y="374658"/>
                </a:lnTo>
                <a:lnTo>
                  <a:pt x="1437388" y="356144"/>
                </a:lnTo>
                <a:lnTo>
                  <a:pt x="1447472" y="341058"/>
                </a:lnTo>
                <a:lnTo>
                  <a:pt x="1462368" y="330903"/>
                </a:lnTo>
                <a:lnTo>
                  <a:pt x="1480511" y="327184"/>
                </a:lnTo>
                <a:lnTo>
                  <a:pt x="1585453" y="327184"/>
                </a:lnTo>
                <a:lnTo>
                  <a:pt x="1562468" y="293343"/>
                </a:lnTo>
                <a:lnTo>
                  <a:pt x="1525720" y="268383"/>
                </a:lnTo>
                <a:lnTo>
                  <a:pt x="1481153" y="259181"/>
                </a:lnTo>
                <a:close/>
              </a:path>
              <a:path w="1597025" h="574040">
                <a:moveTo>
                  <a:pt x="1465756" y="8339"/>
                </a:moveTo>
                <a:lnTo>
                  <a:pt x="1399677" y="8339"/>
                </a:lnTo>
                <a:lnTo>
                  <a:pt x="1204008" y="482437"/>
                </a:lnTo>
                <a:lnTo>
                  <a:pt x="1269445" y="482437"/>
                </a:lnTo>
                <a:lnTo>
                  <a:pt x="1465756" y="8339"/>
                </a:lnTo>
                <a:close/>
              </a:path>
              <a:path w="1597025" h="574040">
                <a:moveTo>
                  <a:pt x="1585453" y="327184"/>
                </a:moveTo>
                <a:lnTo>
                  <a:pt x="1480511" y="327184"/>
                </a:lnTo>
                <a:lnTo>
                  <a:pt x="1498755" y="330994"/>
                </a:lnTo>
                <a:lnTo>
                  <a:pt x="1513871" y="341298"/>
                </a:lnTo>
                <a:lnTo>
                  <a:pt x="1524176" y="356415"/>
                </a:lnTo>
                <a:lnTo>
                  <a:pt x="1527985" y="374658"/>
                </a:lnTo>
                <a:lnTo>
                  <a:pt x="1524176" y="392902"/>
                </a:lnTo>
                <a:lnTo>
                  <a:pt x="1513871" y="408018"/>
                </a:lnTo>
                <a:lnTo>
                  <a:pt x="1498755" y="418323"/>
                </a:lnTo>
                <a:lnTo>
                  <a:pt x="1480511" y="422132"/>
                </a:lnTo>
                <a:lnTo>
                  <a:pt x="1585981" y="422132"/>
                </a:lnTo>
                <a:lnTo>
                  <a:pt x="1587508" y="419867"/>
                </a:lnTo>
                <a:lnTo>
                  <a:pt x="1596630" y="374658"/>
                </a:lnTo>
                <a:lnTo>
                  <a:pt x="1587428" y="330091"/>
                </a:lnTo>
                <a:lnTo>
                  <a:pt x="1585453" y="327184"/>
                </a:lnTo>
                <a:close/>
              </a:path>
              <a:path w="1597025" h="574040">
                <a:moveTo>
                  <a:pt x="1191177" y="0"/>
                </a:moveTo>
                <a:lnTo>
                  <a:pt x="1145327" y="9031"/>
                </a:lnTo>
                <a:lnTo>
                  <a:pt x="1108258" y="33760"/>
                </a:lnTo>
                <a:lnTo>
                  <a:pt x="1083459" y="70639"/>
                </a:lnTo>
                <a:lnTo>
                  <a:pt x="1074417" y="116118"/>
                </a:lnTo>
                <a:lnTo>
                  <a:pt x="1083539" y="160956"/>
                </a:lnTo>
                <a:lnTo>
                  <a:pt x="1108418" y="197674"/>
                </a:lnTo>
                <a:lnTo>
                  <a:pt x="1145327" y="222483"/>
                </a:lnTo>
                <a:lnTo>
                  <a:pt x="1190535" y="231595"/>
                </a:lnTo>
                <a:lnTo>
                  <a:pt x="1235744" y="222473"/>
                </a:lnTo>
                <a:lnTo>
                  <a:pt x="1272652" y="197593"/>
                </a:lnTo>
                <a:lnTo>
                  <a:pt x="1296005" y="162950"/>
                </a:lnTo>
                <a:lnTo>
                  <a:pt x="1190535" y="162950"/>
                </a:lnTo>
                <a:lnTo>
                  <a:pt x="1172392" y="159231"/>
                </a:lnTo>
                <a:lnTo>
                  <a:pt x="1157496" y="149077"/>
                </a:lnTo>
                <a:lnTo>
                  <a:pt x="1147412" y="133991"/>
                </a:lnTo>
                <a:lnTo>
                  <a:pt x="1143703" y="115477"/>
                </a:lnTo>
                <a:lnTo>
                  <a:pt x="1147412" y="96962"/>
                </a:lnTo>
                <a:lnTo>
                  <a:pt x="1157496" y="81876"/>
                </a:lnTo>
                <a:lnTo>
                  <a:pt x="1172392" y="71722"/>
                </a:lnTo>
                <a:lnTo>
                  <a:pt x="1190535" y="68003"/>
                </a:lnTo>
                <a:lnTo>
                  <a:pt x="1295477" y="68003"/>
                </a:lnTo>
                <a:lnTo>
                  <a:pt x="1272492" y="34161"/>
                </a:lnTo>
                <a:lnTo>
                  <a:pt x="1235744" y="9202"/>
                </a:lnTo>
                <a:lnTo>
                  <a:pt x="1191177" y="0"/>
                </a:lnTo>
                <a:close/>
              </a:path>
              <a:path w="1597025" h="574040">
                <a:moveTo>
                  <a:pt x="1295477" y="68003"/>
                </a:moveTo>
                <a:lnTo>
                  <a:pt x="1190535" y="68003"/>
                </a:lnTo>
                <a:lnTo>
                  <a:pt x="1208779" y="71812"/>
                </a:lnTo>
                <a:lnTo>
                  <a:pt x="1223895" y="82116"/>
                </a:lnTo>
                <a:lnTo>
                  <a:pt x="1234200" y="97233"/>
                </a:lnTo>
                <a:lnTo>
                  <a:pt x="1238009" y="115477"/>
                </a:lnTo>
                <a:lnTo>
                  <a:pt x="1234200" y="133720"/>
                </a:lnTo>
                <a:lnTo>
                  <a:pt x="1223895" y="148837"/>
                </a:lnTo>
                <a:lnTo>
                  <a:pt x="1208779" y="159141"/>
                </a:lnTo>
                <a:lnTo>
                  <a:pt x="1190535" y="162950"/>
                </a:lnTo>
                <a:lnTo>
                  <a:pt x="1296005" y="162950"/>
                </a:lnTo>
                <a:lnTo>
                  <a:pt x="1297532" y="160685"/>
                </a:lnTo>
                <a:lnTo>
                  <a:pt x="1306654" y="115477"/>
                </a:lnTo>
                <a:lnTo>
                  <a:pt x="1297452" y="70910"/>
                </a:lnTo>
                <a:lnTo>
                  <a:pt x="1295477" y="680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11733" y="5976087"/>
            <a:ext cx="1769110" cy="551180"/>
          </a:xfrm>
          <a:custGeom>
            <a:avLst/>
            <a:gdLst/>
            <a:ahLst/>
            <a:cxnLst/>
            <a:rect l="l" t="t" r="r" b="b"/>
            <a:pathLst>
              <a:path w="1769110" h="551179">
                <a:moveTo>
                  <a:pt x="78333" y="354840"/>
                </a:moveTo>
                <a:lnTo>
                  <a:pt x="0" y="354840"/>
                </a:lnTo>
                <a:lnTo>
                  <a:pt x="0" y="362439"/>
                </a:lnTo>
                <a:lnTo>
                  <a:pt x="6402" y="398455"/>
                </a:lnTo>
                <a:lnTo>
                  <a:pt x="24917" y="430470"/>
                </a:lnTo>
                <a:lnTo>
                  <a:pt x="54502" y="456237"/>
                </a:lnTo>
                <a:lnTo>
                  <a:pt x="94117" y="473509"/>
                </a:lnTo>
                <a:lnTo>
                  <a:pt x="94117" y="550674"/>
                </a:lnTo>
                <a:lnTo>
                  <a:pt x="168359" y="550674"/>
                </a:lnTo>
                <a:lnTo>
                  <a:pt x="168359" y="473509"/>
                </a:lnTo>
                <a:lnTo>
                  <a:pt x="204721" y="456840"/>
                </a:lnTo>
                <a:lnTo>
                  <a:pt x="231712" y="430470"/>
                </a:lnTo>
                <a:lnTo>
                  <a:pt x="243948" y="405113"/>
                </a:lnTo>
                <a:lnTo>
                  <a:pt x="127438" y="405113"/>
                </a:lnTo>
                <a:lnTo>
                  <a:pt x="108174" y="401533"/>
                </a:lnTo>
                <a:lnTo>
                  <a:pt x="93021" y="391376"/>
                </a:lnTo>
                <a:lnTo>
                  <a:pt x="82800" y="375519"/>
                </a:lnTo>
                <a:lnTo>
                  <a:pt x="78333" y="354840"/>
                </a:lnTo>
                <a:close/>
              </a:path>
              <a:path w="1769110" h="551179">
                <a:moveTo>
                  <a:pt x="168359" y="0"/>
                </a:moveTo>
                <a:lnTo>
                  <a:pt x="94117" y="0"/>
                </a:lnTo>
                <a:lnTo>
                  <a:pt x="94117" y="77749"/>
                </a:lnTo>
                <a:lnTo>
                  <a:pt x="59864" y="92482"/>
                </a:lnTo>
                <a:lnTo>
                  <a:pt x="35805" y="116696"/>
                </a:lnTo>
                <a:lnTo>
                  <a:pt x="21611" y="148035"/>
                </a:lnTo>
                <a:lnTo>
                  <a:pt x="16952" y="184142"/>
                </a:lnTo>
                <a:lnTo>
                  <a:pt x="21748" y="219738"/>
                </a:lnTo>
                <a:lnTo>
                  <a:pt x="36024" y="249250"/>
                </a:lnTo>
                <a:lnTo>
                  <a:pt x="59618" y="272514"/>
                </a:lnTo>
                <a:lnTo>
                  <a:pt x="92363" y="289367"/>
                </a:lnTo>
                <a:lnTo>
                  <a:pt x="121930" y="300711"/>
                </a:lnTo>
                <a:lnTo>
                  <a:pt x="138180" y="307342"/>
                </a:lnTo>
                <a:lnTo>
                  <a:pt x="171281" y="333064"/>
                </a:lnTo>
                <a:lnTo>
                  <a:pt x="176543" y="356593"/>
                </a:lnTo>
                <a:lnTo>
                  <a:pt x="172816" y="375766"/>
                </a:lnTo>
                <a:lnTo>
                  <a:pt x="162513" y="391157"/>
                </a:lnTo>
                <a:lnTo>
                  <a:pt x="146948" y="401396"/>
                </a:lnTo>
                <a:lnTo>
                  <a:pt x="127438" y="405113"/>
                </a:lnTo>
                <a:lnTo>
                  <a:pt x="243948" y="405113"/>
                </a:lnTo>
                <a:lnTo>
                  <a:pt x="248510" y="395660"/>
                </a:lnTo>
                <a:lnTo>
                  <a:pt x="254292" y="353670"/>
                </a:lnTo>
                <a:lnTo>
                  <a:pt x="249962" y="312732"/>
                </a:lnTo>
                <a:lnTo>
                  <a:pt x="235001" y="281767"/>
                </a:lnTo>
                <a:lnTo>
                  <a:pt x="206448" y="257818"/>
                </a:lnTo>
                <a:lnTo>
                  <a:pt x="161344" y="237924"/>
                </a:lnTo>
                <a:lnTo>
                  <a:pt x="126515" y="223446"/>
                </a:lnTo>
                <a:lnTo>
                  <a:pt x="106320" y="210668"/>
                </a:lnTo>
                <a:lnTo>
                  <a:pt x="96976" y="196902"/>
                </a:lnTo>
                <a:lnTo>
                  <a:pt x="94701" y="179466"/>
                </a:lnTo>
                <a:lnTo>
                  <a:pt x="97296" y="164495"/>
                </a:lnTo>
                <a:lnTo>
                  <a:pt x="104493" y="152648"/>
                </a:lnTo>
                <a:lnTo>
                  <a:pt x="115418" y="144857"/>
                </a:lnTo>
                <a:lnTo>
                  <a:pt x="129192" y="142052"/>
                </a:lnTo>
                <a:lnTo>
                  <a:pt x="234045" y="142052"/>
                </a:lnTo>
                <a:lnTo>
                  <a:pt x="218852" y="112239"/>
                </a:lnTo>
                <a:lnTo>
                  <a:pt x="196208" y="89678"/>
                </a:lnTo>
                <a:lnTo>
                  <a:pt x="168359" y="77749"/>
                </a:lnTo>
                <a:lnTo>
                  <a:pt x="168359" y="0"/>
                </a:lnTo>
                <a:close/>
              </a:path>
              <a:path w="1769110" h="551179">
                <a:moveTo>
                  <a:pt x="234045" y="142052"/>
                </a:moveTo>
                <a:lnTo>
                  <a:pt x="129192" y="142052"/>
                </a:lnTo>
                <a:lnTo>
                  <a:pt x="142856" y="144427"/>
                </a:lnTo>
                <a:lnTo>
                  <a:pt x="153890" y="151406"/>
                </a:lnTo>
                <a:lnTo>
                  <a:pt x="162074" y="162769"/>
                </a:lnTo>
                <a:lnTo>
                  <a:pt x="167189" y="178296"/>
                </a:lnTo>
                <a:lnTo>
                  <a:pt x="240846" y="178296"/>
                </a:lnTo>
                <a:lnTo>
                  <a:pt x="234370" y="142692"/>
                </a:lnTo>
                <a:lnTo>
                  <a:pt x="234045" y="142052"/>
                </a:lnTo>
                <a:close/>
              </a:path>
              <a:path w="1769110" h="551179">
                <a:moveTo>
                  <a:pt x="379725" y="369454"/>
                </a:moveTo>
                <a:lnTo>
                  <a:pt x="301392" y="369454"/>
                </a:lnTo>
                <a:lnTo>
                  <a:pt x="310721" y="415065"/>
                </a:lnTo>
                <a:lnTo>
                  <a:pt x="331977" y="453325"/>
                </a:lnTo>
                <a:lnTo>
                  <a:pt x="363474" y="482633"/>
                </a:lnTo>
                <a:lnTo>
                  <a:pt x="403529" y="501391"/>
                </a:lnTo>
                <a:lnTo>
                  <a:pt x="450459" y="508000"/>
                </a:lnTo>
                <a:lnTo>
                  <a:pt x="497637" y="500947"/>
                </a:lnTo>
                <a:lnTo>
                  <a:pt x="537604" y="481043"/>
                </a:lnTo>
                <a:lnTo>
                  <a:pt x="568479" y="450168"/>
                </a:lnTo>
                <a:lnTo>
                  <a:pt x="575196" y="436681"/>
                </a:lnTo>
                <a:lnTo>
                  <a:pt x="449875" y="436681"/>
                </a:lnTo>
                <a:lnTo>
                  <a:pt x="423870" y="431931"/>
                </a:lnTo>
                <a:lnTo>
                  <a:pt x="402743" y="418413"/>
                </a:lnTo>
                <a:lnTo>
                  <a:pt x="387644" y="397222"/>
                </a:lnTo>
                <a:lnTo>
                  <a:pt x="379725" y="369454"/>
                </a:lnTo>
                <a:close/>
              </a:path>
              <a:path w="1769110" h="551179">
                <a:moveTo>
                  <a:pt x="555891" y="132115"/>
                </a:moveTo>
                <a:lnTo>
                  <a:pt x="448706" y="132115"/>
                </a:lnTo>
                <a:lnTo>
                  <a:pt x="464014" y="135138"/>
                </a:lnTo>
                <a:lnTo>
                  <a:pt x="476035" y="143587"/>
                </a:lnTo>
                <a:lnTo>
                  <a:pt x="483890" y="156530"/>
                </a:lnTo>
                <a:lnTo>
                  <a:pt x="486703" y="173035"/>
                </a:lnTo>
                <a:lnTo>
                  <a:pt x="483196" y="192390"/>
                </a:lnTo>
                <a:lnTo>
                  <a:pt x="471797" y="205991"/>
                </a:lnTo>
                <a:lnTo>
                  <a:pt x="451190" y="214221"/>
                </a:lnTo>
                <a:lnTo>
                  <a:pt x="420061" y="217463"/>
                </a:lnTo>
                <a:lnTo>
                  <a:pt x="420061" y="292290"/>
                </a:lnTo>
                <a:lnTo>
                  <a:pt x="432922" y="292290"/>
                </a:lnTo>
                <a:lnTo>
                  <a:pt x="467869" y="297450"/>
                </a:lnTo>
                <a:lnTo>
                  <a:pt x="494595" y="312092"/>
                </a:lnTo>
                <a:lnTo>
                  <a:pt x="511676" y="334955"/>
                </a:lnTo>
                <a:lnTo>
                  <a:pt x="517686" y="364777"/>
                </a:lnTo>
                <a:lnTo>
                  <a:pt x="512598" y="393522"/>
                </a:lnTo>
                <a:lnTo>
                  <a:pt x="498468" y="416294"/>
                </a:lnTo>
                <a:lnTo>
                  <a:pt x="476994" y="431283"/>
                </a:lnTo>
                <a:lnTo>
                  <a:pt x="449875" y="436681"/>
                </a:lnTo>
                <a:lnTo>
                  <a:pt x="575196" y="436681"/>
                </a:lnTo>
                <a:lnTo>
                  <a:pt x="588383" y="410202"/>
                </a:lnTo>
                <a:lnTo>
                  <a:pt x="595435" y="363024"/>
                </a:lnTo>
                <a:lnTo>
                  <a:pt x="591179" y="325437"/>
                </a:lnTo>
                <a:lnTo>
                  <a:pt x="578482" y="294262"/>
                </a:lnTo>
                <a:lnTo>
                  <a:pt x="557456" y="269555"/>
                </a:lnTo>
                <a:lnTo>
                  <a:pt x="528209" y="251369"/>
                </a:lnTo>
                <a:lnTo>
                  <a:pt x="544476" y="236809"/>
                </a:lnTo>
                <a:lnTo>
                  <a:pt x="555757" y="219948"/>
                </a:lnTo>
                <a:lnTo>
                  <a:pt x="562324" y="200236"/>
                </a:lnTo>
                <a:lnTo>
                  <a:pt x="564453" y="177127"/>
                </a:lnTo>
                <a:lnTo>
                  <a:pt x="555891" y="132115"/>
                </a:lnTo>
                <a:close/>
              </a:path>
              <a:path w="1769110" h="551179">
                <a:moveTo>
                  <a:pt x="448121" y="60796"/>
                </a:moveTo>
                <a:lnTo>
                  <a:pt x="405639" y="67783"/>
                </a:lnTo>
                <a:lnTo>
                  <a:pt x="370445" y="88636"/>
                </a:lnTo>
                <a:lnTo>
                  <a:pt x="345445" y="123191"/>
                </a:lnTo>
                <a:lnTo>
                  <a:pt x="333543" y="171281"/>
                </a:lnTo>
                <a:lnTo>
                  <a:pt x="412462" y="171281"/>
                </a:lnTo>
                <a:lnTo>
                  <a:pt x="416645" y="153817"/>
                </a:lnTo>
                <a:lnTo>
                  <a:pt x="424007" y="141614"/>
                </a:lnTo>
                <a:lnTo>
                  <a:pt x="434658" y="134453"/>
                </a:lnTo>
                <a:lnTo>
                  <a:pt x="448706" y="132115"/>
                </a:lnTo>
                <a:lnTo>
                  <a:pt x="555891" y="132115"/>
                </a:lnTo>
                <a:lnTo>
                  <a:pt x="555647" y="130836"/>
                </a:lnTo>
                <a:lnTo>
                  <a:pt x="531278" y="93971"/>
                </a:lnTo>
                <a:lnTo>
                  <a:pt x="494413" y="69601"/>
                </a:lnTo>
                <a:lnTo>
                  <a:pt x="448121" y="60796"/>
                </a:lnTo>
                <a:close/>
              </a:path>
              <a:path w="1769110" h="551179">
                <a:moveTo>
                  <a:pt x="880459" y="68395"/>
                </a:moveTo>
                <a:lnTo>
                  <a:pt x="787511" y="68395"/>
                </a:lnTo>
                <a:lnTo>
                  <a:pt x="674687" y="237924"/>
                </a:lnTo>
                <a:lnTo>
                  <a:pt x="654948" y="270724"/>
                </a:lnTo>
                <a:lnTo>
                  <a:pt x="641731" y="300401"/>
                </a:lnTo>
                <a:lnTo>
                  <a:pt x="634323" y="329091"/>
                </a:lnTo>
                <a:lnTo>
                  <a:pt x="632013" y="358932"/>
                </a:lnTo>
                <a:lnTo>
                  <a:pt x="639397" y="407209"/>
                </a:lnTo>
                <a:lnTo>
                  <a:pt x="660222" y="448274"/>
                </a:lnTo>
                <a:lnTo>
                  <a:pt x="692496" y="480108"/>
                </a:lnTo>
                <a:lnTo>
                  <a:pt x="734225" y="500690"/>
                </a:lnTo>
                <a:lnTo>
                  <a:pt x="783419" y="508000"/>
                </a:lnTo>
                <a:lnTo>
                  <a:pt x="831799" y="500531"/>
                </a:lnTo>
                <a:lnTo>
                  <a:pt x="872602" y="479397"/>
                </a:lnTo>
                <a:lnTo>
                  <a:pt x="904006" y="446506"/>
                </a:lnTo>
                <a:lnTo>
                  <a:pt x="908645" y="436681"/>
                </a:lnTo>
                <a:lnTo>
                  <a:pt x="783419" y="436681"/>
                </a:lnTo>
                <a:lnTo>
                  <a:pt x="753907" y="431054"/>
                </a:lnTo>
                <a:lnTo>
                  <a:pt x="730587" y="415344"/>
                </a:lnTo>
                <a:lnTo>
                  <a:pt x="715270" y="391303"/>
                </a:lnTo>
                <a:lnTo>
                  <a:pt x="709762" y="360685"/>
                </a:lnTo>
                <a:lnTo>
                  <a:pt x="715005" y="329483"/>
                </a:lnTo>
                <a:lnTo>
                  <a:pt x="729784" y="305296"/>
                </a:lnTo>
                <a:lnTo>
                  <a:pt x="752674" y="289659"/>
                </a:lnTo>
                <a:lnTo>
                  <a:pt x="782250" y="284105"/>
                </a:lnTo>
                <a:lnTo>
                  <a:pt x="914182" y="284105"/>
                </a:lnTo>
                <a:lnTo>
                  <a:pt x="897558" y="255096"/>
                </a:lnTo>
                <a:lnTo>
                  <a:pt x="859798" y="226570"/>
                </a:lnTo>
                <a:lnTo>
                  <a:pt x="839219" y="222140"/>
                </a:lnTo>
                <a:lnTo>
                  <a:pt x="776988" y="222140"/>
                </a:lnTo>
                <a:lnTo>
                  <a:pt x="880459" y="68395"/>
                </a:lnTo>
                <a:close/>
              </a:path>
              <a:path w="1769110" h="551179">
                <a:moveTo>
                  <a:pt x="914182" y="284105"/>
                </a:moveTo>
                <a:lnTo>
                  <a:pt x="782250" y="284105"/>
                </a:lnTo>
                <a:lnTo>
                  <a:pt x="810657" y="289823"/>
                </a:lnTo>
                <a:lnTo>
                  <a:pt x="833254" y="305735"/>
                </a:lnTo>
                <a:lnTo>
                  <a:pt x="848179" y="329977"/>
                </a:lnTo>
                <a:lnTo>
                  <a:pt x="853568" y="360685"/>
                </a:lnTo>
                <a:lnTo>
                  <a:pt x="848444" y="391549"/>
                </a:lnTo>
                <a:lnTo>
                  <a:pt x="834058" y="415563"/>
                </a:lnTo>
                <a:lnTo>
                  <a:pt x="811890" y="431136"/>
                </a:lnTo>
                <a:lnTo>
                  <a:pt x="783419" y="436681"/>
                </a:lnTo>
                <a:lnTo>
                  <a:pt x="908645" y="436681"/>
                </a:lnTo>
                <a:lnTo>
                  <a:pt x="924186" y="403767"/>
                </a:lnTo>
                <a:lnTo>
                  <a:pt x="931318" y="353086"/>
                </a:lnTo>
                <a:lnTo>
                  <a:pt x="922384" y="298418"/>
                </a:lnTo>
                <a:lnTo>
                  <a:pt x="914182" y="284105"/>
                </a:lnTo>
                <a:close/>
              </a:path>
              <a:path w="1769110" h="551179">
                <a:moveTo>
                  <a:pt x="812063" y="216294"/>
                </a:moveTo>
                <a:lnTo>
                  <a:pt x="802884" y="216550"/>
                </a:lnTo>
                <a:lnTo>
                  <a:pt x="794745" y="217463"/>
                </a:lnTo>
                <a:lnTo>
                  <a:pt x="786497" y="219254"/>
                </a:lnTo>
                <a:lnTo>
                  <a:pt x="776988" y="222140"/>
                </a:lnTo>
                <a:lnTo>
                  <a:pt x="839219" y="222140"/>
                </a:lnTo>
                <a:lnTo>
                  <a:pt x="812063" y="216294"/>
                </a:lnTo>
                <a:close/>
              </a:path>
              <a:path w="1769110" h="551179">
                <a:moveTo>
                  <a:pt x="1239300" y="68395"/>
                </a:moveTo>
                <a:lnTo>
                  <a:pt x="1150444" y="68395"/>
                </a:lnTo>
                <a:lnTo>
                  <a:pt x="1150444" y="500400"/>
                </a:lnTo>
                <a:lnTo>
                  <a:pt x="1265606" y="500400"/>
                </a:lnTo>
                <a:lnTo>
                  <a:pt x="1325462" y="494601"/>
                </a:lnTo>
                <a:lnTo>
                  <a:pt x="1371822" y="477859"/>
                </a:lnTo>
                <a:lnTo>
                  <a:pt x="1404797" y="451155"/>
                </a:lnTo>
                <a:lnTo>
                  <a:pt x="1419890" y="423820"/>
                </a:lnTo>
                <a:lnTo>
                  <a:pt x="1230531" y="423820"/>
                </a:lnTo>
                <a:lnTo>
                  <a:pt x="1230531" y="313334"/>
                </a:lnTo>
                <a:lnTo>
                  <a:pt x="1417295" y="313334"/>
                </a:lnTo>
                <a:lnTo>
                  <a:pt x="1414820" y="307562"/>
                </a:lnTo>
                <a:lnTo>
                  <a:pt x="1392076" y="283914"/>
                </a:lnTo>
                <a:lnTo>
                  <a:pt x="1357385" y="264814"/>
                </a:lnTo>
                <a:lnTo>
                  <a:pt x="1379425" y="250145"/>
                </a:lnTo>
                <a:lnTo>
                  <a:pt x="1392192" y="235001"/>
                </a:lnTo>
                <a:lnTo>
                  <a:pt x="1230531" y="235001"/>
                </a:lnTo>
                <a:lnTo>
                  <a:pt x="1230531" y="146729"/>
                </a:lnTo>
                <a:lnTo>
                  <a:pt x="1399060" y="146729"/>
                </a:lnTo>
                <a:lnTo>
                  <a:pt x="1392387" y="128826"/>
                </a:lnTo>
                <a:lnTo>
                  <a:pt x="1356216" y="89440"/>
                </a:lnTo>
                <a:lnTo>
                  <a:pt x="1312226" y="72780"/>
                </a:lnTo>
                <a:lnTo>
                  <a:pt x="1281079" y="69382"/>
                </a:lnTo>
                <a:lnTo>
                  <a:pt x="1239300" y="68395"/>
                </a:lnTo>
                <a:close/>
              </a:path>
              <a:path w="1769110" h="551179">
                <a:moveTo>
                  <a:pt x="1417295" y="313334"/>
                </a:moveTo>
                <a:lnTo>
                  <a:pt x="1268529" y="313334"/>
                </a:lnTo>
                <a:lnTo>
                  <a:pt x="1304745" y="316769"/>
                </a:lnTo>
                <a:lnTo>
                  <a:pt x="1330275" y="327218"/>
                </a:lnTo>
                <a:lnTo>
                  <a:pt x="1345392" y="344902"/>
                </a:lnTo>
                <a:lnTo>
                  <a:pt x="1350370" y="370039"/>
                </a:lnTo>
                <a:lnTo>
                  <a:pt x="1345748" y="394226"/>
                </a:lnTo>
                <a:lnTo>
                  <a:pt x="1331371" y="410959"/>
                </a:lnTo>
                <a:lnTo>
                  <a:pt x="1306472" y="420678"/>
                </a:lnTo>
                <a:lnTo>
                  <a:pt x="1270282" y="423820"/>
                </a:lnTo>
                <a:lnTo>
                  <a:pt x="1419890" y="423820"/>
                </a:lnTo>
                <a:lnTo>
                  <a:pt x="1424499" y="415472"/>
                </a:lnTo>
                <a:lnTo>
                  <a:pt x="1431042" y="371792"/>
                </a:lnTo>
                <a:lnTo>
                  <a:pt x="1427261" y="336581"/>
                </a:lnTo>
                <a:lnTo>
                  <a:pt x="1417295" y="313334"/>
                </a:lnTo>
                <a:close/>
              </a:path>
              <a:path w="1769110" h="551179">
                <a:moveTo>
                  <a:pt x="1399060" y="146729"/>
                </a:moveTo>
                <a:lnTo>
                  <a:pt x="1263268" y="146729"/>
                </a:lnTo>
                <a:lnTo>
                  <a:pt x="1290460" y="149387"/>
                </a:lnTo>
                <a:lnTo>
                  <a:pt x="1309815" y="157471"/>
                </a:lnTo>
                <a:lnTo>
                  <a:pt x="1321388" y="171144"/>
                </a:lnTo>
                <a:lnTo>
                  <a:pt x="1325233" y="190573"/>
                </a:lnTo>
                <a:lnTo>
                  <a:pt x="1321278" y="210585"/>
                </a:lnTo>
                <a:lnTo>
                  <a:pt x="1308938" y="224405"/>
                </a:lnTo>
                <a:lnTo>
                  <a:pt x="1287500" y="232416"/>
                </a:lnTo>
                <a:lnTo>
                  <a:pt x="1256253" y="235001"/>
                </a:lnTo>
                <a:lnTo>
                  <a:pt x="1392192" y="235001"/>
                </a:lnTo>
                <a:lnTo>
                  <a:pt x="1394287" y="232516"/>
                </a:lnTo>
                <a:lnTo>
                  <a:pt x="1402681" y="210722"/>
                </a:lnTo>
                <a:lnTo>
                  <a:pt x="1405320" y="183558"/>
                </a:lnTo>
                <a:lnTo>
                  <a:pt x="1402005" y="154630"/>
                </a:lnTo>
                <a:lnTo>
                  <a:pt x="1399060" y="146729"/>
                </a:lnTo>
                <a:close/>
              </a:path>
              <a:path w="1769110" h="551179">
                <a:moveTo>
                  <a:pt x="1553265" y="176543"/>
                </a:moveTo>
                <a:lnTo>
                  <a:pt x="1481362" y="176543"/>
                </a:lnTo>
                <a:lnTo>
                  <a:pt x="1481362" y="500400"/>
                </a:lnTo>
                <a:lnTo>
                  <a:pt x="1559111" y="500400"/>
                </a:lnTo>
                <a:lnTo>
                  <a:pt x="1559238" y="341979"/>
                </a:lnTo>
                <a:lnTo>
                  <a:pt x="1559723" y="319646"/>
                </a:lnTo>
                <a:lnTo>
                  <a:pt x="1571971" y="270075"/>
                </a:lnTo>
                <a:lnTo>
                  <a:pt x="1611677" y="242207"/>
                </a:lnTo>
                <a:lnTo>
                  <a:pt x="1629260" y="240262"/>
                </a:lnTo>
                <a:lnTo>
                  <a:pt x="1758101" y="240262"/>
                </a:lnTo>
                <a:lnTo>
                  <a:pt x="1756644" y="235530"/>
                </a:lnTo>
                <a:lnTo>
                  <a:pt x="1745592" y="215710"/>
                </a:lnTo>
                <a:lnTo>
                  <a:pt x="1738132" y="207525"/>
                </a:lnTo>
                <a:lnTo>
                  <a:pt x="1553265" y="207525"/>
                </a:lnTo>
                <a:lnTo>
                  <a:pt x="1553265" y="176543"/>
                </a:lnTo>
                <a:close/>
              </a:path>
              <a:path w="1769110" h="551179">
                <a:moveTo>
                  <a:pt x="1758101" y="240262"/>
                </a:moveTo>
                <a:lnTo>
                  <a:pt x="1629260" y="240262"/>
                </a:lnTo>
                <a:lnTo>
                  <a:pt x="1655219" y="243989"/>
                </a:lnTo>
                <a:lnTo>
                  <a:pt x="1674711" y="258676"/>
                </a:lnTo>
                <a:lnTo>
                  <a:pt x="1686969" y="289586"/>
                </a:lnTo>
                <a:lnTo>
                  <a:pt x="1691226" y="341979"/>
                </a:lnTo>
                <a:lnTo>
                  <a:pt x="1691226" y="500400"/>
                </a:lnTo>
                <a:lnTo>
                  <a:pt x="1768975" y="500400"/>
                </a:lnTo>
                <a:lnTo>
                  <a:pt x="1768975" y="326780"/>
                </a:lnTo>
                <a:lnTo>
                  <a:pt x="1767787" y="288545"/>
                </a:lnTo>
                <a:lnTo>
                  <a:pt x="1763860" y="258968"/>
                </a:lnTo>
                <a:lnTo>
                  <a:pt x="1758101" y="240262"/>
                </a:lnTo>
                <a:close/>
              </a:path>
              <a:path w="1769110" h="551179">
                <a:moveTo>
                  <a:pt x="1644459" y="168943"/>
                </a:moveTo>
                <a:lnTo>
                  <a:pt x="1618701" y="171108"/>
                </a:lnTo>
                <a:lnTo>
                  <a:pt x="1595793" y="177931"/>
                </a:lnTo>
                <a:lnTo>
                  <a:pt x="1574419" y="189906"/>
                </a:lnTo>
                <a:lnTo>
                  <a:pt x="1553265" y="207525"/>
                </a:lnTo>
                <a:lnTo>
                  <a:pt x="1738132" y="207525"/>
                </a:lnTo>
                <a:lnTo>
                  <a:pt x="1727241" y="195578"/>
                </a:lnTo>
                <a:lnTo>
                  <a:pt x="1704013" y="180927"/>
                </a:lnTo>
                <a:lnTo>
                  <a:pt x="1676292" y="171976"/>
                </a:lnTo>
                <a:lnTo>
                  <a:pt x="1644459" y="168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11733" y="7392820"/>
            <a:ext cx="1769110" cy="551180"/>
          </a:xfrm>
          <a:custGeom>
            <a:avLst/>
            <a:gdLst/>
            <a:ahLst/>
            <a:cxnLst/>
            <a:rect l="l" t="t" r="r" b="b"/>
            <a:pathLst>
              <a:path w="1769110" h="551179">
                <a:moveTo>
                  <a:pt x="78333" y="354840"/>
                </a:moveTo>
                <a:lnTo>
                  <a:pt x="0" y="354840"/>
                </a:lnTo>
                <a:lnTo>
                  <a:pt x="0" y="362439"/>
                </a:lnTo>
                <a:lnTo>
                  <a:pt x="6402" y="398455"/>
                </a:lnTo>
                <a:lnTo>
                  <a:pt x="24917" y="430470"/>
                </a:lnTo>
                <a:lnTo>
                  <a:pt x="54502" y="456237"/>
                </a:lnTo>
                <a:lnTo>
                  <a:pt x="94117" y="473509"/>
                </a:lnTo>
                <a:lnTo>
                  <a:pt x="94117" y="550674"/>
                </a:lnTo>
                <a:lnTo>
                  <a:pt x="168359" y="550674"/>
                </a:lnTo>
                <a:lnTo>
                  <a:pt x="168359" y="473509"/>
                </a:lnTo>
                <a:lnTo>
                  <a:pt x="204721" y="456840"/>
                </a:lnTo>
                <a:lnTo>
                  <a:pt x="231712" y="430470"/>
                </a:lnTo>
                <a:lnTo>
                  <a:pt x="243948" y="405113"/>
                </a:lnTo>
                <a:lnTo>
                  <a:pt x="127438" y="405113"/>
                </a:lnTo>
                <a:lnTo>
                  <a:pt x="108174" y="401533"/>
                </a:lnTo>
                <a:lnTo>
                  <a:pt x="93021" y="391376"/>
                </a:lnTo>
                <a:lnTo>
                  <a:pt x="82800" y="375519"/>
                </a:lnTo>
                <a:lnTo>
                  <a:pt x="78333" y="354840"/>
                </a:lnTo>
                <a:close/>
              </a:path>
              <a:path w="1769110" h="551179">
                <a:moveTo>
                  <a:pt x="168359" y="0"/>
                </a:moveTo>
                <a:lnTo>
                  <a:pt x="94117" y="0"/>
                </a:lnTo>
                <a:lnTo>
                  <a:pt x="94117" y="77749"/>
                </a:lnTo>
                <a:lnTo>
                  <a:pt x="59864" y="92482"/>
                </a:lnTo>
                <a:lnTo>
                  <a:pt x="35805" y="116696"/>
                </a:lnTo>
                <a:lnTo>
                  <a:pt x="21611" y="148035"/>
                </a:lnTo>
                <a:lnTo>
                  <a:pt x="16952" y="184142"/>
                </a:lnTo>
                <a:lnTo>
                  <a:pt x="21748" y="219738"/>
                </a:lnTo>
                <a:lnTo>
                  <a:pt x="36024" y="249250"/>
                </a:lnTo>
                <a:lnTo>
                  <a:pt x="59618" y="272514"/>
                </a:lnTo>
                <a:lnTo>
                  <a:pt x="92363" y="289367"/>
                </a:lnTo>
                <a:lnTo>
                  <a:pt x="121930" y="300711"/>
                </a:lnTo>
                <a:lnTo>
                  <a:pt x="138180" y="307342"/>
                </a:lnTo>
                <a:lnTo>
                  <a:pt x="171281" y="333064"/>
                </a:lnTo>
                <a:lnTo>
                  <a:pt x="176543" y="356593"/>
                </a:lnTo>
                <a:lnTo>
                  <a:pt x="172816" y="375766"/>
                </a:lnTo>
                <a:lnTo>
                  <a:pt x="162513" y="391157"/>
                </a:lnTo>
                <a:lnTo>
                  <a:pt x="146948" y="401396"/>
                </a:lnTo>
                <a:lnTo>
                  <a:pt x="127438" y="405113"/>
                </a:lnTo>
                <a:lnTo>
                  <a:pt x="243948" y="405113"/>
                </a:lnTo>
                <a:lnTo>
                  <a:pt x="248510" y="395660"/>
                </a:lnTo>
                <a:lnTo>
                  <a:pt x="254292" y="353670"/>
                </a:lnTo>
                <a:lnTo>
                  <a:pt x="249962" y="312732"/>
                </a:lnTo>
                <a:lnTo>
                  <a:pt x="235001" y="281767"/>
                </a:lnTo>
                <a:lnTo>
                  <a:pt x="206448" y="257818"/>
                </a:lnTo>
                <a:lnTo>
                  <a:pt x="161344" y="237924"/>
                </a:lnTo>
                <a:lnTo>
                  <a:pt x="126515" y="223446"/>
                </a:lnTo>
                <a:lnTo>
                  <a:pt x="106320" y="210668"/>
                </a:lnTo>
                <a:lnTo>
                  <a:pt x="96976" y="196902"/>
                </a:lnTo>
                <a:lnTo>
                  <a:pt x="94701" y="179466"/>
                </a:lnTo>
                <a:lnTo>
                  <a:pt x="97296" y="164495"/>
                </a:lnTo>
                <a:lnTo>
                  <a:pt x="104493" y="152648"/>
                </a:lnTo>
                <a:lnTo>
                  <a:pt x="115418" y="144857"/>
                </a:lnTo>
                <a:lnTo>
                  <a:pt x="129192" y="142052"/>
                </a:lnTo>
                <a:lnTo>
                  <a:pt x="234045" y="142052"/>
                </a:lnTo>
                <a:lnTo>
                  <a:pt x="218852" y="112239"/>
                </a:lnTo>
                <a:lnTo>
                  <a:pt x="196208" y="89678"/>
                </a:lnTo>
                <a:lnTo>
                  <a:pt x="168359" y="77749"/>
                </a:lnTo>
                <a:lnTo>
                  <a:pt x="168359" y="0"/>
                </a:lnTo>
                <a:close/>
              </a:path>
              <a:path w="1769110" h="551179">
                <a:moveTo>
                  <a:pt x="234045" y="142052"/>
                </a:moveTo>
                <a:lnTo>
                  <a:pt x="129192" y="142052"/>
                </a:lnTo>
                <a:lnTo>
                  <a:pt x="142856" y="144427"/>
                </a:lnTo>
                <a:lnTo>
                  <a:pt x="153890" y="151406"/>
                </a:lnTo>
                <a:lnTo>
                  <a:pt x="162074" y="162769"/>
                </a:lnTo>
                <a:lnTo>
                  <a:pt x="167189" y="178296"/>
                </a:lnTo>
                <a:lnTo>
                  <a:pt x="240846" y="178296"/>
                </a:lnTo>
                <a:lnTo>
                  <a:pt x="234370" y="142692"/>
                </a:lnTo>
                <a:lnTo>
                  <a:pt x="234045" y="142052"/>
                </a:lnTo>
                <a:close/>
              </a:path>
              <a:path w="1769110" h="551179">
                <a:moveTo>
                  <a:pt x="455721" y="60796"/>
                </a:moveTo>
                <a:lnTo>
                  <a:pt x="409311" y="70049"/>
                </a:lnTo>
                <a:lnTo>
                  <a:pt x="371614" y="95359"/>
                </a:lnTo>
                <a:lnTo>
                  <a:pt x="346304" y="133055"/>
                </a:lnTo>
                <a:lnTo>
                  <a:pt x="337051" y="179466"/>
                </a:lnTo>
                <a:lnTo>
                  <a:pt x="338841" y="201360"/>
                </a:lnTo>
                <a:lnTo>
                  <a:pt x="344797" y="220898"/>
                </a:lnTo>
                <a:lnTo>
                  <a:pt x="355794" y="239887"/>
                </a:lnTo>
                <a:lnTo>
                  <a:pt x="372710" y="260138"/>
                </a:lnTo>
                <a:lnTo>
                  <a:pt x="344038" y="280771"/>
                </a:lnTo>
                <a:lnTo>
                  <a:pt x="324848" y="305077"/>
                </a:lnTo>
                <a:lnTo>
                  <a:pt x="314097" y="333219"/>
                </a:lnTo>
                <a:lnTo>
                  <a:pt x="310745" y="365362"/>
                </a:lnTo>
                <a:lnTo>
                  <a:pt x="317961" y="411174"/>
                </a:lnTo>
                <a:lnTo>
                  <a:pt x="338169" y="450421"/>
                </a:lnTo>
                <a:lnTo>
                  <a:pt x="369208" y="481025"/>
                </a:lnTo>
                <a:lnTo>
                  <a:pt x="408917" y="500910"/>
                </a:lnTo>
                <a:lnTo>
                  <a:pt x="455136" y="508000"/>
                </a:lnTo>
                <a:lnTo>
                  <a:pt x="501458" y="500961"/>
                </a:lnTo>
                <a:lnTo>
                  <a:pt x="540906" y="481156"/>
                </a:lnTo>
                <a:lnTo>
                  <a:pt x="571514" y="450547"/>
                </a:lnTo>
                <a:lnTo>
                  <a:pt x="578476" y="436681"/>
                </a:lnTo>
                <a:lnTo>
                  <a:pt x="455721" y="436681"/>
                </a:lnTo>
                <a:lnTo>
                  <a:pt x="429186" y="431420"/>
                </a:lnTo>
                <a:lnTo>
                  <a:pt x="407858" y="416951"/>
                </a:lnTo>
                <a:lnTo>
                  <a:pt x="393655" y="395249"/>
                </a:lnTo>
                <a:lnTo>
                  <a:pt x="388494" y="368285"/>
                </a:lnTo>
                <a:lnTo>
                  <a:pt x="393737" y="341750"/>
                </a:lnTo>
                <a:lnTo>
                  <a:pt x="408077" y="320422"/>
                </a:lnTo>
                <a:lnTo>
                  <a:pt x="429433" y="306219"/>
                </a:lnTo>
                <a:lnTo>
                  <a:pt x="455721" y="301058"/>
                </a:lnTo>
                <a:lnTo>
                  <a:pt x="581661" y="301058"/>
                </a:lnTo>
                <a:lnTo>
                  <a:pt x="565065" y="280516"/>
                </a:lnTo>
                <a:lnTo>
                  <a:pt x="537562" y="260138"/>
                </a:lnTo>
                <a:lnTo>
                  <a:pt x="553583" y="244062"/>
                </a:lnTo>
                <a:lnTo>
                  <a:pt x="564361" y="226232"/>
                </a:lnTo>
                <a:lnTo>
                  <a:pt x="455721" y="226232"/>
                </a:lnTo>
                <a:lnTo>
                  <a:pt x="438408" y="222533"/>
                </a:lnTo>
                <a:lnTo>
                  <a:pt x="424299" y="212494"/>
                </a:lnTo>
                <a:lnTo>
                  <a:pt x="414782" y="197624"/>
                </a:lnTo>
                <a:lnTo>
                  <a:pt x="411293" y="179466"/>
                </a:lnTo>
                <a:lnTo>
                  <a:pt x="414709" y="160722"/>
                </a:lnTo>
                <a:lnTo>
                  <a:pt x="424153" y="145706"/>
                </a:lnTo>
                <a:lnTo>
                  <a:pt x="438421" y="135732"/>
                </a:lnTo>
                <a:lnTo>
                  <a:pt x="456305" y="132115"/>
                </a:lnTo>
                <a:lnTo>
                  <a:pt x="564994" y="132115"/>
                </a:lnTo>
                <a:lnTo>
                  <a:pt x="564891" y="131576"/>
                </a:lnTo>
                <a:lnTo>
                  <a:pt x="540192" y="94336"/>
                </a:lnTo>
                <a:lnTo>
                  <a:pt x="502779" y="69702"/>
                </a:lnTo>
                <a:lnTo>
                  <a:pt x="455721" y="60796"/>
                </a:lnTo>
                <a:close/>
              </a:path>
              <a:path w="1769110" h="551179">
                <a:moveTo>
                  <a:pt x="581661" y="301058"/>
                </a:moveTo>
                <a:lnTo>
                  <a:pt x="455721" y="301058"/>
                </a:lnTo>
                <a:lnTo>
                  <a:pt x="480903" y="306392"/>
                </a:lnTo>
                <a:lnTo>
                  <a:pt x="501537" y="320934"/>
                </a:lnTo>
                <a:lnTo>
                  <a:pt x="515485" y="342490"/>
                </a:lnTo>
                <a:lnTo>
                  <a:pt x="520609" y="368869"/>
                </a:lnTo>
                <a:lnTo>
                  <a:pt x="515649" y="395742"/>
                </a:lnTo>
                <a:lnTo>
                  <a:pt x="501976" y="417243"/>
                </a:lnTo>
                <a:lnTo>
                  <a:pt x="481397" y="431511"/>
                </a:lnTo>
                <a:lnTo>
                  <a:pt x="455721" y="436681"/>
                </a:lnTo>
                <a:lnTo>
                  <a:pt x="578476" y="436681"/>
                </a:lnTo>
                <a:lnTo>
                  <a:pt x="591320" y="411100"/>
                </a:lnTo>
                <a:lnTo>
                  <a:pt x="598358" y="364777"/>
                </a:lnTo>
                <a:lnTo>
                  <a:pt x="594860" y="331575"/>
                </a:lnTo>
                <a:lnTo>
                  <a:pt x="583963" y="303908"/>
                </a:lnTo>
                <a:lnTo>
                  <a:pt x="581661" y="301058"/>
                </a:lnTo>
                <a:close/>
              </a:path>
              <a:path w="1769110" h="551179">
                <a:moveTo>
                  <a:pt x="564994" y="132115"/>
                </a:moveTo>
                <a:lnTo>
                  <a:pt x="456305" y="132115"/>
                </a:lnTo>
                <a:lnTo>
                  <a:pt x="473189" y="135732"/>
                </a:lnTo>
                <a:lnTo>
                  <a:pt x="486923" y="145633"/>
                </a:lnTo>
                <a:lnTo>
                  <a:pt x="496175" y="160476"/>
                </a:lnTo>
                <a:lnTo>
                  <a:pt x="499457" y="178296"/>
                </a:lnTo>
                <a:lnTo>
                  <a:pt x="499454" y="179466"/>
                </a:lnTo>
                <a:lnTo>
                  <a:pt x="496084" y="197377"/>
                </a:lnTo>
                <a:lnTo>
                  <a:pt x="486630" y="212421"/>
                </a:lnTo>
                <a:lnTo>
                  <a:pt x="472683" y="222533"/>
                </a:lnTo>
                <a:lnTo>
                  <a:pt x="455721" y="226232"/>
                </a:lnTo>
                <a:lnTo>
                  <a:pt x="564361" y="226232"/>
                </a:lnTo>
                <a:lnTo>
                  <a:pt x="564891" y="225355"/>
                </a:lnTo>
                <a:lnTo>
                  <a:pt x="571595" y="203580"/>
                </a:lnTo>
                <a:lnTo>
                  <a:pt x="573806" y="178296"/>
                </a:lnTo>
                <a:lnTo>
                  <a:pt x="564994" y="132115"/>
                </a:lnTo>
                <a:close/>
              </a:path>
              <a:path w="1769110" h="551179">
                <a:moveTo>
                  <a:pt x="782834" y="60796"/>
                </a:moveTo>
                <a:lnTo>
                  <a:pt x="736424" y="70049"/>
                </a:lnTo>
                <a:lnTo>
                  <a:pt x="698728" y="95359"/>
                </a:lnTo>
                <a:lnTo>
                  <a:pt x="673417" y="133055"/>
                </a:lnTo>
                <a:lnTo>
                  <a:pt x="664165" y="179466"/>
                </a:lnTo>
                <a:lnTo>
                  <a:pt x="665955" y="201360"/>
                </a:lnTo>
                <a:lnTo>
                  <a:pt x="671910" y="220898"/>
                </a:lnTo>
                <a:lnTo>
                  <a:pt x="682908" y="239887"/>
                </a:lnTo>
                <a:lnTo>
                  <a:pt x="699824" y="260138"/>
                </a:lnTo>
                <a:lnTo>
                  <a:pt x="671152" y="280771"/>
                </a:lnTo>
                <a:lnTo>
                  <a:pt x="651961" y="305077"/>
                </a:lnTo>
                <a:lnTo>
                  <a:pt x="641211" y="333219"/>
                </a:lnTo>
                <a:lnTo>
                  <a:pt x="637858" y="365362"/>
                </a:lnTo>
                <a:lnTo>
                  <a:pt x="645074" y="411174"/>
                </a:lnTo>
                <a:lnTo>
                  <a:pt x="665282" y="450421"/>
                </a:lnTo>
                <a:lnTo>
                  <a:pt x="696321" y="481025"/>
                </a:lnTo>
                <a:lnTo>
                  <a:pt x="736030" y="500910"/>
                </a:lnTo>
                <a:lnTo>
                  <a:pt x="782250" y="508000"/>
                </a:lnTo>
                <a:lnTo>
                  <a:pt x="828572" y="500961"/>
                </a:lnTo>
                <a:lnTo>
                  <a:pt x="868019" y="481156"/>
                </a:lnTo>
                <a:lnTo>
                  <a:pt x="898628" y="450547"/>
                </a:lnTo>
                <a:lnTo>
                  <a:pt x="905590" y="436681"/>
                </a:lnTo>
                <a:lnTo>
                  <a:pt x="782834" y="436681"/>
                </a:lnTo>
                <a:lnTo>
                  <a:pt x="756300" y="431420"/>
                </a:lnTo>
                <a:lnTo>
                  <a:pt x="734972" y="416951"/>
                </a:lnTo>
                <a:lnTo>
                  <a:pt x="720768" y="395249"/>
                </a:lnTo>
                <a:lnTo>
                  <a:pt x="715608" y="368285"/>
                </a:lnTo>
                <a:lnTo>
                  <a:pt x="720850" y="341750"/>
                </a:lnTo>
                <a:lnTo>
                  <a:pt x="735191" y="320422"/>
                </a:lnTo>
                <a:lnTo>
                  <a:pt x="756546" y="306219"/>
                </a:lnTo>
                <a:lnTo>
                  <a:pt x="782834" y="301058"/>
                </a:lnTo>
                <a:lnTo>
                  <a:pt x="908774" y="301058"/>
                </a:lnTo>
                <a:lnTo>
                  <a:pt x="892178" y="280516"/>
                </a:lnTo>
                <a:lnTo>
                  <a:pt x="864675" y="260138"/>
                </a:lnTo>
                <a:lnTo>
                  <a:pt x="880697" y="244062"/>
                </a:lnTo>
                <a:lnTo>
                  <a:pt x="891474" y="226232"/>
                </a:lnTo>
                <a:lnTo>
                  <a:pt x="782834" y="226232"/>
                </a:lnTo>
                <a:lnTo>
                  <a:pt x="765521" y="222533"/>
                </a:lnTo>
                <a:lnTo>
                  <a:pt x="751413" y="212494"/>
                </a:lnTo>
                <a:lnTo>
                  <a:pt x="741895" y="197624"/>
                </a:lnTo>
                <a:lnTo>
                  <a:pt x="738406" y="179466"/>
                </a:lnTo>
                <a:lnTo>
                  <a:pt x="741822" y="160722"/>
                </a:lnTo>
                <a:lnTo>
                  <a:pt x="751267" y="145706"/>
                </a:lnTo>
                <a:lnTo>
                  <a:pt x="765534" y="135732"/>
                </a:lnTo>
                <a:lnTo>
                  <a:pt x="783419" y="132115"/>
                </a:lnTo>
                <a:lnTo>
                  <a:pt x="892107" y="132115"/>
                </a:lnTo>
                <a:lnTo>
                  <a:pt x="892005" y="131576"/>
                </a:lnTo>
                <a:lnTo>
                  <a:pt x="867306" y="94336"/>
                </a:lnTo>
                <a:lnTo>
                  <a:pt x="829893" y="69702"/>
                </a:lnTo>
                <a:lnTo>
                  <a:pt x="782834" y="60796"/>
                </a:lnTo>
                <a:close/>
              </a:path>
              <a:path w="1769110" h="551179">
                <a:moveTo>
                  <a:pt x="908774" y="301058"/>
                </a:moveTo>
                <a:lnTo>
                  <a:pt x="782834" y="301058"/>
                </a:lnTo>
                <a:lnTo>
                  <a:pt x="808017" y="306392"/>
                </a:lnTo>
                <a:lnTo>
                  <a:pt x="828651" y="320934"/>
                </a:lnTo>
                <a:lnTo>
                  <a:pt x="842598" y="342490"/>
                </a:lnTo>
                <a:lnTo>
                  <a:pt x="847723" y="368869"/>
                </a:lnTo>
                <a:lnTo>
                  <a:pt x="842763" y="395742"/>
                </a:lnTo>
                <a:lnTo>
                  <a:pt x="829089" y="417243"/>
                </a:lnTo>
                <a:lnTo>
                  <a:pt x="808510" y="431511"/>
                </a:lnTo>
                <a:lnTo>
                  <a:pt x="782834" y="436681"/>
                </a:lnTo>
                <a:lnTo>
                  <a:pt x="905590" y="436681"/>
                </a:lnTo>
                <a:lnTo>
                  <a:pt x="918433" y="411100"/>
                </a:lnTo>
                <a:lnTo>
                  <a:pt x="925472" y="364777"/>
                </a:lnTo>
                <a:lnTo>
                  <a:pt x="921973" y="331575"/>
                </a:lnTo>
                <a:lnTo>
                  <a:pt x="911076" y="303908"/>
                </a:lnTo>
                <a:lnTo>
                  <a:pt x="908774" y="301058"/>
                </a:lnTo>
                <a:close/>
              </a:path>
              <a:path w="1769110" h="551179">
                <a:moveTo>
                  <a:pt x="892107" y="132115"/>
                </a:moveTo>
                <a:lnTo>
                  <a:pt x="783419" y="132115"/>
                </a:lnTo>
                <a:lnTo>
                  <a:pt x="800302" y="135732"/>
                </a:lnTo>
                <a:lnTo>
                  <a:pt x="814036" y="145633"/>
                </a:lnTo>
                <a:lnTo>
                  <a:pt x="823289" y="160476"/>
                </a:lnTo>
                <a:lnTo>
                  <a:pt x="826570" y="178296"/>
                </a:lnTo>
                <a:lnTo>
                  <a:pt x="826568" y="179466"/>
                </a:lnTo>
                <a:lnTo>
                  <a:pt x="823198" y="197377"/>
                </a:lnTo>
                <a:lnTo>
                  <a:pt x="813744" y="212421"/>
                </a:lnTo>
                <a:lnTo>
                  <a:pt x="799796" y="222533"/>
                </a:lnTo>
                <a:lnTo>
                  <a:pt x="782834" y="226232"/>
                </a:lnTo>
                <a:lnTo>
                  <a:pt x="891474" y="226232"/>
                </a:lnTo>
                <a:lnTo>
                  <a:pt x="892005" y="225355"/>
                </a:lnTo>
                <a:lnTo>
                  <a:pt x="898709" y="203580"/>
                </a:lnTo>
                <a:lnTo>
                  <a:pt x="900919" y="178296"/>
                </a:lnTo>
                <a:lnTo>
                  <a:pt x="892107" y="132115"/>
                </a:lnTo>
                <a:close/>
              </a:path>
              <a:path w="1769110" h="551179">
                <a:moveTo>
                  <a:pt x="1239300" y="68395"/>
                </a:moveTo>
                <a:lnTo>
                  <a:pt x="1150444" y="68395"/>
                </a:lnTo>
                <a:lnTo>
                  <a:pt x="1150444" y="500400"/>
                </a:lnTo>
                <a:lnTo>
                  <a:pt x="1265606" y="500400"/>
                </a:lnTo>
                <a:lnTo>
                  <a:pt x="1325462" y="494601"/>
                </a:lnTo>
                <a:lnTo>
                  <a:pt x="1371822" y="477859"/>
                </a:lnTo>
                <a:lnTo>
                  <a:pt x="1404797" y="451155"/>
                </a:lnTo>
                <a:lnTo>
                  <a:pt x="1419890" y="423820"/>
                </a:lnTo>
                <a:lnTo>
                  <a:pt x="1230531" y="423820"/>
                </a:lnTo>
                <a:lnTo>
                  <a:pt x="1230531" y="313334"/>
                </a:lnTo>
                <a:lnTo>
                  <a:pt x="1417295" y="313334"/>
                </a:lnTo>
                <a:lnTo>
                  <a:pt x="1414820" y="307562"/>
                </a:lnTo>
                <a:lnTo>
                  <a:pt x="1392076" y="283914"/>
                </a:lnTo>
                <a:lnTo>
                  <a:pt x="1357385" y="264814"/>
                </a:lnTo>
                <a:lnTo>
                  <a:pt x="1379425" y="250145"/>
                </a:lnTo>
                <a:lnTo>
                  <a:pt x="1392192" y="235001"/>
                </a:lnTo>
                <a:lnTo>
                  <a:pt x="1230531" y="235001"/>
                </a:lnTo>
                <a:lnTo>
                  <a:pt x="1230531" y="146729"/>
                </a:lnTo>
                <a:lnTo>
                  <a:pt x="1399060" y="146729"/>
                </a:lnTo>
                <a:lnTo>
                  <a:pt x="1392387" y="128826"/>
                </a:lnTo>
                <a:lnTo>
                  <a:pt x="1356216" y="89440"/>
                </a:lnTo>
                <a:lnTo>
                  <a:pt x="1312226" y="72780"/>
                </a:lnTo>
                <a:lnTo>
                  <a:pt x="1281079" y="69382"/>
                </a:lnTo>
                <a:lnTo>
                  <a:pt x="1239300" y="68395"/>
                </a:lnTo>
                <a:close/>
              </a:path>
              <a:path w="1769110" h="551179">
                <a:moveTo>
                  <a:pt x="1417295" y="313334"/>
                </a:moveTo>
                <a:lnTo>
                  <a:pt x="1268529" y="313334"/>
                </a:lnTo>
                <a:lnTo>
                  <a:pt x="1304745" y="316769"/>
                </a:lnTo>
                <a:lnTo>
                  <a:pt x="1330275" y="327218"/>
                </a:lnTo>
                <a:lnTo>
                  <a:pt x="1345392" y="344902"/>
                </a:lnTo>
                <a:lnTo>
                  <a:pt x="1350370" y="370039"/>
                </a:lnTo>
                <a:lnTo>
                  <a:pt x="1345748" y="394226"/>
                </a:lnTo>
                <a:lnTo>
                  <a:pt x="1331371" y="410959"/>
                </a:lnTo>
                <a:lnTo>
                  <a:pt x="1306472" y="420678"/>
                </a:lnTo>
                <a:lnTo>
                  <a:pt x="1270282" y="423820"/>
                </a:lnTo>
                <a:lnTo>
                  <a:pt x="1419890" y="423820"/>
                </a:lnTo>
                <a:lnTo>
                  <a:pt x="1424499" y="415472"/>
                </a:lnTo>
                <a:lnTo>
                  <a:pt x="1431042" y="371792"/>
                </a:lnTo>
                <a:lnTo>
                  <a:pt x="1427261" y="336581"/>
                </a:lnTo>
                <a:lnTo>
                  <a:pt x="1417295" y="313334"/>
                </a:lnTo>
                <a:close/>
              </a:path>
              <a:path w="1769110" h="551179">
                <a:moveTo>
                  <a:pt x="1399060" y="146729"/>
                </a:moveTo>
                <a:lnTo>
                  <a:pt x="1263268" y="146729"/>
                </a:lnTo>
                <a:lnTo>
                  <a:pt x="1290460" y="149387"/>
                </a:lnTo>
                <a:lnTo>
                  <a:pt x="1309815" y="157471"/>
                </a:lnTo>
                <a:lnTo>
                  <a:pt x="1321388" y="171144"/>
                </a:lnTo>
                <a:lnTo>
                  <a:pt x="1325233" y="190573"/>
                </a:lnTo>
                <a:lnTo>
                  <a:pt x="1321278" y="210585"/>
                </a:lnTo>
                <a:lnTo>
                  <a:pt x="1308938" y="224405"/>
                </a:lnTo>
                <a:lnTo>
                  <a:pt x="1287500" y="232416"/>
                </a:lnTo>
                <a:lnTo>
                  <a:pt x="1256253" y="235001"/>
                </a:lnTo>
                <a:lnTo>
                  <a:pt x="1392192" y="235001"/>
                </a:lnTo>
                <a:lnTo>
                  <a:pt x="1394287" y="232516"/>
                </a:lnTo>
                <a:lnTo>
                  <a:pt x="1402681" y="210722"/>
                </a:lnTo>
                <a:lnTo>
                  <a:pt x="1405320" y="183558"/>
                </a:lnTo>
                <a:lnTo>
                  <a:pt x="1402005" y="154630"/>
                </a:lnTo>
                <a:lnTo>
                  <a:pt x="1399060" y="146729"/>
                </a:lnTo>
                <a:close/>
              </a:path>
              <a:path w="1769110" h="551179">
                <a:moveTo>
                  <a:pt x="1553265" y="176543"/>
                </a:moveTo>
                <a:lnTo>
                  <a:pt x="1481362" y="176543"/>
                </a:lnTo>
                <a:lnTo>
                  <a:pt x="1481362" y="500400"/>
                </a:lnTo>
                <a:lnTo>
                  <a:pt x="1559111" y="500400"/>
                </a:lnTo>
                <a:lnTo>
                  <a:pt x="1559238" y="341979"/>
                </a:lnTo>
                <a:lnTo>
                  <a:pt x="1559723" y="319646"/>
                </a:lnTo>
                <a:lnTo>
                  <a:pt x="1571971" y="270075"/>
                </a:lnTo>
                <a:lnTo>
                  <a:pt x="1611677" y="242207"/>
                </a:lnTo>
                <a:lnTo>
                  <a:pt x="1629260" y="240262"/>
                </a:lnTo>
                <a:lnTo>
                  <a:pt x="1758101" y="240262"/>
                </a:lnTo>
                <a:lnTo>
                  <a:pt x="1756644" y="235530"/>
                </a:lnTo>
                <a:lnTo>
                  <a:pt x="1745592" y="215710"/>
                </a:lnTo>
                <a:lnTo>
                  <a:pt x="1738132" y="207525"/>
                </a:lnTo>
                <a:lnTo>
                  <a:pt x="1553265" y="207525"/>
                </a:lnTo>
                <a:lnTo>
                  <a:pt x="1553265" y="176543"/>
                </a:lnTo>
                <a:close/>
              </a:path>
              <a:path w="1769110" h="551179">
                <a:moveTo>
                  <a:pt x="1758101" y="240262"/>
                </a:moveTo>
                <a:lnTo>
                  <a:pt x="1629260" y="240262"/>
                </a:lnTo>
                <a:lnTo>
                  <a:pt x="1655219" y="243989"/>
                </a:lnTo>
                <a:lnTo>
                  <a:pt x="1674711" y="258676"/>
                </a:lnTo>
                <a:lnTo>
                  <a:pt x="1686969" y="289586"/>
                </a:lnTo>
                <a:lnTo>
                  <a:pt x="1691226" y="341979"/>
                </a:lnTo>
                <a:lnTo>
                  <a:pt x="1691226" y="500400"/>
                </a:lnTo>
                <a:lnTo>
                  <a:pt x="1768975" y="500400"/>
                </a:lnTo>
                <a:lnTo>
                  <a:pt x="1768975" y="326780"/>
                </a:lnTo>
                <a:lnTo>
                  <a:pt x="1767787" y="288545"/>
                </a:lnTo>
                <a:lnTo>
                  <a:pt x="1763860" y="258968"/>
                </a:lnTo>
                <a:lnTo>
                  <a:pt x="1758101" y="240262"/>
                </a:lnTo>
                <a:close/>
              </a:path>
              <a:path w="1769110" h="551179">
                <a:moveTo>
                  <a:pt x="1644459" y="168943"/>
                </a:moveTo>
                <a:lnTo>
                  <a:pt x="1618701" y="171108"/>
                </a:lnTo>
                <a:lnTo>
                  <a:pt x="1595793" y="177931"/>
                </a:lnTo>
                <a:lnTo>
                  <a:pt x="1574419" y="189906"/>
                </a:lnTo>
                <a:lnTo>
                  <a:pt x="1553265" y="207525"/>
                </a:lnTo>
                <a:lnTo>
                  <a:pt x="1738132" y="207525"/>
                </a:lnTo>
                <a:lnTo>
                  <a:pt x="1727241" y="195578"/>
                </a:lnTo>
                <a:lnTo>
                  <a:pt x="1704013" y="180927"/>
                </a:lnTo>
                <a:lnTo>
                  <a:pt x="1676292" y="171976"/>
                </a:lnTo>
                <a:lnTo>
                  <a:pt x="1644459" y="168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028" y="7392820"/>
            <a:ext cx="1769110" cy="551180"/>
          </a:xfrm>
          <a:custGeom>
            <a:avLst/>
            <a:gdLst/>
            <a:ahLst/>
            <a:cxnLst/>
            <a:rect l="l" t="t" r="r" b="b"/>
            <a:pathLst>
              <a:path w="1769110" h="551179">
                <a:moveTo>
                  <a:pt x="78333" y="354840"/>
                </a:moveTo>
                <a:lnTo>
                  <a:pt x="0" y="354840"/>
                </a:lnTo>
                <a:lnTo>
                  <a:pt x="0" y="362439"/>
                </a:lnTo>
                <a:lnTo>
                  <a:pt x="6402" y="398455"/>
                </a:lnTo>
                <a:lnTo>
                  <a:pt x="24917" y="430470"/>
                </a:lnTo>
                <a:lnTo>
                  <a:pt x="54502" y="456237"/>
                </a:lnTo>
                <a:lnTo>
                  <a:pt x="94117" y="473509"/>
                </a:lnTo>
                <a:lnTo>
                  <a:pt x="94117" y="550674"/>
                </a:lnTo>
                <a:lnTo>
                  <a:pt x="168359" y="550674"/>
                </a:lnTo>
                <a:lnTo>
                  <a:pt x="168359" y="473509"/>
                </a:lnTo>
                <a:lnTo>
                  <a:pt x="204721" y="456840"/>
                </a:lnTo>
                <a:lnTo>
                  <a:pt x="231712" y="430470"/>
                </a:lnTo>
                <a:lnTo>
                  <a:pt x="243948" y="405113"/>
                </a:lnTo>
                <a:lnTo>
                  <a:pt x="127438" y="405113"/>
                </a:lnTo>
                <a:lnTo>
                  <a:pt x="108174" y="401533"/>
                </a:lnTo>
                <a:lnTo>
                  <a:pt x="93021" y="391376"/>
                </a:lnTo>
                <a:lnTo>
                  <a:pt x="82800" y="375519"/>
                </a:lnTo>
                <a:lnTo>
                  <a:pt x="78333" y="354840"/>
                </a:lnTo>
                <a:close/>
              </a:path>
              <a:path w="1769110" h="551179">
                <a:moveTo>
                  <a:pt x="168359" y="0"/>
                </a:moveTo>
                <a:lnTo>
                  <a:pt x="94117" y="0"/>
                </a:lnTo>
                <a:lnTo>
                  <a:pt x="94117" y="77749"/>
                </a:lnTo>
                <a:lnTo>
                  <a:pt x="59864" y="92482"/>
                </a:lnTo>
                <a:lnTo>
                  <a:pt x="35805" y="116696"/>
                </a:lnTo>
                <a:lnTo>
                  <a:pt x="21611" y="148035"/>
                </a:lnTo>
                <a:lnTo>
                  <a:pt x="16952" y="184142"/>
                </a:lnTo>
                <a:lnTo>
                  <a:pt x="21748" y="219738"/>
                </a:lnTo>
                <a:lnTo>
                  <a:pt x="36024" y="249250"/>
                </a:lnTo>
                <a:lnTo>
                  <a:pt x="59618" y="272514"/>
                </a:lnTo>
                <a:lnTo>
                  <a:pt x="92363" y="289367"/>
                </a:lnTo>
                <a:lnTo>
                  <a:pt x="121930" y="300711"/>
                </a:lnTo>
                <a:lnTo>
                  <a:pt x="138180" y="307342"/>
                </a:lnTo>
                <a:lnTo>
                  <a:pt x="171281" y="333064"/>
                </a:lnTo>
                <a:lnTo>
                  <a:pt x="176543" y="356593"/>
                </a:lnTo>
                <a:lnTo>
                  <a:pt x="172816" y="375766"/>
                </a:lnTo>
                <a:lnTo>
                  <a:pt x="162513" y="391157"/>
                </a:lnTo>
                <a:lnTo>
                  <a:pt x="146948" y="401396"/>
                </a:lnTo>
                <a:lnTo>
                  <a:pt x="127438" y="405113"/>
                </a:lnTo>
                <a:lnTo>
                  <a:pt x="243948" y="405113"/>
                </a:lnTo>
                <a:lnTo>
                  <a:pt x="248510" y="395660"/>
                </a:lnTo>
                <a:lnTo>
                  <a:pt x="254292" y="353670"/>
                </a:lnTo>
                <a:lnTo>
                  <a:pt x="249962" y="312732"/>
                </a:lnTo>
                <a:lnTo>
                  <a:pt x="235001" y="281767"/>
                </a:lnTo>
                <a:lnTo>
                  <a:pt x="206448" y="257818"/>
                </a:lnTo>
                <a:lnTo>
                  <a:pt x="161344" y="237924"/>
                </a:lnTo>
                <a:lnTo>
                  <a:pt x="126515" y="223446"/>
                </a:lnTo>
                <a:lnTo>
                  <a:pt x="106320" y="210668"/>
                </a:lnTo>
                <a:lnTo>
                  <a:pt x="96976" y="196902"/>
                </a:lnTo>
                <a:lnTo>
                  <a:pt x="94701" y="179466"/>
                </a:lnTo>
                <a:lnTo>
                  <a:pt x="97296" y="164495"/>
                </a:lnTo>
                <a:lnTo>
                  <a:pt x="104493" y="152648"/>
                </a:lnTo>
                <a:lnTo>
                  <a:pt x="115418" y="144857"/>
                </a:lnTo>
                <a:lnTo>
                  <a:pt x="129192" y="142052"/>
                </a:lnTo>
                <a:lnTo>
                  <a:pt x="234045" y="142052"/>
                </a:lnTo>
                <a:lnTo>
                  <a:pt x="218852" y="112239"/>
                </a:lnTo>
                <a:lnTo>
                  <a:pt x="196208" y="89678"/>
                </a:lnTo>
                <a:lnTo>
                  <a:pt x="168359" y="77749"/>
                </a:lnTo>
                <a:lnTo>
                  <a:pt x="168359" y="0"/>
                </a:lnTo>
                <a:close/>
              </a:path>
              <a:path w="1769110" h="551179">
                <a:moveTo>
                  <a:pt x="234045" y="142052"/>
                </a:moveTo>
                <a:lnTo>
                  <a:pt x="129192" y="142052"/>
                </a:lnTo>
                <a:lnTo>
                  <a:pt x="142856" y="144427"/>
                </a:lnTo>
                <a:lnTo>
                  <a:pt x="153890" y="151406"/>
                </a:lnTo>
                <a:lnTo>
                  <a:pt x="162074" y="162769"/>
                </a:lnTo>
                <a:lnTo>
                  <a:pt x="167189" y="178296"/>
                </a:lnTo>
                <a:lnTo>
                  <a:pt x="240846" y="178296"/>
                </a:lnTo>
                <a:lnTo>
                  <a:pt x="234370" y="142692"/>
                </a:lnTo>
                <a:lnTo>
                  <a:pt x="234045" y="142052"/>
                </a:lnTo>
                <a:close/>
              </a:path>
              <a:path w="1769110" h="551179">
                <a:moveTo>
                  <a:pt x="577552" y="132115"/>
                </a:moveTo>
                <a:lnTo>
                  <a:pt x="456305" y="132115"/>
                </a:lnTo>
                <a:lnTo>
                  <a:pt x="481122" y="137284"/>
                </a:lnTo>
                <a:lnTo>
                  <a:pt x="500953" y="151552"/>
                </a:lnTo>
                <a:lnTo>
                  <a:pt x="514096" y="173053"/>
                </a:lnTo>
                <a:lnTo>
                  <a:pt x="518855" y="199926"/>
                </a:lnTo>
                <a:lnTo>
                  <a:pt x="516024" y="220596"/>
                </a:lnTo>
                <a:lnTo>
                  <a:pt x="507164" y="241212"/>
                </a:lnTo>
                <a:lnTo>
                  <a:pt x="491727" y="262814"/>
                </a:lnTo>
                <a:lnTo>
                  <a:pt x="469166" y="286444"/>
                </a:lnTo>
                <a:lnTo>
                  <a:pt x="315421" y="432004"/>
                </a:lnTo>
                <a:lnTo>
                  <a:pt x="315421" y="500400"/>
                </a:lnTo>
                <a:lnTo>
                  <a:pt x="594851" y="500400"/>
                </a:lnTo>
                <a:lnTo>
                  <a:pt x="594851" y="427328"/>
                </a:lnTo>
                <a:lnTo>
                  <a:pt x="424738" y="427328"/>
                </a:lnTo>
                <a:lnTo>
                  <a:pt x="513009" y="347240"/>
                </a:lnTo>
                <a:lnTo>
                  <a:pt x="553693" y="306977"/>
                </a:lnTo>
                <a:lnTo>
                  <a:pt x="579359" y="271975"/>
                </a:lnTo>
                <a:lnTo>
                  <a:pt x="592750" y="238070"/>
                </a:lnTo>
                <a:lnTo>
                  <a:pt x="596604" y="201095"/>
                </a:lnTo>
                <a:lnTo>
                  <a:pt x="589641" y="155975"/>
                </a:lnTo>
                <a:lnTo>
                  <a:pt x="577552" y="132115"/>
                </a:lnTo>
                <a:close/>
              </a:path>
              <a:path w="1769110" h="551179">
                <a:moveTo>
                  <a:pt x="455721" y="60796"/>
                </a:moveTo>
                <a:lnTo>
                  <a:pt x="408950" y="67549"/>
                </a:lnTo>
                <a:lnTo>
                  <a:pt x="369446" y="87322"/>
                </a:lnTo>
                <a:lnTo>
                  <a:pt x="339006" y="119385"/>
                </a:lnTo>
                <a:lnTo>
                  <a:pt x="319425" y="163008"/>
                </a:lnTo>
                <a:lnTo>
                  <a:pt x="312499" y="217463"/>
                </a:lnTo>
                <a:lnTo>
                  <a:pt x="389079" y="217463"/>
                </a:lnTo>
                <a:lnTo>
                  <a:pt x="393910" y="182425"/>
                </a:lnTo>
                <a:lnTo>
                  <a:pt x="407566" y="155498"/>
                </a:lnTo>
                <a:lnTo>
                  <a:pt x="428784" y="138216"/>
                </a:lnTo>
                <a:lnTo>
                  <a:pt x="456305" y="132115"/>
                </a:lnTo>
                <a:lnTo>
                  <a:pt x="577552" y="132115"/>
                </a:lnTo>
                <a:lnTo>
                  <a:pt x="570079" y="117364"/>
                </a:lnTo>
                <a:lnTo>
                  <a:pt x="539910" y="87284"/>
                </a:lnTo>
                <a:lnTo>
                  <a:pt x="501126" y="67755"/>
                </a:lnTo>
                <a:lnTo>
                  <a:pt x="455721" y="60796"/>
                </a:lnTo>
                <a:close/>
              </a:path>
              <a:path w="1769110" h="551179">
                <a:moveTo>
                  <a:pt x="904665" y="132115"/>
                </a:moveTo>
                <a:lnTo>
                  <a:pt x="783419" y="132115"/>
                </a:lnTo>
                <a:lnTo>
                  <a:pt x="808236" y="137284"/>
                </a:lnTo>
                <a:lnTo>
                  <a:pt x="828066" y="151552"/>
                </a:lnTo>
                <a:lnTo>
                  <a:pt x="841210" y="173053"/>
                </a:lnTo>
                <a:lnTo>
                  <a:pt x="845969" y="199926"/>
                </a:lnTo>
                <a:lnTo>
                  <a:pt x="843137" y="220596"/>
                </a:lnTo>
                <a:lnTo>
                  <a:pt x="834277" y="241212"/>
                </a:lnTo>
                <a:lnTo>
                  <a:pt x="818841" y="262814"/>
                </a:lnTo>
                <a:lnTo>
                  <a:pt x="796280" y="286444"/>
                </a:lnTo>
                <a:lnTo>
                  <a:pt x="642535" y="432004"/>
                </a:lnTo>
                <a:lnTo>
                  <a:pt x="642535" y="500400"/>
                </a:lnTo>
                <a:lnTo>
                  <a:pt x="921964" y="500400"/>
                </a:lnTo>
                <a:lnTo>
                  <a:pt x="921964" y="427328"/>
                </a:lnTo>
                <a:lnTo>
                  <a:pt x="751852" y="427328"/>
                </a:lnTo>
                <a:lnTo>
                  <a:pt x="840123" y="347240"/>
                </a:lnTo>
                <a:lnTo>
                  <a:pt x="880806" y="306977"/>
                </a:lnTo>
                <a:lnTo>
                  <a:pt x="906473" y="271975"/>
                </a:lnTo>
                <a:lnTo>
                  <a:pt x="919863" y="238070"/>
                </a:lnTo>
                <a:lnTo>
                  <a:pt x="923718" y="201095"/>
                </a:lnTo>
                <a:lnTo>
                  <a:pt x="916754" y="155975"/>
                </a:lnTo>
                <a:lnTo>
                  <a:pt x="904665" y="132115"/>
                </a:lnTo>
                <a:close/>
              </a:path>
              <a:path w="1769110" h="551179">
                <a:moveTo>
                  <a:pt x="782834" y="60796"/>
                </a:moveTo>
                <a:lnTo>
                  <a:pt x="736063" y="67549"/>
                </a:lnTo>
                <a:lnTo>
                  <a:pt x="696560" y="87322"/>
                </a:lnTo>
                <a:lnTo>
                  <a:pt x="666119" y="119385"/>
                </a:lnTo>
                <a:lnTo>
                  <a:pt x="646538" y="163008"/>
                </a:lnTo>
                <a:lnTo>
                  <a:pt x="639612" y="217463"/>
                </a:lnTo>
                <a:lnTo>
                  <a:pt x="716192" y="217463"/>
                </a:lnTo>
                <a:lnTo>
                  <a:pt x="721024" y="182425"/>
                </a:lnTo>
                <a:lnTo>
                  <a:pt x="734679" y="155498"/>
                </a:lnTo>
                <a:lnTo>
                  <a:pt x="755898" y="138216"/>
                </a:lnTo>
                <a:lnTo>
                  <a:pt x="783419" y="132115"/>
                </a:lnTo>
                <a:lnTo>
                  <a:pt x="904665" y="132115"/>
                </a:lnTo>
                <a:lnTo>
                  <a:pt x="897192" y="117364"/>
                </a:lnTo>
                <a:lnTo>
                  <a:pt x="867023" y="87284"/>
                </a:lnTo>
                <a:lnTo>
                  <a:pt x="828240" y="67755"/>
                </a:lnTo>
                <a:lnTo>
                  <a:pt x="782834" y="60796"/>
                </a:lnTo>
                <a:close/>
              </a:path>
              <a:path w="1769110" h="551179">
                <a:moveTo>
                  <a:pt x="1239300" y="68395"/>
                </a:moveTo>
                <a:lnTo>
                  <a:pt x="1150444" y="68395"/>
                </a:lnTo>
                <a:lnTo>
                  <a:pt x="1150444" y="500400"/>
                </a:lnTo>
                <a:lnTo>
                  <a:pt x="1265606" y="500400"/>
                </a:lnTo>
                <a:lnTo>
                  <a:pt x="1325462" y="494601"/>
                </a:lnTo>
                <a:lnTo>
                  <a:pt x="1371822" y="477859"/>
                </a:lnTo>
                <a:lnTo>
                  <a:pt x="1404797" y="451155"/>
                </a:lnTo>
                <a:lnTo>
                  <a:pt x="1419890" y="423820"/>
                </a:lnTo>
                <a:lnTo>
                  <a:pt x="1230531" y="423820"/>
                </a:lnTo>
                <a:lnTo>
                  <a:pt x="1230531" y="313334"/>
                </a:lnTo>
                <a:lnTo>
                  <a:pt x="1417295" y="313334"/>
                </a:lnTo>
                <a:lnTo>
                  <a:pt x="1414820" y="307562"/>
                </a:lnTo>
                <a:lnTo>
                  <a:pt x="1392076" y="283914"/>
                </a:lnTo>
                <a:lnTo>
                  <a:pt x="1357385" y="264814"/>
                </a:lnTo>
                <a:lnTo>
                  <a:pt x="1379425" y="250145"/>
                </a:lnTo>
                <a:lnTo>
                  <a:pt x="1392192" y="235001"/>
                </a:lnTo>
                <a:lnTo>
                  <a:pt x="1230531" y="235001"/>
                </a:lnTo>
                <a:lnTo>
                  <a:pt x="1230531" y="146729"/>
                </a:lnTo>
                <a:lnTo>
                  <a:pt x="1399060" y="146729"/>
                </a:lnTo>
                <a:lnTo>
                  <a:pt x="1392387" y="128826"/>
                </a:lnTo>
                <a:lnTo>
                  <a:pt x="1356216" y="89440"/>
                </a:lnTo>
                <a:lnTo>
                  <a:pt x="1312226" y="72780"/>
                </a:lnTo>
                <a:lnTo>
                  <a:pt x="1281079" y="69382"/>
                </a:lnTo>
                <a:lnTo>
                  <a:pt x="1239300" y="68395"/>
                </a:lnTo>
                <a:close/>
              </a:path>
              <a:path w="1769110" h="551179">
                <a:moveTo>
                  <a:pt x="1417295" y="313334"/>
                </a:moveTo>
                <a:lnTo>
                  <a:pt x="1268529" y="313334"/>
                </a:lnTo>
                <a:lnTo>
                  <a:pt x="1304745" y="316769"/>
                </a:lnTo>
                <a:lnTo>
                  <a:pt x="1330275" y="327218"/>
                </a:lnTo>
                <a:lnTo>
                  <a:pt x="1345392" y="344902"/>
                </a:lnTo>
                <a:lnTo>
                  <a:pt x="1350370" y="370039"/>
                </a:lnTo>
                <a:lnTo>
                  <a:pt x="1345748" y="394226"/>
                </a:lnTo>
                <a:lnTo>
                  <a:pt x="1331371" y="410959"/>
                </a:lnTo>
                <a:lnTo>
                  <a:pt x="1306472" y="420678"/>
                </a:lnTo>
                <a:lnTo>
                  <a:pt x="1270282" y="423820"/>
                </a:lnTo>
                <a:lnTo>
                  <a:pt x="1419890" y="423820"/>
                </a:lnTo>
                <a:lnTo>
                  <a:pt x="1424499" y="415472"/>
                </a:lnTo>
                <a:lnTo>
                  <a:pt x="1431042" y="371792"/>
                </a:lnTo>
                <a:lnTo>
                  <a:pt x="1427261" y="336581"/>
                </a:lnTo>
                <a:lnTo>
                  <a:pt x="1417295" y="313334"/>
                </a:lnTo>
                <a:close/>
              </a:path>
              <a:path w="1769110" h="551179">
                <a:moveTo>
                  <a:pt x="1399060" y="146729"/>
                </a:moveTo>
                <a:lnTo>
                  <a:pt x="1263268" y="146729"/>
                </a:lnTo>
                <a:lnTo>
                  <a:pt x="1290460" y="149387"/>
                </a:lnTo>
                <a:lnTo>
                  <a:pt x="1309815" y="157471"/>
                </a:lnTo>
                <a:lnTo>
                  <a:pt x="1321388" y="171144"/>
                </a:lnTo>
                <a:lnTo>
                  <a:pt x="1325233" y="190573"/>
                </a:lnTo>
                <a:lnTo>
                  <a:pt x="1321278" y="210585"/>
                </a:lnTo>
                <a:lnTo>
                  <a:pt x="1308938" y="224405"/>
                </a:lnTo>
                <a:lnTo>
                  <a:pt x="1287500" y="232416"/>
                </a:lnTo>
                <a:lnTo>
                  <a:pt x="1256253" y="235001"/>
                </a:lnTo>
                <a:lnTo>
                  <a:pt x="1392192" y="235001"/>
                </a:lnTo>
                <a:lnTo>
                  <a:pt x="1394287" y="232516"/>
                </a:lnTo>
                <a:lnTo>
                  <a:pt x="1402681" y="210722"/>
                </a:lnTo>
                <a:lnTo>
                  <a:pt x="1405320" y="183558"/>
                </a:lnTo>
                <a:lnTo>
                  <a:pt x="1402005" y="154630"/>
                </a:lnTo>
                <a:lnTo>
                  <a:pt x="1399060" y="146729"/>
                </a:lnTo>
                <a:close/>
              </a:path>
              <a:path w="1769110" h="551179">
                <a:moveTo>
                  <a:pt x="1553265" y="176543"/>
                </a:moveTo>
                <a:lnTo>
                  <a:pt x="1481362" y="176543"/>
                </a:lnTo>
                <a:lnTo>
                  <a:pt x="1481362" y="500400"/>
                </a:lnTo>
                <a:lnTo>
                  <a:pt x="1559111" y="500400"/>
                </a:lnTo>
                <a:lnTo>
                  <a:pt x="1559238" y="341979"/>
                </a:lnTo>
                <a:lnTo>
                  <a:pt x="1559723" y="319646"/>
                </a:lnTo>
                <a:lnTo>
                  <a:pt x="1571971" y="270075"/>
                </a:lnTo>
                <a:lnTo>
                  <a:pt x="1611677" y="242207"/>
                </a:lnTo>
                <a:lnTo>
                  <a:pt x="1629260" y="240262"/>
                </a:lnTo>
                <a:lnTo>
                  <a:pt x="1758101" y="240262"/>
                </a:lnTo>
                <a:lnTo>
                  <a:pt x="1756644" y="235530"/>
                </a:lnTo>
                <a:lnTo>
                  <a:pt x="1745592" y="215710"/>
                </a:lnTo>
                <a:lnTo>
                  <a:pt x="1738132" y="207525"/>
                </a:lnTo>
                <a:lnTo>
                  <a:pt x="1553265" y="207525"/>
                </a:lnTo>
                <a:lnTo>
                  <a:pt x="1553265" y="176543"/>
                </a:lnTo>
                <a:close/>
              </a:path>
              <a:path w="1769110" h="551179">
                <a:moveTo>
                  <a:pt x="1758101" y="240262"/>
                </a:moveTo>
                <a:lnTo>
                  <a:pt x="1629260" y="240262"/>
                </a:lnTo>
                <a:lnTo>
                  <a:pt x="1655219" y="243989"/>
                </a:lnTo>
                <a:lnTo>
                  <a:pt x="1674711" y="258676"/>
                </a:lnTo>
                <a:lnTo>
                  <a:pt x="1686969" y="289586"/>
                </a:lnTo>
                <a:lnTo>
                  <a:pt x="1691226" y="341979"/>
                </a:lnTo>
                <a:lnTo>
                  <a:pt x="1691226" y="500400"/>
                </a:lnTo>
                <a:lnTo>
                  <a:pt x="1768975" y="500400"/>
                </a:lnTo>
                <a:lnTo>
                  <a:pt x="1768975" y="326780"/>
                </a:lnTo>
                <a:lnTo>
                  <a:pt x="1767787" y="288545"/>
                </a:lnTo>
                <a:lnTo>
                  <a:pt x="1763860" y="258968"/>
                </a:lnTo>
                <a:lnTo>
                  <a:pt x="1758101" y="240262"/>
                </a:lnTo>
                <a:close/>
              </a:path>
              <a:path w="1769110" h="551179">
                <a:moveTo>
                  <a:pt x="1644459" y="168943"/>
                </a:moveTo>
                <a:lnTo>
                  <a:pt x="1618701" y="171108"/>
                </a:lnTo>
                <a:lnTo>
                  <a:pt x="1595793" y="177931"/>
                </a:lnTo>
                <a:lnTo>
                  <a:pt x="1574419" y="189906"/>
                </a:lnTo>
                <a:lnTo>
                  <a:pt x="1553265" y="207525"/>
                </a:lnTo>
                <a:lnTo>
                  <a:pt x="1738132" y="207525"/>
                </a:lnTo>
                <a:lnTo>
                  <a:pt x="1727241" y="195578"/>
                </a:lnTo>
                <a:lnTo>
                  <a:pt x="1704013" y="180927"/>
                </a:lnTo>
                <a:lnTo>
                  <a:pt x="1676292" y="171976"/>
                </a:lnTo>
                <a:lnTo>
                  <a:pt x="1644459" y="168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4028" y="5975196"/>
            <a:ext cx="986790" cy="265430"/>
          </a:xfrm>
          <a:custGeom>
            <a:avLst/>
            <a:gdLst/>
            <a:ahLst/>
            <a:cxnLst/>
            <a:rect l="l" t="t" r="r" b="b"/>
            <a:pathLst>
              <a:path w="986789" h="265429">
                <a:moveTo>
                  <a:pt x="131560" y="0"/>
                </a:moveTo>
                <a:lnTo>
                  <a:pt x="80477" y="10380"/>
                </a:lnTo>
                <a:lnTo>
                  <a:pt x="38645" y="38645"/>
                </a:lnTo>
                <a:lnTo>
                  <a:pt x="10380" y="80477"/>
                </a:lnTo>
                <a:lnTo>
                  <a:pt x="0" y="131560"/>
                </a:lnTo>
                <a:lnTo>
                  <a:pt x="6827" y="173740"/>
                </a:lnTo>
                <a:lnTo>
                  <a:pt x="25868" y="210335"/>
                </a:lnTo>
                <a:lnTo>
                  <a:pt x="54964" y="239171"/>
                </a:lnTo>
                <a:lnTo>
                  <a:pt x="91953" y="258068"/>
                </a:lnTo>
                <a:lnTo>
                  <a:pt x="134676" y="264851"/>
                </a:lnTo>
                <a:lnTo>
                  <a:pt x="172353" y="259577"/>
                </a:lnTo>
                <a:lnTo>
                  <a:pt x="205779" y="244468"/>
                </a:lnTo>
                <a:lnTo>
                  <a:pt x="233168" y="220596"/>
                </a:lnTo>
                <a:lnTo>
                  <a:pt x="234063" y="219151"/>
                </a:lnTo>
                <a:lnTo>
                  <a:pt x="133637" y="219151"/>
                </a:lnTo>
                <a:lnTo>
                  <a:pt x="100358" y="212238"/>
                </a:lnTo>
                <a:lnTo>
                  <a:pt x="73050" y="193445"/>
                </a:lnTo>
                <a:lnTo>
                  <a:pt x="54571" y="165694"/>
                </a:lnTo>
                <a:lnTo>
                  <a:pt x="47777" y="131906"/>
                </a:lnTo>
                <a:lnTo>
                  <a:pt x="54165" y="98134"/>
                </a:lnTo>
                <a:lnTo>
                  <a:pt x="71882" y="70756"/>
                </a:lnTo>
                <a:lnTo>
                  <a:pt x="98751" y="52402"/>
                </a:lnTo>
                <a:lnTo>
                  <a:pt x="132599" y="45699"/>
                </a:lnTo>
                <a:lnTo>
                  <a:pt x="232254" y="45699"/>
                </a:lnTo>
                <a:lnTo>
                  <a:pt x="231707" y="44839"/>
                </a:lnTo>
                <a:lnTo>
                  <a:pt x="203442" y="20383"/>
                </a:lnTo>
                <a:lnTo>
                  <a:pt x="169530" y="5209"/>
                </a:lnTo>
                <a:lnTo>
                  <a:pt x="131560" y="0"/>
                </a:lnTo>
                <a:close/>
              </a:path>
              <a:path w="986789" h="265429">
                <a:moveTo>
                  <a:pt x="252734" y="189031"/>
                </a:moveTo>
                <a:lnTo>
                  <a:pt x="196994" y="189031"/>
                </a:lnTo>
                <a:lnTo>
                  <a:pt x="181788" y="202939"/>
                </a:lnTo>
                <a:lnTo>
                  <a:pt x="166744" y="212270"/>
                </a:lnTo>
                <a:lnTo>
                  <a:pt x="150986" y="217512"/>
                </a:lnTo>
                <a:lnTo>
                  <a:pt x="133637" y="219151"/>
                </a:lnTo>
                <a:lnTo>
                  <a:pt x="234063" y="219151"/>
                </a:lnTo>
                <a:lnTo>
                  <a:pt x="252734" y="189031"/>
                </a:lnTo>
                <a:close/>
              </a:path>
              <a:path w="986789" h="265429">
                <a:moveTo>
                  <a:pt x="232254" y="45699"/>
                </a:moveTo>
                <a:lnTo>
                  <a:pt x="132599" y="45699"/>
                </a:lnTo>
                <a:lnTo>
                  <a:pt x="153220" y="47566"/>
                </a:lnTo>
                <a:lnTo>
                  <a:pt x="170855" y="53359"/>
                </a:lnTo>
                <a:lnTo>
                  <a:pt x="186153" y="63372"/>
                </a:lnTo>
                <a:lnTo>
                  <a:pt x="199764" y="77897"/>
                </a:lnTo>
                <a:lnTo>
                  <a:pt x="252734" y="77897"/>
                </a:lnTo>
                <a:lnTo>
                  <a:pt x="232254" y="45699"/>
                </a:lnTo>
                <a:close/>
              </a:path>
              <a:path w="986789" h="265429">
                <a:moveTo>
                  <a:pt x="401129" y="4500"/>
                </a:moveTo>
                <a:lnTo>
                  <a:pt x="363738" y="4500"/>
                </a:lnTo>
                <a:lnTo>
                  <a:pt x="257105" y="260351"/>
                </a:lnTo>
                <a:lnTo>
                  <a:pt x="309383" y="260351"/>
                </a:lnTo>
                <a:lnTo>
                  <a:pt x="337772" y="194224"/>
                </a:lnTo>
                <a:lnTo>
                  <a:pt x="480715" y="194224"/>
                </a:lnTo>
                <a:lnTo>
                  <a:pt x="461690" y="148870"/>
                </a:lnTo>
                <a:lnTo>
                  <a:pt x="355083" y="148870"/>
                </a:lnTo>
                <a:lnTo>
                  <a:pt x="382433" y="71319"/>
                </a:lnTo>
                <a:lnTo>
                  <a:pt x="429158" y="71319"/>
                </a:lnTo>
                <a:lnTo>
                  <a:pt x="401129" y="4500"/>
                </a:lnTo>
                <a:close/>
              </a:path>
              <a:path w="986789" h="265429">
                <a:moveTo>
                  <a:pt x="480715" y="194224"/>
                </a:moveTo>
                <a:lnTo>
                  <a:pt x="428826" y="194224"/>
                </a:lnTo>
                <a:lnTo>
                  <a:pt x="456176" y="260351"/>
                </a:lnTo>
                <a:lnTo>
                  <a:pt x="508454" y="260351"/>
                </a:lnTo>
                <a:lnTo>
                  <a:pt x="480715" y="194224"/>
                </a:lnTo>
                <a:close/>
              </a:path>
              <a:path w="986789" h="265429">
                <a:moveTo>
                  <a:pt x="429158" y="71319"/>
                </a:moveTo>
                <a:lnTo>
                  <a:pt x="382433" y="71319"/>
                </a:lnTo>
                <a:lnTo>
                  <a:pt x="409784" y="148870"/>
                </a:lnTo>
                <a:lnTo>
                  <a:pt x="461690" y="148870"/>
                </a:lnTo>
                <a:lnTo>
                  <a:pt x="429158" y="71319"/>
                </a:lnTo>
                <a:close/>
              </a:path>
              <a:path w="986789" h="265429">
                <a:moveTo>
                  <a:pt x="643850" y="0"/>
                </a:moveTo>
                <a:lnTo>
                  <a:pt x="601128" y="6672"/>
                </a:lnTo>
                <a:lnTo>
                  <a:pt x="564138" y="25292"/>
                </a:lnTo>
                <a:lnTo>
                  <a:pt x="535043" y="53768"/>
                </a:lnTo>
                <a:lnTo>
                  <a:pt x="516001" y="90003"/>
                </a:lnTo>
                <a:lnTo>
                  <a:pt x="509174" y="131906"/>
                </a:lnTo>
                <a:lnTo>
                  <a:pt x="516104" y="174449"/>
                </a:lnTo>
                <a:lnTo>
                  <a:pt x="535530" y="211008"/>
                </a:lnTo>
                <a:lnTo>
                  <a:pt x="565410" y="239592"/>
                </a:lnTo>
                <a:lnTo>
                  <a:pt x="603698" y="258204"/>
                </a:lnTo>
                <a:lnTo>
                  <a:pt x="648351" y="264851"/>
                </a:lnTo>
                <a:lnTo>
                  <a:pt x="701072" y="254514"/>
                </a:lnTo>
                <a:lnTo>
                  <a:pt x="743472" y="226552"/>
                </a:lnTo>
                <a:lnTo>
                  <a:pt x="748570" y="219151"/>
                </a:lnTo>
                <a:lnTo>
                  <a:pt x="645581" y="219151"/>
                </a:lnTo>
                <a:lnTo>
                  <a:pt x="610554" y="212492"/>
                </a:lnTo>
                <a:lnTo>
                  <a:pt x="582441" y="194181"/>
                </a:lnTo>
                <a:lnTo>
                  <a:pt x="563740" y="166717"/>
                </a:lnTo>
                <a:lnTo>
                  <a:pt x="556951" y="132599"/>
                </a:lnTo>
                <a:lnTo>
                  <a:pt x="563258" y="98718"/>
                </a:lnTo>
                <a:lnTo>
                  <a:pt x="580926" y="71103"/>
                </a:lnTo>
                <a:lnTo>
                  <a:pt x="608071" y="52510"/>
                </a:lnTo>
                <a:lnTo>
                  <a:pt x="642811" y="45699"/>
                </a:lnTo>
                <a:lnTo>
                  <a:pt x="747751" y="45699"/>
                </a:lnTo>
                <a:lnTo>
                  <a:pt x="721012" y="22547"/>
                </a:lnTo>
                <a:lnTo>
                  <a:pt x="684557" y="5966"/>
                </a:lnTo>
                <a:lnTo>
                  <a:pt x="643850" y="0"/>
                </a:lnTo>
                <a:close/>
              </a:path>
              <a:path w="986789" h="265429">
                <a:moveTo>
                  <a:pt x="781988" y="129829"/>
                </a:moveTo>
                <a:lnTo>
                  <a:pt x="614768" y="129829"/>
                </a:lnTo>
                <a:lnTo>
                  <a:pt x="614768" y="174144"/>
                </a:lnTo>
                <a:lnTo>
                  <a:pt x="720709" y="174144"/>
                </a:lnTo>
                <a:lnTo>
                  <a:pt x="707850" y="193153"/>
                </a:lnTo>
                <a:lnTo>
                  <a:pt x="690545" y="207294"/>
                </a:lnTo>
                <a:lnTo>
                  <a:pt x="669540" y="216111"/>
                </a:lnTo>
                <a:lnTo>
                  <a:pt x="645581" y="219151"/>
                </a:lnTo>
                <a:lnTo>
                  <a:pt x="748570" y="219151"/>
                </a:lnTo>
                <a:lnTo>
                  <a:pt x="771721" y="185542"/>
                </a:lnTo>
                <a:lnTo>
                  <a:pt x="781988" y="136061"/>
                </a:lnTo>
                <a:lnTo>
                  <a:pt x="781988" y="129829"/>
                </a:lnTo>
                <a:close/>
              </a:path>
              <a:path w="986789" h="265429">
                <a:moveTo>
                  <a:pt x="747751" y="45699"/>
                </a:moveTo>
                <a:lnTo>
                  <a:pt x="642811" y="45699"/>
                </a:lnTo>
                <a:lnTo>
                  <a:pt x="664114" y="47885"/>
                </a:lnTo>
                <a:lnTo>
                  <a:pt x="683145" y="54355"/>
                </a:lnTo>
                <a:lnTo>
                  <a:pt x="699579" y="64979"/>
                </a:lnTo>
                <a:lnTo>
                  <a:pt x="713092" y="79628"/>
                </a:lnTo>
                <a:lnTo>
                  <a:pt x="768832" y="79628"/>
                </a:lnTo>
                <a:lnTo>
                  <a:pt x="750132" y="47760"/>
                </a:lnTo>
                <a:lnTo>
                  <a:pt x="747751" y="45699"/>
                </a:lnTo>
                <a:close/>
              </a:path>
              <a:path w="986789" h="265429">
                <a:moveTo>
                  <a:pt x="886836" y="4500"/>
                </a:moveTo>
                <a:lnTo>
                  <a:pt x="813093" y="4500"/>
                </a:lnTo>
                <a:lnTo>
                  <a:pt x="813093" y="260351"/>
                </a:lnTo>
                <a:lnTo>
                  <a:pt x="860524" y="260351"/>
                </a:lnTo>
                <a:lnTo>
                  <a:pt x="860524" y="162373"/>
                </a:lnTo>
                <a:lnTo>
                  <a:pt x="925864" y="162373"/>
                </a:lnTo>
                <a:lnTo>
                  <a:pt x="946823" y="154226"/>
                </a:lnTo>
                <a:lnTo>
                  <a:pt x="967634" y="136840"/>
                </a:lnTo>
                <a:lnTo>
                  <a:pt x="973064" y="126713"/>
                </a:lnTo>
                <a:lnTo>
                  <a:pt x="860524" y="126713"/>
                </a:lnTo>
                <a:lnTo>
                  <a:pt x="860524" y="49854"/>
                </a:lnTo>
                <a:lnTo>
                  <a:pt x="976304" y="49854"/>
                </a:lnTo>
                <a:lnTo>
                  <a:pt x="968440" y="36016"/>
                </a:lnTo>
                <a:lnTo>
                  <a:pt x="956771" y="23542"/>
                </a:lnTo>
                <a:lnTo>
                  <a:pt x="943750" y="14578"/>
                </a:lnTo>
                <a:lnTo>
                  <a:pt x="928685" y="8698"/>
                </a:lnTo>
                <a:lnTo>
                  <a:pt x="910179" y="5479"/>
                </a:lnTo>
                <a:lnTo>
                  <a:pt x="886836" y="4500"/>
                </a:lnTo>
                <a:close/>
              </a:path>
              <a:path w="986789" h="265429">
                <a:moveTo>
                  <a:pt x="925864" y="162373"/>
                </a:moveTo>
                <a:lnTo>
                  <a:pt x="860524" y="162373"/>
                </a:lnTo>
                <a:lnTo>
                  <a:pt x="927689" y="260351"/>
                </a:lnTo>
                <a:lnTo>
                  <a:pt x="986199" y="260351"/>
                </a:lnTo>
                <a:lnTo>
                  <a:pt x="916957" y="165835"/>
                </a:lnTo>
                <a:lnTo>
                  <a:pt x="925864" y="162373"/>
                </a:lnTo>
                <a:close/>
              </a:path>
              <a:path w="986789" h="265429">
                <a:moveTo>
                  <a:pt x="976304" y="49854"/>
                </a:moveTo>
                <a:lnTo>
                  <a:pt x="881643" y="49854"/>
                </a:lnTo>
                <a:lnTo>
                  <a:pt x="909124" y="52591"/>
                </a:lnTo>
                <a:lnTo>
                  <a:pt x="925699" y="60327"/>
                </a:lnTo>
                <a:lnTo>
                  <a:pt x="933835" y="72347"/>
                </a:lnTo>
                <a:lnTo>
                  <a:pt x="935999" y="87937"/>
                </a:lnTo>
                <a:lnTo>
                  <a:pt x="932991" y="105388"/>
                </a:lnTo>
                <a:lnTo>
                  <a:pt x="923621" y="117452"/>
                </a:lnTo>
                <a:lnTo>
                  <a:pt x="907371" y="124452"/>
                </a:lnTo>
                <a:lnTo>
                  <a:pt x="883721" y="126713"/>
                </a:lnTo>
                <a:lnTo>
                  <a:pt x="973064" y="126713"/>
                </a:lnTo>
                <a:lnTo>
                  <a:pt x="979810" y="114130"/>
                </a:lnTo>
                <a:lnTo>
                  <a:pt x="983776" y="86552"/>
                </a:lnTo>
                <a:lnTo>
                  <a:pt x="982039" y="67846"/>
                </a:lnTo>
                <a:lnTo>
                  <a:pt x="976895" y="50893"/>
                </a:lnTo>
                <a:lnTo>
                  <a:pt x="976304" y="498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90391" y="6071970"/>
            <a:ext cx="1403985" cy="455930"/>
          </a:xfrm>
          <a:custGeom>
            <a:avLst/>
            <a:gdLst/>
            <a:ahLst/>
            <a:cxnLst/>
            <a:rect l="l" t="t" r="r" b="b"/>
            <a:pathLst>
              <a:path w="1403984" h="455929">
                <a:moveTo>
                  <a:pt x="58128" y="0"/>
                </a:moveTo>
                <a:lnTo>
                  <a:pt x="14063" y="0"/>
                </a:lnTo>
                <a:lnTo>
                  <a:pt x="14063" y="173214"/>
                </a:lnTo>
                <a:lnTo>
                  <a:pt x="46174" y="173214"/>
                </a:lnTo>
                <a:lnTo>
                  <a:pt x="46174" y="43362"/>
                </a:lnTo>
                <a:lnTo>
                  <a:pt x="73537" y="43362"/>
                </a:lnTo>
                <a:lnTo>
                  <a:pt x="58128" y="0"/>
                </a:lnTo>
                <a:close/>
              </a:path>
              <a:path w="1403984" h="455929">
                <a:moveTo>
                  <a:pt x="73537" y="43362"/>
                </a:moveTo>
                <a:lnTo>
                  <a:pt x="46174" y="43362"/>
                </a:lnTo>
                <a:lnTo>
                  <a:pt x="91412" y="173214"/>
                </a:lnTo>
                <a:lnTo>
                  <a:pt x="117664" y="173214"/>
                </a:lnTo>
                <a:lnTo>
                  <a:pt x="132280" y="131258"/>
                </a:lnTo>
                <a:lnTo>
                  <a:pt x="104772" y="131258"/>
                </a:lnTo>
                <a:lnTo>
                  <a:pt x="73537" y="43362"/>
                </a:lnTo>
                <a:close/>
              </a:path>
              <a:path w="1403984" h="455929">
                <a:moveTo>
                  <a:pt x="195012" y="43362"/>
                </a:moveTo>
                <a:lnTo>
                  <a:pt x="162901" y="43362"/>
                </a:lnTo>
                <a:lnTo>
                  <a:pt x="162901" y="173214"/>
                </a:lnTo>
                <a:lnTo>
                  <a:pt x="195012" y="173214"/>
                </a:lnTo>
                <a:lnTo>
                  <a:pt x="195012" y="43362"/>
                </a:lnTo>
                <a:close/>
              </a:path>
              <a:path w="1403984" h="455929">
                <a:moveTo>
                  <a:pt x="195012" y="0"/>
                </a:moveTo>
                <a:lnTo>
                  <a:pt x="150947" y="0"/>
                </a:lnTo>
                <a:lnTo>
                  <a:pt x="104772" y="131258"/>
                </a:lnTo>
                <a:lnTo>
                  <a:pt x="132280" y="131258"/>
                </a:lnTo>
                <a:lnTo>
                  <a:pt x="162901" y="43362"/>
                </a:lnTo>
                <a:lnTo>
                  <a:pt x="195012" y="43362"/>
                </a:lnTo>
                <a:lnTo>
                  <a:pt x="195012" y="0"/>
                </a:lnTo>
                <a:close/>
              </a:path>
              <a:path w="1403984" h="455929">
                <a:moveTo>
                  <a:pt x="282297" y="40315"/>
                </a:moveTo>
                <a:lnTo>
                  <a:pt x="255753" y="45438"/>
                </a:lnTo>
                <a:lnTo>
                  <a:pt x="234833" y="59681"/>
                </a:lnTo>
                <a:lnTo>
                  <a:pt x="221121" y="81351"/>
                </a:lnTo>
                <a:lnTo>
                  <a:pt x="216199" y="108757"/>
                </a:lnTo>
                <a:lnTo>
                  <a:pt x="221077" y="135818"/>
                </a:lnTo>
                <a:lnTo>
                  <a:pt x="234657" y="157188"/>
                </a:lnTo>
                <a:lnTo>
                  <a:pt x="255357" y="171218"/>
                </a:lnTo>
                <a:lnTo>
                  <a:pt x="281594" y="176261"/>
                </a:lnTo>
                <a:lnTo>
                  <a:pt x="294299" y="175126"/>
                </a:lnTo>
                <a:lnTo>
                  <a:pt x="305356" y="171573"/>
                </a:lnTo>
                <a:lnTo>
                  <a:pt x="315313" y="165384"/>
                </a:lnTo>
                <a:lnTo>
                  <a:pt x="324722" y="156338"/>
                </a:lnTo>
                <a:lnTo>
                  <a:pt x="353318" y="156338"/>
                </a:lnTo>
                <a:lnTo>
                  <a:pt x="353318" y="147666"/>
                </a:lnTo>
                <a:lnTo>
                  <a:pt x="286048" y="147666"/>
                </a:lnTo>
                <a:lnTo>
                  <a:pt x="270450" y="144893"/>
                </a:lnTo>
                <a:lnTo>
                  <a:pt x="258302" y="137089"/>
                </a:lnTo>
                <a:lnTo>
                  <a:pt x="250417" y="125021"/>
                </a:lnTo>
                <a:lnTo>
                  <a:pt x="247608" y="109460"/>
                </a:lnTo>
                <a:lnTo>
                  <a:pt x="250409" y="93137"/>
                </a:lnTo>
                <a:lnTo>
                  <a:pt x="258243" y="80308"/>
                </a:lnTo>
                <a:lnTo>
                  <a:pt x="270252" y="71917"/>
                </a:lnTo>
                <a:lnTo>
                  <a:pt x="285579" y="68910"/>
                </a:lnTo>
                <a:lnTo>
                  <a:pt x="353318" y="68910"/>
                </a:lnTo>
                <a:lnTo>
                  <a:pt x="353318" y="60707"/>
                </a:lnTo>
                <a:lnTo>
                  <a:pt x="324722" y="60707"/>
                </a:lnTo>
                <a:lnTo>
                  <a:pt x="316181" y="51489"/>
                </a:lnTo>
                <a:lnTo>
                  <a:pt x="306498" y="45149"/>
                </a:lnTo>
                <a:lnTo>
                  <a:pt x="295321" y="41490"/>
                </a:lnTo>
                <a:lnTo>
                  <a:pt x="282297" y="40315"/>
                </a:lnTo>
                <a:close/>
              </a:path>
              <a:path w="1403984" h="455929">
                <a:moveTo>
                  <a:pt x="353318" y="156338"/>
                </a:moveTo>
                <a:lnTo>
                  <a:pt x="324722" y="156338"/>
                </a:lnTo>
                <a:lnTo>
                  <a:pt x="324722" y="173214"/>
                </a:lnTo>
                <a:lnTo>
                  <a:pt x="353318" y="173214"/>
                </a:lnTo>
                <a:lnTo>
                  <a:pt x="353318" y="156338"/>
                </a:lnTo>
                <a:close/>
              </a:path>
              <a:path w="1403984" h="455929">
                <a:moveTo>
                  <a:pt x="353318" y="68910"/>
                </a:moveTo>
                <a:lnTo>
                  <a:pt x="285579" y="68910"/>
                </a:lnTo>
                <a:lnTo>
                  <a:pt x="300942" y="71881"/>
                </a:lnTo>
                <a:lnTo>
                  <a:pt x="313032" y="80190"/>
                </a:lnTo>
                <a:lnTo>
                  <a:pt x="320946" y="92939"/>
                </a:lnTo>
                <a:lnTo>
                  <a:pt x="323703" y="108757"/>
                </a:lnTo>
                <a:lnTo>
                  <a:pt x="323745" y="109460"/>
                </a:lnTo>
                <a:lnTo>
                  <a:pt x="321217" y="124329"/>
                </a:lnTo>
                <a:lnTo>
                  <a:pt x="313794" y="136532"/>
                </a:lnTo>
                <a:lnTo>
                  <a:pt x="301931" y="144692"/>
                </a:lnTo>
                <a:lnTo>
                  <a:pt x="286048" y="147666"/>
                </a:lnTo>
                <a:lnTo>
                  <a:pt x="353318" y="147666"/>
                </a:lnTo>
                <a:lnTo>
                  <a:pt x="353318" y="68910"/>
                </a:lnTo>
                <a:close/>
              </a:path>
              <a:path w="1403984" h="455929">
                <a:moveTo>
                  <a:pt x="353318" y="43362"/>
                </a:moveTo>
                <a:lnTo>
                  <a:pt x="324722" y="43362"/>
                </a:lnTo>
                <a:lnTo>
                  <a:pt x="324722" y="60707"/>
                </a:lnTo>
                <a:lnTo>
                  <a:pt x="353318" y="60707"/>
                </a:lnTo>
                <a:lnTo>
                  <a:pt x="353318" y="43362"/>
                </a:lnTo>
                <a:close/>
              </a:path>
              <a:path w="1403984" h="455929">
                <a:moveTo>
                  <a:pt x="405155" y="43362"/>
                </a:moveTo>
                <a:lnTo>
                  <a:pt x="376559" y="43362"/>
                </a:lnTo>
                <a:lnTo>
                  <a:pt x="376559" y="173214"/>
                </a:lnTo>
                <a:lnTo>
                  <a:pt x="407733" y="173214"/>
                </a:lnTo>
                <a:lnTo>
                  <a:pt x="407733" y="101022"/>
                </a:lnTo>
                <a:lnTo>
                  <a:pt x="409454" y="87786"/>
                </a:lnTo>
                <a:lnTo>
                  <a:pt x="414647" y="78286"/>
                </a:lnTo>
                <a:lnTo>
                  <a:pt x="423357" y="72477"/>
                </a:lnTo>
                <a:lnTo>
                  <a:pt x="435625" y="70317"/>
                </a:lnTo>
                <a:lnTo>
                  <a:pt x="435625" y="56019"/>
                </a:lnTo>
                <a:lnTo>
                  <a:pt x="405155" y="56019"/>
                </a:lnTo>
                <a:lnTo>
                  <a:pt x="405155" y="43362"/>
                </a:lnTo>
                <a:close/>
              </a:path>
              <a:path w="1403984" h="455929">
                <a:moveTo>
                  <a:pt x="435625" y="40315"/>
                </a:moveTo>
                <a:lnTo>
                  <a:pt x="433281" y="40315"/>
                </a:lnTo>
                <a:lnTo>
                  <a:pt x="424404" y="41087"/>
                </a:lnTo>
                <a:lnTo>
                  <a:pt x="417284" y="43684"/>
                </a:lnTo>
                <a:lnTo>
                  <a:pt x="411132" y="48522"/>
                </a:lnTo>
                <a:lnTo>
                  <a:pt x="405155" y="56019"/>
                </a:lnTo>
                <a:lnTo>
                  <a:pt x="435625" y="56019"/>
                </a:lnTo>
                <a:lnTo>
                  <a:pt x="435625" y="40315"/>
                </a:lnTo>
                <a:close/>
              </a:path>
              <a:path w="1403984" h="455929">
                <a:moveTo>
                  <a:pt x="482811" y="0"/>
                </a:moveTo>
                <a:lnTo>
                  <a:pt x="451637" y="0"/>
                </a:lnTo>
                <a:lnTo>
                  <a:pt x="451637" y="173214"/>
                </a:lnTo>
                <a:lnTo>
                  <a:pt x="482811" y="173214"/>
                </a:lnTo>
                <a:lnTo>
                  <a:pt x="482811" y="112507"/>
                </a:lnTo>
                <a:lnTo>
                  <a:pt x="519729" y="112507"/>
                </a:lnTo>
                <a:lnTo>
                  <a:pt x="515157" y="106882"/>
                </a:lnTo>
                <a:lnTo>
                  <a:pt x="516870" y="104538"/>
                </a:lnTo>
                <a:lnTo>
                  <a:pt x="482811" y="104538"/>
                </a:lnTo>
                <a:lnTo>
                  <a:pt x="482811" y="0"/>
                </a:lnTo>
                <a:close/>
              </a:path>
              <a:path w="1403984" h="455929">
                <a:moveTo>
                  <a:pt x="519729" y="112507"/>
                </a:moveTo>
                <a:lnTo>
                  <a:pt x="482811" y="112507"/>
                </a:lnTo>
                <a:lnTo>
                  <a:pt x="527111" y="173214"/>
                </a:lnTo>
                <a:lnTo>
                  <a:pt x="569067" y="173214"/>
                </a:lnTo>
                <a:lnTo>
                  <a:pt x="519729" y="112507"/>
                </a:lnTo>
                <a:close/>
              </a:path>
              <a:path w="1403984" h="455929">
                <a:moveTo>
                  <a:pt x="561566" y="43362"/>
                </a:moveTo>
                <a:lnTo>
                  <a:pt x="524298" y="43362"/>
                </a:lnTo>
                <a:lnTo>
                  <a:pt x="482811" y="104538"/>
                </a:lnTo>
                <a:lnTo>
                  <a:pt x="516870" y="104538"/>
                </a:lnTo>
                <a:lnTo>
                  <a:pt x="561566" y="43362"/>
                </a:lnTo>
                <a:close/>
              </a:path>
              <a:path w="1403984" h="455929">
                <a:moveTo>
                  <a:pt x="638745" y="40315"/>
                </a:moveTo>
                <a:lnTo>
                  <a:pt x="611933" y="45636"/>
                </a:lnTo>
                <a:lnTo>
                  <a:pt x="590197" y="60209"/>
                </a:lnTo>
                <a:lnTo>
                  <a:pt x="575624" y="81945"/>
                </a:lnTo>
                <a:lnTo>
                  <a:pt x="570303" y="108757"/>
                </a:lnTo>
                <a:lnTo>
                  <a:pt x="575720" y="135323"/>
                </a:lnTo>
                <a:lnTo>
                  <a:pt x="590607" y="156748"/>
                </a:lnTo>
                <a:lnTo>
                  <a:pt x="612922" y="171053"/>
                </a:lnTo>
                <a:lnTo>
                  <a:pt x="640620" y="176261"/>
                </a:lnTo>
                <a:lnTo>
                  <a:pt x="660144" y="173536"/>
                </a:lnTo>
                <a:lnTo>
                  <a:pt x="678152" y="165538"/>
                </a:lnTo>
                <a:lnTo>
                  <a:pt x="692864" y="152529"/>
                </a:lnTo>
                <a:lnTo>
                  <a:pt x="695503" y="147666"/>
                </a:lnTo>
                <a:lnTo>
                  <a:pt x="639917" y="147666"/>
                </a:lnTo>
                <a:lnTo>
                  <a:pt x="627029" y="145882"/>
                </a:lnTo>
                <a:lnTo>
                  <a:pt x="616449" y="140780"/>
                </a:lnTo>
                <a:lnTo>
                  <a:pt x="608637" y="132734"/>
                </a:lnTo>
                <a:lnTo>
                  <a:pt x="604055" y="122117"/>
                </a:lnTo>
                <a:lnTo>
                  <a:pt x="704609" y="122117"/>
                </a:lnTo>
                <a:lnTo>
                  <a:pt x="705546" y="117664"/>
                </a:lnTo>
                <a:lnTo>
                  <a:pt x="705781" y="114851"/>
                </a:lnTo>
                <a:lnTo>
                  <a:pt x="705781" y="110163"/>
                </a:lnTo>
                <a:lnTo>
                  <a:pt x="702991" y="94693"/>
                </a:lnTo>
                <a:lnTo>
                  <a:pt x="603118" y="94693"/>
                </a:lnTo>
                <a:lnTo>
                  <a:pt x="608230" y="83644"/>
                </a:lnTo>
                <a:lnTo>
                  <a:pt x="616068" y="75561"/>
                </a:lnTo>
                <a:lnTo>
                  <a:pt x="626454" y="70599"/>
                </a:lnTo>
                <a:lnTo>
                  <a:pt x="639214" y="68910"/>
                </a:lnTo>
                <a:lnTo>
                  <a:pt x="692320" y="68910"/>
                </a:lnTo>
                <a:lnTo>
                  <a:pt x="686766" y="60121"/>
                </a:lnTo>
                <a:lnTo>
                  <a:pt x="665535" y="45559"/>
                </a:lnTo>
                <a:lnTo>
                  <a:pt x="638745" y="40315"/>
                </a:lnTo>
                <a:close/>
              </a:path>
              <a:path w="1403984" h="455929">
                <a:moveTo>
                  <a:pt x="702499" y="134774"/>
                </a:moveTo>
                <a:lnTo>
                  <a:pt x="668513" y="134774"/>
                </a:lnTo>
                <a:lnTo>
                  <a:pt x="662495" y="140744"/>
                </a:lnTo>
                <a:lnTo>
                  <a:pt x="656061" y="144736"/>
                </a:lnTo>
                <a:lnTo>
                  <a:pt x="648703" y="146970"/>
                </a:lnTo>
                <a:lnTo>
                  <a:pt x="639917" y="147666"/>
                </a:lnTo>
                <a:lnTo>
                  <a:pt x="695503" y="147666"/>
                </a:lnTo>
                <a:lnTo>
                  <a:pt x="702499" y="134774"/>
                </a:lnTo>
                <a:close/>
              </a:path>
              <a:path w="1403984" h="455929">
                <a:moveTo>
                  <a:pt x="692320" y="68910"/>
                </a:moveTo>
                <a:lnTo>
                  <a:pt x="639214" y="68910"/>
                </a:lnTo>
                <a:lnTo>
                  <a:pt x="652365" y="70599"/>
                </a:lnTo>
                <a:lnTo>
                  <a:pt x="662858" y="75561"/>
                </a:lnTo>
                <a:lnTo>
                  <a:pt x="670494" y="83644"/>
                </a:lnTo>
                <a:lnTo>
                  <a:pt x="675076" y="94693"/>
                </a:lnTo>
                <a:lnTo>
                  <a:pt x="702991" y="94693"/>
                </a:lnTo>
                <a:lnTo>
                  <a:pt x="700745" y="82241"/>
                </a:lnTo>
                <a:lnTo>
                  <a:pt x="692320" y="68910"/>
                </a:lnTo>
                <a:close/>
              </a:path>
              <a:path w="1403984" h="455929">
                <a:moveTo>
                  <a:pt x="761718" y="71723"/>
                </a:moveTo>
                <a:lnTo>
                  <a:pt x="730544" y="71723"/>
                </a:lnTo>
                <a:lnTo>
                  <a:pt x="730544" y="173214"/>
                </a:lnTo>
                <a:lnTo>
                  <a:pt x="761718" y="173214"/>
                </a:lnTo>
                <a:lnTo>
                  <a:pt x="761718" y="71723"/>
                </a:lnTo>
                <a:close/>
              </a:path>
              <a:path w="1403984" h="455929">
                <a:moveTo>
                  <a:pt x="780469" y="43362"/>
                </a:moveTo>
                <a:lnTo>
                  <a:pt x="715308" y="43362"/>
                </a:lnTo>
                <a:lnTo>
                  <a:pt x="715308" y="71723"/>
                </a:lnTo>
                <a:lnTo>
                  <a:pt x="780469" y="71723"/>
                </a:lnTo>
                <a:lnTo>
                  <a:pt x="780469" y="43362"/>
                </a:lnTo>
                <a:close/>
              </a:path>
              <a:path w="1403984" h="455929">
                <a:moveTo>
                  <a:pt x="761718" y="0"/>
                </a:moveTo>
                <a:lnTo>
                  <a:pt x="730544" y="0"/>
                </a:lnTo>
                <a:lnTo>
                  <a:pt x="730544" y="43362"/>
                </a:lnTo>
                <a:lnTo>
                  <a:pt x="761718" y="43362"/>
                </a:lnTo>
                <a:lnTo>
                  <a:pt x="761718" y="0"/>
                </a:lnTo>
                <a:close/>
              </a:path>
              <a:path w="1403984" h="455929">
                <a:moveTo>
                  <a:pt x="222555" y="290893"/>
                </a:moveTo>
                <a:lnTo>
                  <a:pt x="196010" y="296017"/>
                </a:lnTo>
                <a:lnTo>
                  <a:pt x="175091" y="310260"/>
                </a:lnTo>
                <a:lnTo>
                  <a:pt x="161379" y="331930"/>
                </a:lnTo>
                <a:lnTo>
                  <a:pt x="156457" y="359335"/>
                </a:lnTo>
                <a:lnTo>
                  <a:pt x="161335" y="386396"/>
                </a:lnTo>
                <a:lnTo>
                  <a:pt x="174915" y="407766"/>
                </a:lnTo>
                <a:lnTo>
                  <a:pt x="195615" y="421797"/>
                </a:lnTo>
                <a:lnTo>
                  <a:pt x="221852" y="426840"/>
                </a:lnTo>
                <a:lnTo>
                  <a:pt x="234557" y="425704"/>
                </a:lnTo>
                <a:lnTo>
                  <a:pt x="245613" y="422152"/>
                </a:lnTo>
                <a:lnTo>
                  <a:pt x="255571" y="415962"/>
                </a:lnTo>
                <a:lnTo>
                  <a:pt x="264980" y="406916"/>
                </a:lnTo>
                <a:lnTo>
                  <a:pt x="293576" y="406916"/>
                </a:lnTo>
                <a:lnTo>
                  <a:pt x="293576" y="398244"/>
                </a:lnTo>
                <a:lnTo>
                  <a:pt x="226305" y="398244"/>
                </a:lnTo>
                <a:lnTo>
                  <a:pt x="210707" y="395472"/>
                </a:lnTo>
                <a:lnTo>
                  <a:pt x="198559" y="387667"/>
                </a:lnTo>
                <a:lnTo>
                  <a:pt x="190674" y="375600"/>
                </a:lnTo>
                <a:lnTo>
                  <a:pt x="187865" y="360038"/>
                </a:lnTo>
                <a:lnTo>
                  <a:pt x="190667" y="343715"/>
                </a:lnTo>
                <a:lnTo>
                  <a:pt x="198501" y="330886"/>
                </a:lnTo>
                <a:lnTo>
                  <a:pt x="210510" y="322496"/>
                </a:lnTo>
                <a:lnTo>
                  <a:pt x="225837" y="319489"/>
                </a:lnTo>
                <a:lnTo>
                  <a:pt x="293576" y="319489"/>
                </a:lnTo>
                <a:lnTo>
                  <a:pt x="293576" y="311285"/>
                </a:lnTo>
                <a:lnTo>
                  <a:pt x="264980" y="311285"/>
                </a:lnTo>
                <a:lnTo>
                  <a:pt x="256439" y="302067"/>
                </a:lnTo>
                <a:lnTo>
                  <a:pt x="246756" y="295727"/>
                </a:lnTo>
                <a:lnTo>
                  <a:pt x="235579" y="292069"/>
                </a:lnTo>
                <a:lnTo>
                  <a:pt x="222555" y="290893"/>
                </a:lnTo>
                <a:close/>
              </a:path>
              <a:path w="1403984" h="455929">
                <a:moveTo>
                  <a:pt x="33752" y="250578"/>
                </a:moveTo>
                <a:lnTo>
                  <a:pt x="0" y="250578"/>
                </a:lnTo>
                <a:lnTo>
                  <a:pt x="67504" y="423793"/>
                </a:lnTo>
                <a:lnTo>
                  <a:pt x="93756" y="423793"/>
                </a:lnTo>
                <a:lnTo>
                  <a:pt x="109812" y="382305"/>
                </a:lnTo>
                <a:lnTo>
                  <a:pt x="80395" y="382305"/>
                </a:lnTo>
                <a:lnTo>
                  <a:pt x="33752" y="250578"/>
                </a:lnTo>
                <a:close/>
              </a:path>
              <a:path w="1403984" h="455929">
                <a:moveTo>
                  <a:pt x="293576" y="406916"/>
                </a:moveTo>
                <a:lnTo>
                  <a:pt x="264980" y="406916"/>
                </a:lnTo>
                <a:lnTo>
                  <a:pt x="264980" y="423793"/>
                </a:lnTo>
                <a:lnTo>
                  <a:pt x="293576" y="423793"/>
                </a:lnTo>
                <a:lnTo>
                  <a:pt x="293576" y="406916"/>
                </a:lnTo>
                <a:close/>
              </a:path>
              <a:path w="1403984" h="455929">
                <a:moveTo>
                  <a:pt x="293576" y="319489"/>
                </a:moveTo>
                <a:lnTo>
                  <a:pt x="225837" y="319489"/>
                </a:lnTo>
                <a:lnTo>
                  <a:pt x="241200" y="322459"/>
                </a:lnTo>
                <a:lnTo>
                  <a:pt x="253290" y="330769"/>
                </a:lnTo>
                <a:lnTo>
                  <a:pt x="261204" y="343517"/>
                </a:lnTo>
                <a:lnTo>
                  <a:pt x="263961" y="359335"/>
                </a:lnTo>
                <a:lnTo>
                  <a:pt x="264003" y="360038"/>
                </a:lnTo>
                <a:lnTo>
                  <a:pt x="261475" y="374908"/>
                </a:lnTo>
                <a:lnTo>
                  <a:pt x="254051" y="387110"/>
                </a:lnTo>
                <a:lnTo>
                  <a:pt x="242189" y="395270"/>
                </a:lnTo>
                <a:lnTo>
                  <a:pt x="226305" y="398244"/>
                </a:lnTo>
                <a:lnTo>
                  <a:pt x="293576" y="398244"/>
                </a:lnTo>
                <a:lnTo>
                  <a:pt x="293576" y="319489"/>
                </a:lnTo>
                <a:close/>
              </a:path>
              <a:path w="1403984" h="455929">
                <a:moveTo>
                  <a:pt x="160791" y="250578"/>
                </a:moveTo>
                <a:lnTo>
                  <a:pt x="127039" y="250578"/>
                </a:lnTo>
                <a:lnTo>
                  <a:pt x="80395" y="382305"/>
                </a:lnTo>
                <a:lnTo>
                  <a:pt x="109812" y="382305"/>
                </a:lnTo>
                <a:lnTo>
                  <a:pt x="160791" y="250578"/>
                </a:lnTo>
                <a:close/>
              </a:path>
              <a:path w="1403984" h="455929">
                <a:moveTo>
                  <a:pt x="293576" y="293940"/>
                </a:moveTo>
                <a:lnTo>
                  <a:pt x="264980" y="293940"/>
                </a:lnTo>
                <a:lnTo>
                  <a:pt x="264980" y="311285"/>
                </a:lnTo>
                <a:lnTo>
                  <a:pt x="293576" y="311285"/>
                </a:lnTo>
                <a:lnTo>
                  <a:pt x="293576" y="293940"/>
                </a:lnTo>
                <a:close/>
              </a:path>
              <a:path w="1403984" h="455929">
                <a:moveTo>
                  <a:pt x="347991" y="250578"/>
                </a:moveTo>
                <a:lnTo>
                  <a:pt x="316817" y="250578"/>
                </a:lnTo>
                <a:lnTo>
                  <a:pt x="316817" y="423793"/>
                </a:lnTo>
                <a:lnTo>
                  <a:pt x="347991" y="423793"/>
                </a:lnTo>
                <a:lnTo>
                  <a:pt x="347991" y="250578"/>
                </a:lnTo>
                <a:close/>
              </a:path>
              <a:path w="1403984" h="455929">
                <a:moveTo>
                  <a:pt x="404299" y="293940"/>
                </a:moveTo>
                <a:lnTo>
                  <a:pt x="373125" y="293940"/>
                </a:lnTo>
                <a:lnTo>
                  <a:pt x="373125" y="363554"/>
                </a:lnTo>
                <a:lnTo>
                  <a:pt x="376601" y="392725"/>
                </a:lnTo>
                <a:lnTo>
                  <a:pt x="386515" y="412337"/>
                </a:lnTo>
                <a:lnTo>
                  <a:pt x="402098" y="423379"/>
                </a:lnTo>
                <a:lnTo>
                  <a:pt x="422582" y="426840"/>
                </a:lnTo>
                <a:lnTo>
                  <a:pt x="433382" y="426038"/>
                </a:lnTo>
                <a:lnTo>
                  <a:pt x="442710" y="423412"/>
                </a:lnTo>
                <a:lnTo>
                  <a:pt x="451291" y="418632"/>
                </a:lnTo>
                <a:lnTo>
                  <a:pt x="459850" y="411370"/>
                </a:lnTo>
                <a:lnTo>
                  <a:pt x="488680" y="411370"/>
                </a:lnTo>
                <a:lnTo>
                  <a:pt x="488680" y="398244"/>
                </a:lnTo>
                <a:lnTo>
                  <a:pt x="428910" y="398244"/>
                </a:lnTo>
                <a:lnTo>
                  <a:pt x="418736" y="396717"/>
                </a:lnTo>
                <a:lnTo>
                  <a:pt x="410980" y="390773"/>
                </a:lnTo>
                <a:lnTo>
                  <a:pt x="406035" y="378368"/>
                </a:lnTo>
                <a:lnTo>
                  <a:pt x="404299" y="357460"/>
                </a:lnTo>
                <a:lnTo>
                  <a:pt x="404299" y="293940"/>
                </a:lnTo>
                <a:close/>
              </a:path>
              <a:path w="1403984" h="455929">
                <a:moveTo>
                  <a:pt x="488680" y="411370"/>
                </a:moveTo>
                <a:lnTo>
                  <a:pt x="459850" y="411370"/>
                </a:lnTo>
                <a:lnTo>
                  <a:pt x="459850" y="423793"/>
                </a:lnTo>
                <a:lnTo>
                  <a:pt x="488680" y="423793"/>
                </a:lnTo>
                <a:lnTo>
                  <a:pt x="488680" y="411370"/>
                </a:lnTo>
                <a:close/>
              </a:path>
              <a:path w="1403984" h="455929">
                <a:moveTo>
                  <a:pt x="488680" y="293940"/>
                </a:moveTo>
                <a:lnTo>
                  <a:pt x="457506" y="293940"/>
                </a:lnTo>
                <a:lnTo>
                  <a:pt x="457449" y="357460"/>
                </a:lnTo>
                <a:lnTo>
                  <a:pt x="457231" y="366480"/>
                </a:lnTo>
                <a:lnTo>
                  <a:pt x="428910" y="398244"/>
                </a:lnTo>
                <a:lnTo>
                  <a:pt x="488680" y="398244"/>
                </a:lnTo>
                <a:lnTo>
                  <a:pt x="488680" y="293940"/>
                </a:lnTo>
                <a:close/>
              </a:path>
              <a:path w="1403984" h="455929">
                <a:moveTo>
                  <a:pt x="576485" y="290893"/>
                </a:moveTo>
                <a:lnTo>
                  <a:pt x="549673" y="296215"/>
                </a:lnTo>
                <a:lnTo>
                  <a:pt x="527937" y="310787"/>
                </a:lnTo>
                <a:lnTo>
                  <a:pt x="513364" y="332523"/>
                </a:lnTo>
                <a:lnTo>
                  <a:pt x="508043" y="359335"/>
                </a:lnTo>
                <a:lnTo>
                  <a:pt x="513460" y="385902"/>
                </a:lnTo>
                <a:lnTo>
                  <a:pt x="528347" y="407327"/>
                </a:lnTo>
                <a:lnTo>
                  <a:pt x="550662" y="421632"/>
                </a:lnTo>
                <a:lnTo>
                  <a:pt x="578360" y="426840"/>
                </a:lnTo>
                <a:lnTo>
                  <a:pt x="597884" y="424115"/>
                </a:lnTo>
                <a:lnTo>
                  <a:pt x="615892" y="416116"/>
                </a:lnTo>
                <a:lnTo>
                  <a:pt x="630604" y="403108"/>
                </a:lnTo>
                <a:lnTo>
                  <a:pt x="633243" y="398244"/>
                </a:lnTo>
                <a:lnTo>
                  <a:pt x="577657" y="398244"/>
                </a:lnTo>
                <a:lnTo>
                  <a:pt x="564769" y="396460"/>
                </a:lnTo>
                <a:lnTo>
                  <a:pt x="554189" y="391359"/>
                </a:lnTo>
                <a:lnTo>
                  <a:pt x="546377" y="383313"/>
                </a:lnTo>
                <a:lnTo>
                  <a:pt x="541795" y="372695"/>
                </a:lnTo>
                <a:lnTo>
                  <a:pt x="642349" y="372695"/>
                </a:lnTo>
                <a:lnTo>
                  <a:pt x="643286" y="368242"/>
                </a:lnTo>
                <a:lnTo>
                  <a:pt x="643521" y="365429"/>
                </a:lnTo>
                <a:lnTo>
                  <a:pt x="643521" y="360742"/>
                </a:lnTo>
                <a:lnTo>
                  <a:pt x="640731" y="345272"/>
                </a:lnTo>
                <a:lnTo>
                  <a:pt x="540858" y="345272"/>
                </a:lnTo>
                <a:lnTo>
                  <a:pt x="545970" y="334222"/>
                </a:lnTo>
                <a:lnTo>
                  <a:pt x="553808" y="326140"/>
                </a:lnTo>
                <a:lnTo>
                  <a:pt x="564194" y="321177"/>
                </a:lnTo>
                <a:lnTo>
                  <a:pt x="576954" y="319489"/>
                </a:lnTo>
                <a:lnTo>
                  <a:pt x="630060" y="319489"/>
                </a:lnTo>
                <a:lnTo>
                  <a:pt x="624506" y="310699"/>
                </a:lnTo>
                <a:lnTo>
                  <a:pt x="603275" y="296138"/>
                </a:lnTo>
                <a:lnTo>
                  <a:pt x="576485" y="290893"/>
                </a:lnTo>
                <a:close/>
              </a:path>
              <a:path w="1403984" h="455929">
                <a:moveTo>
                  <a:pt x="640239" y="385353"/>
                </a:moveTo>
                <a:lnTo>
                  <a:pt x="606253" y="385353"/>
                </a:lnTo>
                <a:lnTo>
                  <a:pt x="600235" y="391322"/>
                </a:lnTo>
                <a:lnTo>
                  <a:pt x="593801" y="395314"/>
                </a:lnTo>
                <a:lnTo>
                  <a:pt x="586443" y="397548"/>
                </a:lnTo>
                <a:lnTo>
                  <a:pt x="577657" y="398244"/>
                </a:lnTo>
                <a:lnTo>
                  <a:pt x="633243" y="398244"/>
                </a:lnTo>
                <a:lnTo>
                  <a:pt x="640239" y="385353"/>
                </a:lnTo>
                <a:close/>
              </a:path>
              <a:path w="1403984" h="455929">
                <a:moveTo>
                  <a:pt x="630060" y="319489"/>
                </a:moveTo>
                <a:lnTo>
                  <a:pt x="576954" y="319489"/>
                </a:lnTo>
                <a:lnTo>
                  <a:pt x="590105" y="321177"/>
                </a:lnTo>
                <a:lnTo>
                  <a:pt x="600598" y="326140"/>
                </a:lnTo>
                <a:lnTo>
                  <a:pt x="608234" y="334222"/>
                </a:lnTo>
                <a:lnTo>
                  <a:pt x="612816" y="345272"/>
                </a:lnTo>
                <a:lnTo>
                  <a:pt x="640731" y="345272"/>
                </a:lnTo>
                <a:lnTo>
                  <a:pt x="638485" y="332820"/>
                </a:lnTo>
                <a:lnTo>
                  <a:pt x="630060" y="319489"/>
                </a:lnTo>
                <a:close/>
              </a:path>
              <a:path w="1403984" h="455929">
                <a:moveTo>
                  <a:pt x="798435" y="250578"/>
                </a:moveTo>
                <a:lnTo>
                  <a:pt x="771652" y="267117"/>
                </a:lnTo>
                <a:lnTo>
                  <a:pt x="751351" y="290952"/>
                </a:lnTo>
                <a:lnTo>
                  <a:pt x="738478" y="320324"/>
                </a:lnTo>
                <a:lnTo>
                  <a:pt x="733977" y="353475"/>
                </a:lnTo>
                <a:lnTo>
                  <a:pt x="738610" y="385960"/>
                </a:lnTo>
                <a:lnTo>
                  <a:pt x="751703" y="415940"/>
                </a:lnTo>
                <a:lnTo>
                  <a:pt x="772047" y="440295"/>
                </a:lnTo>
                <a:lnTo>
                  <a:pt x="798435" y="455904"/>
                </a:lnTo>
                <a:lnTo>
                  <a:pt x="798435" y="421917"/>
                </a:lnTo>
                <a:lnTo>
                  <a:pt x="785199" y="409839"/>
                </a:lnTo>
                <a:lnTo>
                  <a:pt x="774820" y="393322"/>
                </a:lnTo>
                <a:lnTo>
                  <a:pt x="768044" y="373992"/>
                </a:lnTo>
                <a:lnTo>
                  <a:pt x="765620" y="353475"/>
                </a:lnTo>
                <a:lnTo>
                  <a:pt x="767748" y="333014"/>
                </a:lnTo>
                <a:lnTo>
                  <a:pt x="774029" y="314420"/>
                </a:lnTo>
                <a:lnTo>
                  <a:pt x="784309" y="298068"/>
                </a:lnTo>
                <a:lnTo>
                  <a:pt x="798435" y="284330"/>
                </a:lnTo>
                <a:lnTo>
                  <a:pt x="798435" y="250578"/>
                </a:lnTo>
                <a:close/>
              </a:path>
              <a:path w="1403984" h="455929">
                <a:moveTo>
                  <a:pt x="919633" y="276126"/>
                </a:moveTo>
                <a:lnTo>
                  <a:pt x="871303" y="276126"/>
                </a:lnTo>
                <a:lnTo>
                  <a:pt x="881253" y="278199"/>
                </a:lnTo>
                <a:lnTo>
                  <a:pt x="889204" y="283920"/>
                </a:lnTo>
                <a:lnTo>
                  <a:pt x="894474" y="292541"/>
                </a:lnTo>
                <a:lnTo>
                  <a:pt x="896382" y="303316"/>
                </a:lnTo>
                <a:lnTo>
                  <a:pt x="895247" y="311604"/>
                </a:lnTo>
                <a:lnTo>
                  <a:pt x="891695" y="319870"/>
                </a:lnTo>
                <a:lnTo>
                  <a:pt x="885505" y="328531"/>
                </a:lnTo>
                <a:lnTo>
                  <a:pt x="876459" y="338006"/>
                </a:lnTo>
                <a:lnTo>
                  <a:pt x="814814" y="396369"/>
                </a:lnTo>
                <a:lnTo>
                  <a:pt x="814814" y="423793"/>
                </a:lnTo>
                <a:lnTo>
                  <a:pt x="926853" y="423793"/>
                </a:lnTo>
                <a:lnTo>
                  <a:pt x="926853" y="394494"/>
                </a:lnTo>
                <a:lnTo>
                  <a:pt x="858645" y="394494"/>
                </a:lnTo>
                <a:lnTo>
                  <a:pt x="894038" y="362382"/>
                </a:lnTo>
                <a:lnTo>
                  <a:pt x="910351" y="346239"/>
                </a:lnTo>
                <a:lnTo>
                  <a:pt x="920642" y="332204"/>
                </a:lnTo>
                <a:lnTo>
                  <a:pt x="926011" y="318610"/>
                </a:lnTo>
                <a:lnTo>
                  <a:pt x="927556" y="303785"/>
                </a:lnTo>
                <a:lnTo>
                  <a:pt x="923246" y="281547"/>
                </a:lnTo>
                <a:lnTo>
                  <a:pt x="919633" y="276126"/>
                </a:lnTo>
                <a:close/>
              </a:path>
              <a:path w="1403984" h="455929">
                <a:moveTo>
                  <a:pt x="871068" y="247531"/>
                </a:moveTo>
                <a:lnTo>
                  <a:pt x="848054" y="251743"/>
                </a:lnTo>
                <a:lnTo>
                  <a:pt x="829874" y="263997"/>
                </a:lnTo>
                <a:lnTo>
                  <a:pt x="817935" y="283722"/>
                </a:lnTo>
                <a:lnTo>
                  <a:pt x="813642" y="310348"/>
                </a:lnTo>
                <a:lnTo>
                  <a:pt x="844348" y="310348"/>
                </a:lnTo>
                <a:lnTo>
                  <a:pt x="846285" y="296299"/>
                </a:lnTo>
                <a:lnTo>
                  <a:pt x="851760" y="285502"/>
                </a:lnTo>
                <a:lnTo>
                  <a:pt x="860268" y="278573"/>
                </a:lnTo>
                <a:lnTo>
                  <a:pt x="871303" y="276126"/>
                </a:lnTo>
                <a:lnTo>
                  <a:pt x="919633" y="276126"/>
                </a:lnTo>
                <a:lnTo>
                  <a:pt x="911354" y="263704"/>
                </a:lnTo>
                <a:lnTo>
                  <a:pt x="893441" y="251838"/>
                </a:lnTo>
                <a:lnTo>
                  <a:pt x="871068" y="247531"/>
                </a:lnTo>
                <a:close/>
              </a:path>
              <a:path w="1403984" h="455929">
                <a:moveTo>
                  <a:pt x="1001992" y="247531"/>
                </a:moveTo>
                <a:lnTo>
                  <a:pt x="977879" y="251691"/>
                </a:lnTo>
                <a:lnTo>
                  <a:pt x="959567" y="263587"/>
                </a:lnTo>
                <a:lnTo>
                  <a:pt x="947935" y="282338"/>
                </a:lnTo>
                <a:lnTo>
                  <a:pt x="943863" y="307066"/>
                </a:lnTo>
                <a:lnTo>
                  <a:pt x="943863" y="365898"/>
                </a:lnTo>
                <a:lnTo>
                  <a:pt x="948155" y="391835"/>
                </a:lnTo>
                <a:lnTo>
                  <a:pt x="960270" y="410960"/>
                </a:lnTo>
                <a:lnTo>
                  <a:pt x="979065" y="422789"/>
                </a:lnTo>
                <a:lnTo>
                  <a:pt x="1003398" y="426840"/>
                </a:lnTo>
                <a:lnTo>
                  <a:pt x="1026563" y="422789"/>
                </a:lnTo>
                <a:lnTo>
                  <a:pt x="1044387" y="410960"/>
                </a:lnTo>
                <a:lnTo>
                  <a:pt x="1052002" y="398244"/>
                </a:lnTo>
                <a:lnTo>
                  <a:pt x="1002461" y="398244"/>
                </a:lnTo>
                <a:lnTo>
                  <a:pt x="990660" y="396076"/>
                </a:lnTo>
                <a:lnTo>
                  <a:pt x="982069" y="389689"/>
                </a:lnTo>
                <a:lnTo>
                  <a:pt x="976817" y="379258"/>
                </a:lnTo>
                <a:lnTo>
                  <a:pt x="975154" y="365898"/>
                </a:lnTo>
                <a:lnTo>
                  <a:pt x="975037" y="307066"/>
                </a:lnTo>
                <a:lnTo>
                  <a:pt x="976912" y="294123"/>
                </a:lnTo>
                <a:lnTo>
                  <a:pt x="982303" y="284389"/>
                </a:lnTo>
                <a:lnTo>
                  <a:pt x="990858" y="278258"/>
                </a:lnTo>
                <a:lnTo>
                  <a:pt x="1002226" y="276126"/>
                </a:lnTo>
                <a:lnTo>
                  <a:pt x="1052322" y="276126"/>
                </a:lnTo>
                <a:lnTo>
                  <a:pt x="1044124" y="263294"/>
                </a:lnTo>
                <a:lnTo>
                  <a:pt x="1025870" y="251633"/>
                </a:lnTo>
                <a:lnTo>
                  <a:pt x="1001992" y="247531"/>
                </a:lnTo>
                <a:close/>
              </a:path>
              <a:path w="1403984" h="455929">
                <a:moveTo>
                  <a:pt x="1052322" y="276126"/>
                </a:moveTo>
                <a:lnTo>
                  <a:pt x="1002226" y="276126"/>
                </a:lnTo>
                <a:lnTo>
                  <a:pt x="1013484" y="278159"/>
                </a:lnTo>
                <a:lnTo>
                  <a:pt x="1021798" y="284125"/>
                </a:lnTo>
                <a:lnTo>
                  <a:pt x="1026947" y="293827"/>
                </a:lnTo>
                <a:lnTo>
                  <a:pt x="1028712" y="307066"/>
                </a:lnTo>
                <a:lnTo>
                  <a:pt x="1028684" y="365898"/>
                </a:lnTo>
                <a:lnTo>
                  <a:pt x="1026951" y="380148"/>
                </a:lnTo>
                <a:lnTo>
                  <a:pt x="1021827" y="390304"/>
                </a:lnTo>
                <a:lnTo>
                  <a:pt x="1013583" y="396285"/>
                </a:lnTo>
                <a:lnTo>
                  <a:pt x="1002461" y="398244"/>
                </a:lnTo>
                <a:lnTo>
                  <a:pt x="1052002" y="398244"/>
                </a:lnTo>
                <a:lnTo>
                  <a:pt x="1055839" y="391835"/>
                </a:lnTo>
                <a:lnTo>
                  <a:pt x="1059886" y="365898"/>
                </a:lnTo>
                <a:lnTo>
                  <a:pt x="1059886" y="305425"/>
                </a:lnTo>
                <a:lnTo>
                  <a:pt x="1055784" y="281547"/>
                </a:lnTo>
                <a:lnTo>
                  <a:pt x="1052322" y="276126"/>
                </a:lnTo>
                <a:close/>
              </a:path>
              <a:path w="1403984" h="455929">
                <a:moveTo>
                  <a:pt x="1181949" y="276126"/>
                </a:moveTo>
                <a:lnTo>
                  <a:pt x="1133619" y="276126"/>
                </a:lnTo>
                <a:lnTo>
                  <a:pt x="1143569" y="278199"/>
                </a:lnTo>
                <a:lnTo>
                  <a:pt x="1151520" y="283920"/>
                </a:lnTo>
                <a:lnTo>
                  <a:pt x="1156790" y="292541"/>
                </a:lnTo>
                <a:lnTo>
                  <a:pt x="1158698" y="303316"/>
                </a:lnTo>
                <a:lnTo>
                  <a:pt x="1157563" y="311604"/>
                </a:lnTo>
                <a:lnTo>
                  <a:pt x="1154011" y="319870"/>
                </a:lnTo>
                <a:lnTo>
                  <a:pt x="1147821" y="328531"/>
                </a:lnTo>
                <a:lnTo>
                  <a:pt x="1138775" y="338006"/>
                </a:lnTo>
                <a:lnTo>
                  <a:pt x="1077130" y="396369"/>
                </a:lnTo>
                <a:lnTo>
                  <a:pt x="1077130" y="423793"/>
                </a:lnTo>
                <a:lnTo>
                  <a:pt x="1189169" y="423793"/>
                </a:lnTo>
                <a:lnTo>
                  <a:pt x="1189169" y="394494"/>
                </a:lnTo>
                <a:lnTo>
                  <a:pt x="1120962" y="394494"/>
                </a:lnTo>
                <a:lnTo>
                  <a:pt x="1156354" y="362382"/>
                </a:lnTo>
                <a:lnTo>
                  <a:pt x="1172667" y="346239"/>
                </a:lnTo>
                <a:lnTo>
                  <a:pt x="1182958" y="332204"/>
                </a:lnTo>
                <a:lnTo>
                  <a:pt x="1188327" y="318610"/>
                </a:lnTo>
                <a:lnTo>
                  <a:pt x="1189872" y="303785"/>
                </a:lnTo>
                <a:lnTo>
                  <a:pt x="1185562" y="281547"/>
                </a:lnTo>
                <a:lnTo>
                  <a:pt x="1181949" y="276126"/>
                </a:lnTo>
                <a:close/>
              </a:path>
              <a:path w="1403984" h="455929">
                <a:moveTo>
                  <a:pt x="1133384" y="247531"/>
                </a:moveTo>
                <a:lnTo>
                  <a:pt x="1110370" y="251743"/>
                </a:lnTo>
                <a:lnTo>
                  <a:pt x="1092190" y="263997"/>
                </a:lnTo>
                <a:lnTo>
                  <a:pt x="1080251" y="283722"/>
                </a:lnTo>
                <a:lnTo>
                  <a:pt x="1075958" y="310348"/>
                </a:lnTo>
                <a:lnTo>
                  <a:pt x="1106664" y="310348"/>
                </a:lnTo>
                <a:lnTo>
                  <a:pt x="1108601" y="296299"/>
                </a:lnTo>
                <a:lnTo>
                  <a:pt x="1114076" y="285502"/>
                </a:lnTo>
                <a:lnTo>
                  <a:pt x="1122584" y="278573"/>
                </a:lnTo>
                <a:lnTo>
                  <a:pt x="1133619" y="276126"/>
                </a:lnTo>
                <a:lnTo>
                  <a:pt x="1181949" y="276126"/>
                </a:lnTo>
                <a:lnTo>
                  <a:pt x="1173670" y="263704"/>
                </a:lnTo>
                <a:lnTo>
                  <a:pt x="1155758" y="251838"/>
                </a:lnTo>
                <a:lnTo>
                  <a:pt x="1133384" y="247531"/>
                </a:lnTo>
                <a:close/>
              </a:path>
              <a:path w="1403984" h="455929">
                <a:moveTo>
                  <a:pt x="1287981" y="250578"/>
                </a:moveTo>
                <a:lnTo>
                  <a:pt x="1235009" y="250578"/>
                </a:lnTo>
                <a:lnTo>
                  <a:pt x="1235009" y="279877"/>
                </a:lnTo>
                <a:lnTo>
                  <a:pt x="1256807" y="279877"/>
                </a:lnTo>
                <a:lnTo>
                  <a:pt x="1256807" y="423793"/>
                </a:lnTo>
                <a:lnTo>
                  <a:pt x="1287981" y="423793"/>
                </a:lnTo>
                <a:lnTo>
                  <a:pt x="1287981" y="250578"/>
                </a:lnTo>
                <a:close/>
              </a:path>
              <a:path w="1403984" h="455929">
                <a:moveTo>
                  <a:pt x="1338978" y="250578"/>
                </a:moveTo>
                <a:lnTo>
                  <a:pt x="1338978" y="284565"/>
                </a:lnTo>
                <a:lnTo>
                  <a:pt x="1352213" y="296643"/>
                </a:lnTo>
                <a:lnTo>
                  <a:pt x="1362593" y="313160"/>
                </a:lnTo>
                <a:lnTo>
                  <a:pt x="1369368" y="332490"/>
                </a:lnTo>
                <a:lnTo>
                  <a:pt x="1371792" y="353007"/>
                </a:lnTo>
                <a:lnTo>
                  <a:pt x="1369665" y="373468"/>
                </a:lnTo>
                <a:lnTo>
                  <a:pt x="1363384" y="392062"/>
                </a:lnTo>
                <a:lnTo>
                  <a:pt x="1353103" y="408414"/>
                </a:lnTo>
                <a:lnTo>
                  <a:pt x="1338978" y="422152"/>
                </a:lnTo>
                <a:lnTo>
                  <a:pt x="1338978" y="455904"/>
                </a:lnTo>
                <a:lnTo>
                  <a:pt x="1365760" y="439365"/>
                </a:lnTo>
                <a:lnTo>
                  <a:pt x="1386061" y="415530"/>
                </a:lnTo>
                <a:lnTo>
                  <a:pt x="1398934" y="386158"/>
                </a:lnTo>
                <a:lnTo>
                  <a:pt x="1403435" y="353007"/>
                </a:lnTo>
                <a:lnTo>
                  <a:pt x="1398802" y="320620"/>
                </a:lnTo>
                <a:lnTo>
                  <a:pt x="1385709" y="290629"/>
                </a:lnTo>
                <a:lnTo>
                  <a:pt x="1365365" y="266220"/>
                </a:lnTo>
                <a:lnTo>
                  <a:pt x="1338978" y="2505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90391" y="7488702"/>
            <a:ext cx="1403985" cy="455930"/>
          </a:xfrm>
          <a:custGeom>
            <a:avLst/>
            <a:gdLst/>
            <a:ahLst/>
            <a:cxnLst/>
            <a:rect l="l" t="t" r="r" b="b"/>
            <a:pathLst>
              <a:path w="1403984" h="455929">
                <a:moveTo>
                  <a:pt x="58128" y="0"/>
                </a:moveTo>
                <a:lnTo>
                  <a:pt x="14063" y="0"/>
                </a:lnTo>
                <a:lnTo>
                  <a:pt x="14063" y="173214"/>
                </a:lnTo>
                <a:lnTo>
                  <a:pt x="46174" y="173214"/>
                </a:lnTo>
                <a:lnTo>
                  <a:pt x="46174" y="43362"/>
                </a:lnTo>
                <a:lnTo>
                  <a:pt x="73537" y="43362"/>
                </a:lnTo>
                <a:lnTo>
                  <a:pt x="58128" y="0"/>
                </a:lnTo>
                <a:close/>
              </a:path>
              <a:path w="1403984" h="455929">
                <a:moveTo>
                  <a:pt x="73537" y="43362"/>
                </a:moveTo>
                <a:lnTo>
                  <a:pt x="46174" y="43362"/>
                </a:lnTo>
                <a:lnTo>
                  <a:pt x="91412" y="173214"/>
                </a:lnTo>
                <a:lnTo>
                  <a:pt x="117664" y="173214"/>
                </a:lnTo>
                <a:lnTo>
                  <a:pt x="132280" y="131258"/>
                </a:lnTo>
                <a:lnTo>
                  <a:pt x="104772" y="131258"/>
                </a:lnTo>
                <a:lnTo>
                  <a:pt x="73537" y="43362"/>
                </a:lnTo>
                <a:close/>
              </a:path>
              <a:path w="1403984" h="455929">
                <a:moveTo>
                  <a:pt x="195012" y="43362"/>
                </a:moveTo>
                <a:lnTo>
                  <a:pt x="162901" y="43362"/>
                </a:lnTo>
                <a:lnTo>
                  <a:pt x="162901" y="173214"/>
                </a:lnTo>
                <a:lnTo>
                  <a:pt x="195012" y="173214"/>
                </a:lnTo>
                <a:lnTo>
                  <a:pt x="195012" y="43362"/>
                </a:lnTo>
                <a:close/>
              </a:path>
              <a:path w="1403984" h="455929">
                <a:moveTo>
                  <a:pt x="195012" y="0"/>
                </a:moveTo>
                <a:lnTo>
                  <a:pt x="150947" y="0"/>
                </a:lnTo>
                <a:lnTo>
                  <a:pt x="104772" y="131258"/>
                </a:lnTo>
                <a:lnTo>
                  <a:pt x="132280" y="131258"/>
                </a:lnTo>
                <a:lnTo>
                  <a:pt x="162901" y="43362"/>
                </a:lnTo>
                <a:lnTo>
                  <a:pt x="195012" y="43362"/>
                </a:lnTo>
                <a:lnTo>
                  <a:pt x="195012" y="0"/>
                </a:lnTo>
                <a:close/>
              </a:path>
              <a:path w="1403984" h="455929">
                <a:moveTo>
                  <a:pt x="282297" y="40315"/>
                </a:moveTo>
                <a:lnTo>
                  <a:pt x="255753" y="45438"/>
                </a:lnTo>
                <a:lnTo>
                  <a:pt x="234833" y="59681"/>
                </a:lnTo>
                <a:lnTo>
                  <a:pt x="221121" y="81351"/>
                </a:lnTo>
                <a:lnTo>
                  <a:pt x="216199" y="108757"/>
                </a:lnTo>
                <a:lnTo>
                  <a:pt x="221077" y="135818"/>
                </a:lnTo>
                <a:lnTo>
                  <a:pt x="234657" y="157188"/>
                </a:lnTo>
                <a:lnTo>
                  <a:pt x="255357" y="171218"/>
                </a:lnTo>
                <a:lnTo>
                  <a:pt x="281594" y="176261"/>
                </a:lnTo>
                <a:lnTo>
                  <a:pt x="294299" y="175126"/>
                </a:lnTo>
                <a:lnTo>
                  <a:pt x="305356" y="171573"/>
                </a:lnTo>
                <a:lnTo>
                  <a:pt x="315313" y="165384"/>
                </a:lnTo>
                <a:lnTo>
                  <a:pt x="324722" y="156338"/>
                </a:lnTo>
                <a:lnTo>
                  <a:pt x="353318" y="156338"/>
                </a:lnTo>
                <a:lnTo>
                  <a:pt x="353318" y="147666"/>
                </a:lnTo>
                <a:lnTo>
                  <a:pt x="286048" y="147666"/>
                </a:lnTo>
                <a:lnTo>
                  <a:pt x="270450" y="144893"/>
                </a:lnTo>
                <a:lnTo>
                  <a:pt x="258302" y="137089"/>
                </a:lnTo>
                <a:lnTo>
                  <a:pt x="250417" y="125021"/>
                </a:lnTo>
                <a:lnTo>
                  <a:pt x="247608" y="109460"/>
                </a:lnTo>
                <a:lnTo>
                  <a:pt x="250409" y="93137"/>
                </a:lnTo>
                <a:lnTo>
                  <a:pt x="258243" y="80308"/>
                </a:lnTo>
                <a:lnTo>
                  <a:pt x="270252" y="71917"/>
                </a:lnTo>
                <a:lnTo>
                  <a:pt x="285579" y="68910"/>
                </a:lnTo>
                <a:lnTo>
                  <a:pt x="353318" y="68910"/>
                </a:lnTo>
                <a:lnTo>
                  <a:pt x="353318" y="60707"/>
                </a:lnTo>
                <a:lnTo>
                  <a:pt x="324722" y="60707"/>
                </a:lnTo>
                <a:lnTo>
                  <a:pt x="316181" y="51489"/>
                </a:lnTo>
                <a:lnTo>
                  <a:pt x="306498" y="45149"/>
                </a:lnTo>
                <a:lnTo>
                  <a:pt x="295321" y="41490"/>
                </a:lnTo>
                <a:lnTo>
                  <a:pt x="282297" y="40315"/>
                </a:lnTo>
                <a:close/>
              </a:path>
              <a:path w="1403984" h="455929">
                <a:moveTo>
                  <a:pt x="353318" y="156338"/>
                </a:moveTo>
                <a:lnTo>
                  <a:pt x="324722" y="156338"/>
                </a:lnTo>
                <a:lnTo>
                  <a:pt x="324722" y="173214"/>
                </a:lnTo>
                <a:lnTo>
                  <a:pt x="353318" y="173214"/>
                </a:lnTo>
                <a:lnTo>
                  <a:pt x="353318" y="156338"/>
                </a:lnTo>
                <a:close/>
              </a:path>
              <a:path w="1403984" h="455929">
                <a:moveTo>
                  <a:pt x="353318" y="68910"/>
                </a:moveTo>
                <a:lnTo>
                  <a:pt x="285579" y="68910"/>
                </a:lnTo>
                <a:lnTo>
                  <a:pt x="300942" y="71881"/>
                </a:lnTo>
                <a:lnTo>
                  <a:pt x="313032" y="80190"/>
                </a:lnTo>
                <a:lnTo>
                  <a:pt x="320946" y="92939"/>
                </a:lnTo>
                <a:lnTo>
                  <a:pt x="323703" y="108757"/>
                </a:lnTo>
                <a:lnTo>
                  <a:pt x="323745" y="109460"/>
                </a:lnTo>
                <a:lnTo>
                  <a:pt x="321217" y="124329"/>
                </a:lnTo>
                <a:lnTo>
                  <a:pt x="313794" y="136532"/>
                </a:lnTo>
                <a:lnTo>
                  <a:pt x="301931" y="144692"/>
                </a:lnTo>
                <a:lnTo>
                  <a:pt x="286048" y="147666"/>
                </a:lnTo>
                <a:lnTo>
                  <a:pt x="353318" y="147666"/>
                </a:lnTo>
                <a:lnTo>
                  <a:pt x="353318" y="68910"/>
                </a:lnTo>
                <a:close/>
              </a:path>
              <a:path w="1403984" h="455929">
                <a:moveTo>
                  <a:pt x="353318" y="43362"/>
                </a:moveTo>
                <a:lnTo>
                  <a:pt x="324722" y="43362"/>
                </a:lnTo>
                <a:lnTo>
                  <a:pt x="324722" y="60707"/>
                </a:lnTo>
                <a:lnTo>
                  <a:pt x="353318" y="60707"/>
                </a:lnTo>
                <a:lnTo>
                  <a:pt x="353318" y="43362"/>
                </a:lnTo>
                <a:close/>
              </a:path>
              <a:path w="1403984" h="455929">
                <a:moveTo>
                  <a:pt x="405155" y="43362"/>
                </a:moveTo>
                <a:lnTo>
                  <a:pt x="376559" y="43362"/>
                </a:lnTo>
                <a:lnTo>
                  <a:pt x="376559" y="173214"/>
                </a:lnTo>
                <a:lnTo>
                  <a:pt x="407733" y="173214"/>
                </a:lnTo>
                <a:lnTo>
                  <a:pt x="407733" y="101022"/>
                </a:lnTo>
                <a:lnTo>
                  <a:pt x="409454" y="87786"/>
                </a:lnTo>
                <a:lnTo>
                  <a:pt x="414647" y="78286"/>
                </a:lnTo>
                <a:lnTo>
                  <a:pt x="423357" y="72477"/>
                </a:lnTo>
                <a:lnTo>
                  <a:pt x="435625" y="70317"/>
                </a:lnTo>
                <a:lnTo>
                  <a:pt x="435625" y="56019"/>
                </a:lnTo>
                <a:lnTo>
                  <a:pt x="405155" y="56019"/>
                </a:lnTo>
                <a:lnTo>
                  <a:pt x="405155" y="43362"/>
                </a:lnTo>
                <a:close/>
              </a:path>
              <a:path w="1403984" h="455929">
                <a:moveTo>
                  <a:pt x="435625" y="40315"/>
                </a:moveTo>
                <a:lnTo>
                  <a:pt x="433281" y="40315"/>
                </a:lnTo>
                <a:lnTo>
                  <a:pt x="424404" y="41087"/>
                </a:lnTo>
                <a:lnTo>
                  <a:pt x="417284" y="43684"/>
                </a:lnTo>
                <a:lnTo>
                  <a:pt x="411132" y="48522"/>
                </a:lnTo>
                <a:lnTo>
                  <a:pt x="405155" y="56019"/>
                </a:lnTo>
                <a:lnTo>
                  <a:pt x="435625" y="56019"/>
                </a:lnTo>
                <a:lnTo>
                  <a:pt x="435625" y="40315"/>
                </a:lnTo>
                <a:close/>
              </a:path>
              <a:path w="1403984" h="455929">
                <a:moveTo>
                  <a:pt x="482811" y="0"/>
                </a:moveTo>
                <a:lnTo>
                  <a:pt x="451637" y="0"/>
                </a:lnTo>
                <a:lnTo>
                  <a:pt x="451637" y="173214"/>
                </a:lnTo>
                <a:lnTo>
                  <a:pt x="482811" y="173214"/>
                </a:lnTo>
                <a:lnTo>
                  <a:pt x="482811" y="112507"/>
                </a:lnTo>
                <a:lnTo>
                  <a:pt x="519729" y="112507"/>
                </a:lnTo>
                <a:lnTo>
                  <a:pt x="515157" y="106882"/>
                </a:lnTo>
                <a:lnTo>
                  <a:pt x="516870" y="104538"/>
                </a:lnTo>
                <a:lnTo>
                  <a:pt x="482811" y="104538"/>
                </a:lnTo>
                <a:lnTo>
                  <a:pt x="482811" y="0"/>
                </a:lnTo>
                <a:close/>
              </a:path>
              <a:path w="1403984" h="455929">
                <a:moveTo>
                  <a:pt x="519729" y="112507"/>
                </a:moveTo>
                <a:lnTo>
                  <a:pt x="482811" y="112507"/>
                </a:lnTo>
                <a:lnTo>
                  <a:pt x="527111" y="173214"/>
                </a:lnTo>
                <a:lnTo>
                  <a:pt x="569067" y="173214"/>
                </a:lnTo>
                <a:lnTo>
                  <a:pt x="519729" y="112507"/>
                </a:lnTo>
                <a:close/>
              </a:path>
              <a:path w="1403984" h="455929">
                <a:moveTo>
                  <a:pt x="561566" y="43362"/>
                </a:moveTo>
                <a:lnTo>
                  <a:pt x="524298" y="43362"/>
                </a:lnTo>
                <a:lnTo>
                  <a:pt x="482811" y="104538"/>
                </a:lnTo>
                <a:lnTo>
                  <a:pt x="516870" y="104538"/>
                </a:lnTo>
                <a:lnTo>
                  <a:pt x="561566" y="43362"/>
                </a:lnTo>
                <a:close/>
              </a:path>
              <a:path w="1403984" h="455929">
                <a:moveTo>
                  <a:pt x="638745" y="40315"/>
                </a:moveTo>
                <a:lnTo>
                  <a:pt x="611933" y="45636"/>
                </a:lnTo>
                <a:lnTo>
                  <a:pt x="590197" y="60209"/>
                </a:lnTo>
                <a:lnTo>
                  <a:pt x="575624" y="81945"/>
                </a:lnTo>
                <a:lnTo>
                  <a:pt x="570303" y="108757"/>
                </a:lnTo>
                <a:lnTo>
                  <a:pt x="575720" y="135323"/>
                </a:lnTo>
                <a:lnTo>
                  <a:pt x="590607" y="156748"/>
                </a:lnTo>
                <a:lnTo>
                  <a:pt x="612922" y="171053"/>
                </a:lnTo>
                <a:lnTo>
                  <a:pt x="640620" y="176261"/>
                </a:lnTo>
                <a:lnTo>
                  <a:pt x="660144" y="173536"/>
                </a:lnTo>
                <a:lnTo>
                  <a:pt x="678152" y="165538"/>
                </a:lnTo>
                <a:lnTo>
                  <a:pt x="692864" y="152529"/>
                </a:lnTo>
                <a:lnTo>
                  <a:pt x="695503" y="147666"/>
                </a:lnTo>
                <a:lnTo>
                  <a:pt x="639917" y="147666"/>
                </a:lnTo>
                <a:lnTo>
                  <a:pt x="627029" y="145882"/>
                </a:lnTo>
                <a:lnTo>
                  <a:pt x="616449" y="140780"/>
                </a:lnTo>
                <a:lnTo>
                  <a:pt x="608637" y="132734"/>
                </a:lnTo>
                <a:lnTo>
                  <a:pt x="604055" y="122117"/>
                </a:lnTo>
                <a:lnTo>
                  <a:pt x="704609" y="122117"/>
                </a:lnTo>
                <a:lnTo>
                  <a:pt x="705546" y="117664"/>
                </a:lnTo>
                <a:lnTo>
                  <a:pt x="705781" y="114851"/>
                </a:lnTo>
                <a:lnTo>
                  <a:pt x="705781" y="110163"/>
                </a:lnTo>
                <a:lnTo>
                  <a:pt x="702991" y="94693"/>
                </a:lnTo>
                <a:lnTo>
                  <a:pt x="603118" y="94693"/>
                </a:lnTo>
                <a:lnTo>
                  <a:pt x="608230" y="83644"/>
                </a:lnTo>
                <a:lnTo>
                  <a:pt x="616068" y="75561"/>
                </a:lnTo>
                <a:lnTo>
                  <a:pt x="626454" y="70599"/>
                </a:lnTo>
                <a:lnTo>
                  <a:pt x="639214" y="68910"/>
                </a:lnTo>
                <a:lnTo>
                  <a:pt x="692320" y="68910"/>
                </a:lnTo>
                <a:lnTo>
                  <a:pt x="686766" y="60121"/>
                </a:lnTo>
                <a:lnTo>
                  <a:pt x="665535" y="45559"/>
                </a:lnTo>
                <a:lnTo>
                  <a:pt x="638745" y="40315"/>
                </a:lnTo>
                <a:close/>
              </a:path>
              <a:path w="1403984" h="455929">
                <a:moveTo>
                  <a:pt x="702499" y="134774"/>
                </a:moveTo>
                <a:lnTo>
                  <a:pt x="668513" y="134774"/>
                </a:lnTo>
                <a:lnTo>
                  <a:pt x="662495" y="140744"/>
                </a:lnTo>
                <a:lnTo>
                  <a:pt x="656061" y="144736"/>
                </a:lnTo>
                <a:lnTo>
                  <a:pt x="648703" y="146970"/>
                </a:lnTo>
                <a:lnTo>
                  <a:pt x="639917" y="147666"/>
                </a:lnTo>
                <a:lnTo>
                  <a:pt x="695503" y="147666"/>
                </a:lnTo>
                <a:lnTo>
                  <a:pt x="702499" y="134774"/>
                </a:lnTo>
                <a:close/>
              </a:path>
              <a:path w="1403984" h="455929">
                <a:moveTo>
                  <a:pt x="692320" y="68910"/>
                </a:moveTo>
                <a:lnTo>
                  <a:pt x="639214" y="68910"/>
                </a:lnTo>
                <a:lnTo>
                  <a:pt x="652365" y="70599"/>
                </a:lnTo>
                <a:lnTo>
                  <a:pt x="662858" y="75561"/>
                </a:lnTo>
                <a:lnTo>
                  <a:pt x="670494" y="83644"/>
                </a:lnTo>
                <a:lnTo>
                  <a:pt x="675076" y="94693"/>
                </a:lnTo>
                <a:lnTo>
                  <a:pt x="702991" y="94693"/>
                </a:lnTo>
                <a:lnTo>
                  <a:pt x="700745" y="82241"/>
                </a:lnTo>
                <a:lnTo>
                  <a:pt x="692320" y="68910"/>
                </a:lnTo>
                <a:close/>
              </a:path>
              <a:path w="1403984" h="455929">
                <a:moveTo>
                  <a:pt x="761718" y="71723"/>
                </a:moveTo>
                <a:lnTo>
                  <a:pt x="730544" y="71723"/>
                </a:lnTo>
                <a:lnTo>
                  <a:pt x="730544" y="173214"/>
                </a:lnTo>
                <a:lnTo>
                  <a:pt x="761718" y="173214"/>
                </a:lnTo>
                <a:lnTo>
                  <a:pt x="761718" y="71723"/>
                </a:lnTo>
                <a:close/>
              </a:path>
              <a:path w="1403984" h="455929">
                <a:moveTo>
                  <a:pt x="780469" y="43362"/>
                </a:moveTo>
                <a:lnTo>
                  <a:pt x="715308" y="43362"/>
                </a:lnTo>
                <a:lnTo>
                  <a:pt x="715308" y="71723"/>
                </a:lnTo>
                <a:lnTo>
                  <a:pt x="780469" y="71723"/>
                </a:lnTo>
                <a:lnTo>
                  <a:pt x="780469" y="43362"/>
                </a:lnTo>
                <a:close/>
              </a:path>
              <a:path w="1403984" h="455929">
                <a:moveTo>
                  <a:pt x="761718" y="0"/>
                </a:moveTo>
                <a:lnTo>
                  <a:pt x="730544" y="0"/>
                </a:lnTo>
                <a:lnTo>
                  <a:pt x="730544" y="43362"/>
                </a:lnTo>
                <a:lnTo>
                  <a:pt x="761718" y="43362"/>
                </a:lnTo>
                <a:lnTo>
                  <a:pt x="761718" y="0"/>
                </a:lnTo>
                <a:close/>
              </a:path>
              <a:path w="1403984" h="455929">
                <a:moveTo>
                  <a:pt x="222555" y="290893"/>
                </a:moveTo>
                <a:lnTo>
                  <a:pt x="196010" y="296017"/>
                </a:lnTo>
                <a:lnTo>
                  <a:pt x="175091" y="310260"/>
                </a:lnTo>
                <a:lnTo>
                  <a:pt x="161379" y="331930"/>
                </a:lnTo>
                <a:lnTo>
                  <a:pt x="156457" y="359335"/>
                </a:lnTo>
                <a:lnTo>
                  <a:pt x="161335" y="386396"/>
                </a:lnTo>
                <a:lnTo>
                  <a:pt x="174915" y="407766"/>
                </a:lnTo>
                <a:lnTo>
                  <a:pt x="195615" y="421797"/>
                </a:lnTo>
                <a:lnTo>
                  <a:pt x="221852" y="426840"/>
                </a:lnTo>
                <a:lnTo>
                  <a:pt x="234557" y="425704"/>
                </a:lnTo>
                <a:lnTo>
                  <a:pt x="245613" y="422152"/>
                </a:lnTo>
                <a:lnTo>
                  <a:pt x="255571" y="415962"/>
                </a:lnTo>
                <a:lnTo>
                  <a:pt x="264980" y="406916"/>
                </a:lnTo>
                <a:lnTo>
                  <a:pt x="293576" y="406916"/>
                </a:lnTo>
                <a:lnTo>
                  <a:pt x="293576" y="398244"/>
                </a:lnTo>
                <a:lnTo>
                  <a:pt x="226305" y="398244"/>
                </a:lnTo>
                <a:lnTo>
                  <a:pt x="210707" y="395472"/>
                </a:lnTo>
                <a:lnTo>
                  <a:pt x="198559" y="387667"/>
                </a:lnTo>
                <a:lnTo>
                  <a:pt x="190674" y="375600"/>
                </a:lnTo>
                <a:lnTo>
                  <a:pt x="187865" y="360038"/>
                </a:lnTo>
                <a:lnTo>
                  <a:pt x="190667" y="343715"/>
                </a:lnTo>
                <a:lnTo>
                  <a:pt x="198501" y="330886"/>
                </a:lnTo>
                <a:lnTo>
                  <a:pt x="210510" y="322496"/>
                </a:lnTo>
                <a:lnTo>
                  <a:pt x="225837" y="319489"/>
                </a:lnTo>
                <a:lnTo>
                  <a:pt x="293576" y="319489"/>
                </a:lnTo>
                <a:lnTo>
                  <a:pt x="293576" y="311285"/>
                </a:lnTo>
                <a:lnTo>
                  <a:pt x="264980" y="311285"/>
                </a:lnTo>
                <a:lnTo>
                  <a:pt x="256439" y="302067"/>
                </a:lnTo>
                <a:lnTo>
                  <a:pt x="246756" y="295727"/>
                </a:lnTo>
                <a:lnTo>
                  <a:pt x="235579" y="292069"/>
                </a:lnTo>
                <a:lnTo>
                  <a:pt x="222555" y="290893"/>
                </a:lnTo>
                <a:close/>
              </a:path>
              <a:path w="1403984" h="455929">
                <a:moveTo>
                  <a:pt x="33752" y="250578"/>
                </a:moveTo>
                <a:lnTo>
                  <a:pt x="0" y="250578"/>
                </a:lnTo>
                <a:lnTo>
                  <a:pt x="67504" y="423793"/>
                </a:lnTo>
                <a:lnTo>
                  <a:pt x="93756" y="423793"/>
                </a:lnTo>
                <a:lnTo>
                  <a:pt x="109812" y="382305"/>
                </a:lnTo>
                <a:lnTo>
                  <a:pt x="80395" y="382305"/>
                </a:lnTo>
                <a:lnTo>
                  <a:pt x="33752" y="250578"/>
                </a:lnTo>
                <a:close/>
              </a:path>
              <a:path w="1403984" h="455929">
                <a:moveTo>
                  <a:pt x="293576" y="406916"/>
                </a:moveTo>
                <a:lnTo>
                  <a:pt x="264980" y="406916"/>
                </a:lnTo>
                <a:lnTo>
                  <a:pt x="264980" y="423793"/>
                </a:lnTo>
                <a:lnTo>
                  <a:pt x="293576" y="423793"/>
                </a:lnTo>
                <a:lnTo>
                  <a:pt x="293576" y="406916"/>
                </a:lnTo>
                <a:close/>
              </a:path>
              <a:path w="1403984" h="455929">
                <a:moveTo>
                  <a:pt x="293576" y="319489"/>
                </a:moveTo>
                <a:lnTo>
                  <a:pt x="225837" y="319489"/>
                </a:lnTo>
                <a:lnTo>
                  <a:pt x="241200" y="322459"/>
                </a:lnTo>
                <a:lnTo>
                  <a:pt x="253290" y="330769"/>
                </a:lnTo>
                <a:lnTo>
                  <a:pt x="261204" y="343517"/>
                </a:lnTo>
                <a:lnTo>
                  <a:pt x="263961" y="359335"/>
                </a:lnTo>
                <a:lnTo>
                  <a:pt x="264003" y="360038"/>
                </a:lnTo>
                <a:lnTo>
                  <a:pt x="261475" y="374908"/>
                </a:lnTo>
                <a:lnTo>
                  <a:pt x="254051" y="387110"/>
                </a:lnTo>
                <a:lnTo>
                  <a:pt x="242189" y="395270"/>
                </a:lnTo>
                <a:lnTo>
                  <a:pt x="226305" y="398244"/>
                </a:lnTo>
                <a:lnTo>
                  <a:pt x="293576" y="398244"/>
                </a:lnTo>
                <a:lnTo>
                  <a:pt x="293576" y="319489"/>
                </a:lnTo>
                <a:close/>
              </a:path>
              <a:path w="1403984" h="455929">
                <a:moveTo>
                  <a:pt x="160791" y="250578"/>
                </a:moveTo>
                <a:lnTo>
                  <a:pt x="127039" y="250578"/>
                </a:lnTo>
                <a:lnTo>
                  <a:pt x="80395" y="382305"/>
                </a:lnTo>
                <a:lnTo>
                  <a:pt x="109812" y="382305"/>
                </a:lnTo>
                <a:lnTo>
                  <a:pt x="160791" y="250578"/>
                </a:lnTo>
                <a:close/>
              </a:path>
              <a:path w="1403984" h="455929">
                <a:moveTo>
                  <a:pt x="293576" y="293940"/>
                </a:moveTo>
                <a:lnTo>
                  <a:pt x="264980" y="293940"/>
                </a:lnTo>
                <a:lnTo>
                  <a:pt x="264980" y="311285"/>
                </a:lnTo>
                <a:lnTo>
                  <a:pt x="293576" y="311285"/>
                </a:lnTo>
                <a:lnTo>
                  <a:pt x="293576" y="293940"/>
                </a:lnTo>
                <a:close/>
              </a:path>
              <a:path w="1403984" h="455929">
                <a:moveTo>
                  <a:pt x="347991" y="250578"/>
                </a:moveTo>
                <a:lnTo>
                  <a:pt x="316817" y="250578"/>
                </a:lnTo>
                <a:lnTo>
                  <a:pt x="316817" y="423793"/>
                </a:lnTo>
                <a:lnTo>
                  <a:pt x="347991" y="423793"/>
                </a:lnTo>
                <a:lnTo>
                  <a:pt x="347991" y="250578"/>
                </a:lnTo>
                <a:close/>
              </a:path>
              <a:path w="1403984" h="455929">
                <a:moveTo>
                  <a:pt x="404299" y="293940"/>
                </a:moveTo>
                <a:lnTo>
                  <a:pt x="373125" y="293940"/>
                </a:lnTo>
                <a:lnTo>
                  <a:pt x="373125" y="363554"/>
                </a:lnTo>
                <a:lnTo>
                  <a:pt x="376601" y="392725"/>
                </a:lnTo>
                <a:lnTo>
                  <a:pt x="386515" y="412337"/>
                </a:lnTo>
                <a:lnTo>
                  <a:pt x="402098" y="423379"/>
                </a:lnTo>
                <a:lnTo>
                  <a:pt x="422582" y="426840"/>
                </a:lnTo>
                <a:lnTo>
                  <a:pt x="433382" y="426038"/>
                </a:lnTo>
                <a:lnTo>
                  <a:pt x="442710" y="423412"/>
                </a:lnTo>
                <a:lnTo>
                  <a:pt x="451291" y="418632"/>
                </a:lnTo>
                <a:lnTo>
                  <a:pt x="459850" y="411370"/>
                </a:lnTo>
                <a:lnTo>
                  <a:pt x="488680" y="411370"/>
                </a:lnTo>
                <a:lnTo>
                  <a:pt x="488680" y="398244"/>
                </a:lnTo>
                <a:lnTo>
                  <a:pt x="428910" y="398244"/>
                </a:lnTo>
                <a:lnTo>
                  <a:pt x="418736" y="396717"/>
                </a:lnTo>
                <a:lnTo>
                  <a:pt x="410980" y="390773"/>
                </a:lnTo>
                <a:lnTo>
                  <a:pt x="406035" y="378368"/>
                </a:lnTo>
                <a:lnTo>
                  <a:pt x="404299" y="357460"/>
                </a:lnTo>
                <a:lnTo>
                  <a:pt x="404299" y="293940"/>
                </a:lnTo>
                <a:close/>
              </a:path>
              <a:path w="1403984" h="455929">
                <a:moveTo>
                  <a:pt x="488680" y="411370"/>
                </a:moveTo>
                <a:lnTo>
                  <a:pt x="459850" y="411370"/>
                </a:lnTo>
                <a:lnTo>
                  <a:pt x="459850" y="423793"/>
                </a:lnTo>
                <a:lnTo>
                  <a:pt x="488680" y="423793"/>
                </a:lnTo>
                <a:lnTo>
                  <a:pt x="488680" y="411370"/>
                </a:lnTo>
                <a:close/>
              </a:path>
              <a:path w="1403984" h="455929">
                <a:moveTo>
                  <a:pt x="488680" y="293940"/>
                </a:moveTo>
                <a:lnTo>
                  <a:pt x="457506" y="293940"/>
                </a:lnTo>
                <a:lnTo>
                  <a:pt x="457449" y="357460"/>
                </a:lnTo>
                <a:lnTo>
                  <a:pt x="457231" y="366480"/>
                </a:lnTo>
                <a:lnTo>
                  <a:pt x="428910" y="398244"/>
                </a:lnTo>
                <a:lnTo>
                  <a:pt x="488680" y="398244"/>
                </a:lnTo>
                <a:lnTo>
                  <a:pt x="488680" y="293940"/>
                </a:lnTo>
                <a:close/>
              </a:path>
              <a:path w="1403984" h="455929">
                <a:moveTo>
                  <a:pt x="576485" y="290893"/>
                </a:moveTo>
                <a:lnTo>
                  <a:pt x="549673" y="296215"/>
                </a:lnTo>
                <a:lnTo>
                  <a:pt x="527937" y="310787"/>
                </a:lnTo>
                <a:lnTo>
                  <a:pt x="513364" y="332523"/>
                </a:lnTo>
                <a:lnTo>
                  <a:pt x="508043" y="359335"/>
                </a:lnTo>
                <a:lnTo>
                  <a:pt x="513460" y="385902"/>
                </a:lnTo>
                <a:lnTo>
                  <a:pt x="528347" y="407327"/>
                </a:lnTo>
                <a:lnTo>
                  <a:pt x="550662" y="421632"/>
                </a:lnTo>
                <a:lnTo>
                  <a:pt x="578360" y="426840"/>
                </a:lnTo>
                <a:lnTo>
                  <a:pt x="597884" y="424115"/>
                </a:lnTo>
                <a:lnTo>
                  <a:pt x="615892" y="416116"/>
                </a:lnTo>
                <a:lnTo>
                  <a:pt x="630604" y="403108"/>
                </a:lnTo>
                <a:lnTo>
                  <a:pt x="633243" y="398244"/>
                </a:lnTo>
                <a:lnTo>
                  <a:pt x="577657" y="398244"/>
                </a:lnTo>
                <a:lnTo>
                  <a:pt x="564769" y="396460"/>
                </a:lnTo>
                <a:lnTo>
                  <a:pt x="554189" y="391359"/>
                </a:lnTo>
                <a:lnTo>
                  <a:pt x="546377" y="383313"/>
                </a:lnTo>
                <a:lnTo>
                  <a:pt x="541795" y="372695"/>
                </a:lnTo>
                <a:lnTo>
                  <a:pt x="642349" y="372695"/>
                </a:lnTo>
                <a:lnTo>
                  <a:pt x="643286" y="368242"/>
                </a:lnTo>
                <a:lnTo>
                  <a:pt x="643521" y="365429"/>
                </a:lnTo>
                <a:lnTo>
                  <a:pt x="643521" y="360742"/>
                </a:lnTo>
                <a:lnTo>
                  <a:pt x="640731" y="345272"/>
                </a:lnTo>
                <a:lnTo>
                  <a:pt x="540858" y="345272"/>
                </a:lnTo>
                <a:lnTo>
                  <a:pt x="545970" y="334222"/>
                </a:lnTo>
                <a:lnTo>
                  <a:pt x="553808" y="326140"/>
                </a:lnTo>
                <a:lnTo>
                  <a:pt x="564194" y="321177"/>
                </a:lnTo>
                <a:lnTo>
                  <a:pt x="576954" y="319489"/>
                </a:lnTo>
                <a:lnTo>
                  <a:pt x="630060" y="319489"/>
                </a:lnTo>
                <a:lnTo>
                  <a:pt x="624506" y="310699"/>
                </a:lnTo>
                <a:lnTo>
                  <a:pt x="603275" y="296138"/>
                </a:lnTo>
                <a:lnTo>
                  <a:pt x="576485" y="290893"/>
                </a:lnTo>
                <a:close/>
              </a:path>
              <a:path w="1403984" h="455929">
                <a:moveTo>
                  <a:pt x="640239" y="385353"/>
                </a:moveTo>
                <a:lnTo>
                  <a:pt x="606253" y="385353"/>
                </a:lnTo>
                <a:lnTo>
                  <a:pt x="600235" y="391322"/>
                </a:lnTo>
                <a:lnTo>
                  <a:pt x="593801" y="395314"/>
                </a:lnTo>
                <a:lnTo>
                  <a:pt x="586443" y="397548"/>
                </a:lnTo>
                <a:lnTo>
                  <a:pt x="577657" y="398244"/>
                </a:lnTo>
                <a:lnTo>
                  <a:pt x="633243" y="398244"/>
                </a:lnTo>
                <a:lnTo>
                  <a:pt x="640239" y="385353"/>
                </a:lnTo>
                <a:close/>
              </a:path>
              <a:path w="1403984" h="455929">
                <a:moveTo>
                  <a:pt x="630060" y="319489"/>
                </a:moveTo>
                <a:lnTo>
                  <a:pt x="576954" y="319489"/>
                </a:lnTo>
                <a:lnTo>
                  <a:pt x="590105" y="321177"/>
                </a:lnTo>
                <a:lnTo>
                  <a:pt x="600598" y="326140"/>
                </a:lnTo>
                <a:lnTo>
                  <a:pt x="608234" y="334222"/>
                </a:lnTo>
                <a:lnTo>
                  <a:pt x="612816" y="345272"/>
                </a:lnTo>
                <a:lnTo>
                  <a:pt x="640731" y="345272"/>
                </a:lnTo>
                <a:lnTo>
                  <a:pt x="638485" y="332820"/>
                </a:lnTo>
                <a:lnTo>
                  <a:pt x="630060" y="319489"/>
                </a:lnTo>
                <a:close/>
              </a:path>
              <a:path w="1403984" h="455929">
                <a:moveTo>
                  <a:pt x="798435" y="250578"/>
                </a:moveTo>
                <a:lnTo>
                  <a:pt x="771652" y="267117"/>
                </a:lnTo>
                <a:lnTo>
                  <a:pt x="751351" y="290952"/>
                </a:lnTo>
                <a:lnTo>
                  <a:pt x="738478" y="320324"/>
                </a:lnTo>
                <a:lnTo>
                  <a:pt x="733977" y="353475"/>
                </a:lnTo>
                <a:lnTo>
                  <a:pt x="738610" y="385960"/>
                </a:lnTo>
                <a:lnTo>
                  <a:pt x="751703" y="415940"/>
                </a:lnTo>
                <a:lnTo>
                  <a:pt x="772047" y="440295"/>
                </a:lnTo>
                <a:lnTo>
                  <a:pt x="798435" y="455904"/>
                </a:lnTo>
                <a:lnTo>
                  <a:pt x="798435" y="421917"/>
                </a:lnTo>
                <a:lnTo>
                  <a:pt x="785199" y="409839"/>
                </a:lnTo>
                <a:lnTo>
                  <a:pt x="774820" y="393322"/>
                </a:lnTo>
                <a:lnTo>
                  <a:pt x="768044" y="373992"/>
                </a:lnTo>
                <a:lnTo>
                  <a:pt x="765620" y="353475"/>
                </a:lnTo>
                <a:lnTo>
                  <a:pt x="767748" y="333014"/>
                </a:lnTo>
                <a:lnTo>
                  <a:pt x="774029" y="314420"/>
                </a:lnTo>
                <a:lnTo>
                  <a:pt x="784309" y="298068"/>
                </a:lnTo>
                <a:lnTo>
                  <a:pt x="798435" y="284330"/>
                </a:lnTo>
                <a:lnTo>
                  <a:pt x="798435" y="250578"/>
                </a:lnTo>
                <a:close/>
              </a:path>
              <a:path w="1403984" h="455929">
                <a:moveTo>
                  <a:pt x="919633" y="276126"/>
                </a:moveTo>
                <a:lnTo>
                  <a:pt x="871303" y="276126"/>
                </a:lnTo>
                <a:lnTo>
                  <a:pt x="881253" y="278199"/>
                </a:lnTo>
                <a:lnTo>
                  <a:pt x="889204" y="283920"/>
                </a:lnTo>
                <a:lnTo>
                  <a:pt x="894474" y="292541"/>
                </a:lnTo>
                <a:lnTo>
                  <a:pt x="896382" y="303316"/>
                </a:lnTo>
                <a:lnTo>
                  <a:pt x="895247" y="311604"/>
                </a:lnTo>
                <a:lnTo>
                  <a:pt x="891695" y="319870"/>
                </a:lnTo>
                <a:lnTo>
                  <a:pt x="885505" y="328531"/>
                </a:lnTo>
                <a:lnTo>
                  <a:pt x="876459" y="338006"/>
                </a:lnTo>
                <a:lnTo>
                  <a:pt x="814814" y="396369"/>
                </a:lnTo>
                <a:lnTo>
                  <a:pt x="814814" y="423793"/>
                </a:lnTo>
                <a:lnTo>
                  <a:pt x="926853" y="423793"/>
                </a:lnTo>
                <a:lnTo>
                  <a:pt x="926853" y="394494"/>
                </a:lnTo>
                <a:lnTo>
                  <a:pt x="858645" y="394494"/>
                </a:lnTo>
                <a:lnTo>
                  <a:pt x="894038" y="362382"/>
                </a:lnTo>
                <a:lnTo>
                  <a:pt x="910351" y="346239"/>
                </a:lnTo>
                <a:lnTo>
                  <a:pt x="920642" y="332204"/>
                </a:lnTo>
                <a:lnTo>
                  <a:pt x="926011" y="318610"/>
                </a:lnTo>
                <a:lnTo>
                  <a:pt x="927556" y="303785"/>
                </a:lnTo>
                <a:lnTo>
                  <a:pt x="923246" y="281547"/>
                </a:lnTo>
                <a:lnTo>
                  <a:pt x="919633" y="276126"/>
                </a:lnTo>
                <a:close/>
              </a:path>
              <a:path w="1403984" h="455929">
                <a:moveTo>
                  <a:pt x="871068" y="247531"/>
                </a:moveTo>
                <a:lnTo>
                  <a:pt x="848054" y="251743"/>
                </a:lnTo>
                <a:lnTo>
                  <a:pt x="829874" y="263997"/>
                </a:lnTo>
                <a:lnTo>
                  <a:pt x="817935" y="283722"/>
                </a:lnTo>
                <a:lnTo>
                  <a:pt x="813642" y="310348"/>
                </a:lnTo>
                <a:lnTo>
                  <a:pt x="844348" y="310348"/>
                </a:lnTo>
                <a:lnTo>
                  <a:pt x="846285" y="296299"/>
                </a:lnTo>
                <a:lnTo>
                  <a:pt x="851760" y="285502"/>
                </a:lnTo>
                <a:lnTo>
                  <a:pt x="860268" y="278573"/>
                </a:lnTo>
                <a:lnTo>
                  <a:pt x="871303" y="276126"/>
                </a:lnTo>
                <a:lnTo>
                  <a:pt x="919633" y="276126"/>
                </a:lnTo>
                <a:lnTo>
                  <a:pt x="911354" y="263704"/>
                </a:lnTo>
                <a:lnTo>
                  <a:pt x="893441" y="251838"/>
                </a:lnTo>
                <a:lnTo>
                  <a:pt x="871068" y="247531"/>
                </a:lnTo>
                <a:close/>
              </a:path>
              <a:path w="1403984" h="455929">
                <a:moveTo>
                  <a:pt x="1001992" y="247531"/>
                </a:moveTo>
                <a:lnTo>
                  <a:pt x="977879" y="251691"/>
                </a:lnTo>
                <a:lnTo>
                  <a:pt x="959567" y="263587"/>
                </a:lnTo>
                <a:lnTo>
                  <a:pt x="947935" y="282338"/>
                </a:lnTo>
                <a:lnTo>
                  <a:pt x="943863" y="307066"/>
                </a:lnTo>
                <a:lnTo>
                  <a:pt x="943863" y="365898"/>
                </a:lnTo>
                <a:lnTo>
                  <a:pt x="948155" y="391835"/>
                </a:lnTo>
                <a:lnTo>
                  <a:pt x="960270" y="410960"/>
                </a:lnTo>
                <a:lnTo>
                  <a:pt x="979065" y="422789"/>
                </a:lnTo>
                <a:lnTo>
                  <a:pt x="1003398" y="426840"/>
                </a:lnTo>
                <a:lnTo>
                  <a:pt x="1026563" y="422789"/>
                </a:lnTo>
                <a:lnTo>
                  <a:pt x="1044387" y="410960"/>
                </a:lnTo>
                <a:lnTo>
                  <a:pt x="1052002" y="398244"/>
                </a:lnTo>
                <a:lnTo>
                  <a:pt x="1002461" y="398244"/>
                </a:lnTo>
                <a:lnTo>
                  <a:pt x="990660" y="396076"/>
                </a:lnTo>
                <a:lnTo>
                  <a:pt x="982069" y="389689"/>
                </a:lnTo>
                <a:lnTo>
                  <a:pt x="976817" y="379258"/>
                </a:lnTo>
                <a:lnTo>
                  <a:pt x="975154" y="365898"/>
                </a:lnTo>
                <a:lnTo>
                  <a:pt x="975037" y="307066"/>
                </a:lnTo>
                <a:lnTo>
                  <a:pt x="976912" y="294123"/>
                </a:lnTo>
                <a:lnTo>
                  <a:pt x="982303" y="284389"/>
                </a:lnTo>
                <a:lnTo>
                  <a:pt x="990858" y="278258"/>
                </a:lnTo>
                <a:lnTo>
                  <a:pt x="1002226" y="276126"/>
                </a:lnTo>
                <a:lnTo>
                  <a:pt x="1052322" y="276126"/>
                </a:lnTo>
                <a:lnTo>
                  <a:pt x="1044124" y="263294"/>
                </a:lnTo>
                <a:lnTo>
                  <a:pt x="1025870" y="251633"/>
                </a:lnTo>
                <a:lnTo>
                  <a:pt x="1001992" y="247531"/>
                </a:lnTo>
                <a:close/>
              </a:path>
              <a:path w="1403984" h="455929">
                <a:moveTo>
                  <a:pt x="1052322" y="276126"/>
                </a:moveTo>
                <a:lnTo>
                  <a:pt x="1002226" y="276126"/>
                </a:lnTo>
                <a:lnTo>
                  <a:pt x="1013484" y="278159"/>
                </a:lnTo>
                <a:lnTo>
                  <a:pt x="1021798" y="284125"/>
                </a:lnTo>
                <a:lnTo>
                  <a:pt x="1026947" y="293827"/>
                </a:lnTo>
                <a:lnTo>
                  <a:pt x="1028712" y="307066"/>
                </a:lnTo>
                <a:lnTo>
                  <a:pt x="1028684" y="365898"/>
                </a:lnTo>
                <a:lnTo>
                  <a:pt x="1026951" y="380148"/>
                </a:lnTo>
                <a:lnTo>
                  <a:pt x="1021827" y="390304"/>
                </a:lnTo>
                <a:lnTo>
                  <a:pt x="1013583" y="396285"/>
                </a:lnTo>
                <a:lnTo>
                  <a:pt x="1002461" y="398244"/>
                </a:lnTo>
                <a:lnTo>
                  <a:pt x="1052002" y="398244"/>
                </a:lnTo>
                <a:lnTo>
                  <a:pt x="1055839" y="391835"/>
                </a:lnTo>
                <a:lnTo>
                  <a:pt x="1059886" y="365898"/>
                </a:lnTo>
                <a:lnTo>
                  <a:pt x="1059886" y="305425"/>
                </a:lnTo>
                <a:lnTo>
                  <a:pt x="1055784" y="281547"/>
                </a:lnTo>
                <a:lnTo>
                  <a:pt x="1052322" y="276126"/>
                </a:lnTo>
                <a:close/>
              </a:path>
              <a:path w="1403984" h="455929">
                <a:moveTo>
                  <a:pt x="1102913" y="371289"/>
                </a:moveTo>
                <a:lnTo>
                  <a:pt x="1071505" y="371289"/>
                </a:lnTo>
                <a:lnTo>
                  <a:pt x="1076955" y="393714"/>
                </a:lnTo>
                <a:lnTo>
                  <a:pt x="1089612" y="411282"/>
                </a:lnTo>
                <a:lnTo>
                  <a:pt x="1108158" y="422742"/>
                </a:lnTo>
                <a:lnTo>
                  <a:pt x="1131275" y="426840"/>
                </a:lnTo>
                <a:lnTo>
                  <a:pt x="1154498" y="422470"/>
                </a:lnTo>
                <a:lnTo>
                  <a:pt x="1172908" y="410344"/>
                </a:lnTo>
                <a:lnTo>
                  <a:pt x="1180878" y="398244"/>
                </a:lnTo>
                <a:lnTo>
                  <a:pt x="1131040" y="398244"/>
                </a:lnTo>
                <a:lnTo>
                  <a:pt x="1120614" y="396340"/>
                </a:lnTo>
                <a:lnTo>
                  <a:pt x="1112143" y="390919"/>
                </a:lnTo>
                <a:lnTo>
                  <a:pt x="1106089" y="382423"/>
                </a:lnTo>
                <a:lnTo>
                  <a:pt x="1102913" y="371289"/>
                </a:lnTo>
                <a:close/>
              </a:path>
              <a:path w="1403984" h="455929">
                <a:moveTo>
                  <a:pt x="1173548" y="276126"/>
                </a:moveTo>
                <a:lnTo>
                  <a:pt x="1139478" y="276126"/>
                </a:lnTo>
                <a:lnTo>
                  <a:pt x="1145807" y="282924"/>
                </a:lnTo>
                <a:lnTo>
                  <a:pt x="1145807" y="292534"/>
                </a:lnTo>
                <a:lnTo>
                  <a:pt x="1144401" y="300294"/>
                </a:lnTo>
                <a:lnTo>
                  <a:pt x="1139830" y="305748"/>
                </a:lnTo>
                <a:lnTo>
                  <a:pt x="1131568" y="309047"/>
                </a:lnTo>
                <a:lnTo>
                  <a:pt x="1119086" y="310348"/>
                </a:lnTo>
                <a:lnTo>
                  <a:pt x="1119086" y="340350"/>
                </a:lnTo>
                <a:lnTo>
                  <a:pt x="1124243" y="340350"/>
                </a:lnTo>
                <a:lnTo>
                  <a:pt x="1138255" y="342419"/>
                </a:lnTo>
                <a:lnTo>
                  <a:pt x="1148971" y="348290"/>
                </a:lnTo>
                <a:lnTo>
                  <a:pt x="1155820" y="357456"/>
                </a:lnTo>
                <a:lnTo>
                  <a:pt x="1158230" y="369414"/>
                </a:lnTo>
                <a:lnTo>
                  <a:pt x="1156190" y="380939"/>
                </a:lnTo>
                <a:lnTo>
                  <a:pt x="1150524" y="390070"/>
                </a:lnTo>
                <a:lnTo>
                  <a:pt x="1141914" y="396080"/>
                </a:lnTo>
                <a:lnTo>
                  <a:pt x="1131040" y="398244"/>
                </a:lnTo>
                <a:lnTo>
                  <a:pt x="1180878" y="398244"/>
                </a:lnTo>
                <a:lnTo>
                  <a:pt x="1185034" y="391934"/>
                </a:lnTo>
                <a:lnTo>
                  <a:pt x="1189404" y="368711"/>
                </a:lnTo>
                <a:lnTo>
                  <a:pt x="1187697" y="353640"/>
                </a:lnTo>
                <a:lnTo>
                  <a:pt x="1182606" y="341141"/>
                </a:lnTo>
                <a:lnTo>
                  <a:pt x="1174176" y="331234"/>
                </a:lnTo>
                <a:lnTo>
                  <a:pt x="1162449" y="323942"/>
                </a:lnTo>
                <a:lnTo>
                  <a:pt x="1168971" y="318104"/>
                </a:lnTo>
                <a:lnTo>
                  <a:pt x="1173494" y="311344"/>
                </a:lnTo>
                <a:lnTo>
                  <a:pt x="1176128" y="303440"/>
                </a:lnTo>
                <a:lnTo>
                  <a:pt x="1176981" y="294175"/>
                </a:lnTo>
                <a:lnTo>
                  <a:pt x="1173548" y="276126"/>
                </a:lnTo>
                <a:close/>
              </a:path>
              <a:path w="1403984" h="455929">
                <a:moveTo>
                  <a:pt x="1130337" y="247531"/>
                </a:moveTo>
                <a:lnTo>
                  <a:pt x="1113304" y="250333"/>
                </a:lnTo>
                <a:lnTo>
                  <a:pt x="1099192" y="258694"/>
                </a:lnTo>
                <a:lnTo>
                  <a:pt x="1089169" y="272548"/>
                </a:lnTo>
                <a:lnTo>
                  <a:pt x="1084397" y="291831"/>
                </a:lnTo>
                <a:lnTo>
                  <a:pt x="1116039" y="291831"/>
                </a:lnTo>
                <a:lnTo>
                  <a:pt x="1117446" y="281049"/>
                </a:lnTo>
                <a:lnTo>
                  <a:pt x="1122133" y="276126"/>
                </a:lnTo>
                <a:lnTo>
                  <a:pt x="1173548" y="276126"/>
                </a:lnTo>
                <a:lnTo>
                  <a:pt x="1173450" y="275614"/>
                </a:lnTo>
                <a:lnTo>
                  <a:pt x="1163679" y="260833"/>
                </a:lnTo>
                <a:lnTo>
                  <a:pt x="1148898" y="251061"/>
                </a:lnTo>
                <a:lnTo>
                  <a:pt x="1130337" y="247531"/>
                </a:lnTo>
                <a:close/>
              </a:path>
              <a:path w="1403984" h="455929">
                <a:moveTo>
                  <a:pt x="1264308" y="247531"/>
                </a:moveTo>
                <a:lnTo>
                  <a:pt x="1240195" y="251691"/>
                </a:lnTo>
                <a:lnTo>
                  <a:pt x="1221883" y="263587"/>
                </a:lnTo>
                <a:lnTo>
                  <a:pt x="1210251" y="282338"/>
                </a:lnTo>
                <a:lnTo>
                  <a:pt x="1206179" y="307066"/>
                </a:lnTo>
                <a:lnTo>
                  <a:pt x="1206179" y="365898"/>
                </a:lnTo>
                <a:lnTo>
                  <a:pt x="1210471" y="391835"/>
                </a:lnTo>
                <a:lnTo>
                  <a:pt x="1222586" y="410960"/>
                </a:lnTo>
                <a:lnTo>
                  <a:pt x="1241381" y="422789"/>
                </a:lnTo>
                <a:lnTo>
                  <a:pt x="1265714" y="426840"/>
                </a:lnTo>
                <a:lnTo>
                  <a:pt x="1288879" y="422789"/>
                </a:lnTo>
                <a:lnTo>
                  <a:pt x="1306703" y="410960"/>
                </a:lnTo>
                <a:lnTo>
                  <a:pt x="1314318" y="398244"/>
                </a:lnTo>
                <a:lnTo>
                  <a:pt x="1264777" y="398244"/>
                </a:lnTo>
                <a:lnTo>
                  <a:pt x="1252976" y="396076"/>
                </a:lnTo>
                <a:lnTo>
                  <a:pt x="1244385" y="389689"/>
                </a:lnTo>
                <a:lnTo>
                  <a:pt x="1239133" y="379258"/>
                </a:lnTo>
                <a:lnTo>
                  <a:pt x="1237470" y="365898"/>
                </a:lnTo>
                <a:lnTo>
                  <a:pt x="1237353" y="307066"/>
                </a:lnTo>
                <a:lnTo>
                  <a:pt x="1239228" y="294123"/>
                </a:lnTo>
                <a:lnTo>
                  <a:pt x="1244619" y="284389"/>
                </a:lnTo>
                <a:lnTo>
                  <a:pt x="1253174" y="278258"/>
                </a:lnTo>
                <a:lnTo>
                  <a:pt x="1264542" y="276126"/>
                </a:lnTo>
                <a:lnTo>
                  <a:pt x="1314638" y="276126"/>
                </a:lnTo>
                <a:lnTo>
                  <a:pt x="1306439" y="263294"/>
                </a:lnTo>
                <a:lnTo>
                  <a:pt x="1288186" y="251633"/>
                </a:lnTo>
                <a:lnTo>
                  <a:pt x="1264308" y="247531"/>
                </a:lnTo>
                <a:close/>
              </a:path>
              <a:path w="1403984" h="455929">
                <a:moveTo>
                  <a:pt x="1314638" y="276126"/>
                </a:moveTo>
                <a:lnTo>
                  <a:pt x="1264542" y="276126"/>
                </a:lnTo>
                <a:lnTo>
                  <a:pt x="1275800" y="278159"/>
                </a:lnTo>
                <a:lnTo>
                  <a:pt x="1284114" y="284125"/>
                </a:lnTo>
                <a:lnTo>
                  <a:pt x="1289263" y="293827"/>
                </a:lnTo>
                <a:lnTo>
                  <a:pt x="1291028" y="307066"/>
                </a:lnTo>
                <a:lnTo>
                  <a:pt x="1291000" y="365898"/>
                </a:lnTo>
                <a:lnTo>
                  <a:pt x="1289267" y="380148"/>
                </a:lnTo>
                <a:lnTo>
                  <a:pt x="1284143" y="390304"/>
                </a:lnTo>
                <a:lnTo>
                  <a:pt x="1275899" y="396285"/>
                </a:lnTo>
                <a:lnTo>
                  <a:pt x="1264777" y="398244"/>
                </a:lnTo>
                <a:lnTo>
                  <a:pt x="1314318" y="398244"/>
                </a:lnTo>
                <a:lnTo>
                  <a:pt x="1318155" y="391835"/>
                </a:lnTo>
                <a:lnTo>
                  <a:pt x="1322202" y="365898"/>
                </a:lnTo>
                <a:lnTo>
                  <a:pt x="1322202" y="305425"/>
                </a:lnTo>
                <a:lnTo>
                  <a:pt x="1318100" y="281547"/>
                </a:lnTo>
                <a:lnTo>
                  <a:pt x="1314638" y="276126"/>
                </a:lnTo>
                <a:close/>
              </a:path>
              <a:path w="1403984" h="455929">
                <a:moveTo>
                  <a:pt x="1338978" y="250578"/>
                </a:moveTo>
                <a:lnTo>
                  <a:pt x="1338978" y="284565"/>
                </a:lnTo>
                <a:lnTo>
                  <a:pt x="1352213" y="296643"/>
                </a:lnTo>
                <a:lnTo>
                  <a:pt x="1362593" y="313160"/>
                </a:lnTo>
                <a:lnTo>
                  <a:pt x="1369368" y="332490"/>
                </a:lnTo>
                <a:lnTo>
                  <a:pt x="1371792" y="353007"/>
                </a:lnTo>
                <a:lnTo>
                  <a:pt x="1369665" y="373468"/>
                </a:lnTo>
                <a:lnTo>
                  <a:pt x="1363384" y="392062"/>
                </a:lnTo>
                <a:lnTo>
                  <a:pt x="1353103" y="408414"/>
                </a:lnTo>
                <a:lnTo>
                  <a:pt x="1338978" y="422152"/>
                </a:lnTo>
                <a:lnTo>
                  <a:pt x="1338978" y="455904"/>
                </a:lnTo>
                <a:lnTo>
                  <a:pt x="1365760" y="439365"/>
                </a:lnTo>
                <a:lnTo>
                  <a:pt x="1386061" y="415530"/>
                </a:lnTo>
                <a:lnTo>
                  <a:pt x="1398934" y="386158"/>
                </a:lnTo>
                <a:lnTo>
                  <a:pt x="1403435" y="353007"/>
                </a:lnTo>
                <a:lnTo>
                  <a:pt x="1398802" y="320620"/>
                </a:lnTo>
                <a:lnTo>
                  <a:pt x="1385709" y="290629"/>
                </a:lnTo>
                <a:lnTo>
                  <a:pt x="1365365" y="266220"/>
                </a:lnTo>
                <a:lnTo>
                  <a:pt x="1338978" y="2505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19687" y="7613991"/>
            <a:ext cx="1403985" cy="455930"/>
          </a:xfrm>
          <a:custGeom>
            <a:avLst/>
            <a:gdLst/>
            <a:ahLst/>
            <a:cxnLst/>
            <a:rect l="l" t="t" r="r" b="b"/>
            <a:pathLst>
              <a:path w="1403985" h="455929">
                <a:moveTo>
                  <a:pt x="58128" y="0"/>
                </a:moveTo>
                <a:lnTo>
                  <a:pt x="14063" y="0"/>
                </a:lnTo>
                <a:lnTo>
                  <a:pt x="14063" y="173214"/>
                </a:lnTo>
                <a:lnTo>
                  <a:pt x="46174" y="173214"/>
                </a:lnTo>
                <a:lnTo>
                  <a:pt x="46174" y="43362"/>
                </a:lnTo>
                <a:lnTo>
                  <a:pt x="73537" y="43362"/>
                </a:lnTo>
                <a:lnTo>
                  <a:pt x="58128" y="0"/>
                </a:lnTo>
                <a:close/>
              </a:path>
              <a:path w="1403985" h="455929">
                <a:moveTo>
                  <a:pt x="73537" y="43362"/>
                </a:moveTo>
                <a:lnTo>
                  <a:pt x="46174" y="43362"/>
                </a:lnTo>
                <a:lnTo>
                  <a:pt x="91412" y="173214"/>
                </a:lnTo>
                <a:lnTo>
                  <a:pt x="117664" y="173214"/>
                </a:lnTo>
                <a:lnTo>
                  <a:pt x="132280" y="131258"/>
                </a:lnTo>
                <a:lnTo>
                  <a:pt x="104772" y="131258"/>
                </a:lnTo>
                <a:lnTo>
                  <a:pt x="73537" y="43362"/>
                </a:lnTo>
                <a:close/>
              </a:path>
              <a:path w="1403985" h="455929">
                <a:moveTo>
                  <a:pt x="195012" y="43362"/>
                </a:moveTo>
                <a:lnTo>
                  <a:pt x="162901" y="43362"/>
                </a:lnTo>
                <a:lnTo>
                  <a:pt x="162901" y="173214"/>
                </a:lnTo>
                <a:lnTo>
                  <a:pt x="195012" y="173214"/>
                </a:lnTo>
                <a:lnTo>
                  <a:pt x="195012" y="43362"/>
                </a:lnTo>
                <a:close/>
              </a:path>
              <a:path w="1403985" h="455929">
                <a:moveTo>
                  <a:pt x="195012" y="0"/>
                </a:moveTo>
                <a:lnTo>
                  <a:pt x="150947" y="0"/>
                </a:lnTo>
                <a:lnTo>
                  <a:pt x="104772" y="131258"/>
                </a:lnTo>
                <a:lnTo>
                  <a:pt x="132280" y="131258"/>
                </a:lnTo>
                <a:lnTo>
                  <a:pt x="162901" y="43362"/>
                </a:lnTo>
                <a:lnTo>
                  <a:pt x="195012" y="43362"/>
                </a:lnTo>
                <a:lnTo>
                  <a:pt x="195012" y="0"/>
                </a:lnTo>
                <a:close/>
              </a:path>
              <a:path w="1403985" h="455929">
                <a:moveTo>
                  <a:pt x="282297" y="40315"/>
                </a:moveTo>
                <a:lnTo>
                  <a:pt x="255753" y="45438"/>
                </a:lnTo>
                <a:lnTo>
                  <a:pt x="234833" y="59681"/>
                </a:lnTo>
                <a:lnTo>
                  <a:pt x="221121" y="81351"/>
                </a:lnTo>
                <a:lnTo>
                  <a:pt x="216199" y="108757"/>
                </a:lnTo>
                <a:lnTo>
                  <a:pt x="221077" y="135818"/>
                </a:lnTo>
                <a:lnTo>
                  <a:pt x="234657" y="157188"/>
                </a:lnTo>
                <a:lnTo>
                  <a:pt x="255357" y="171218"/>
                </a:lnTo>
                <a:lnTo>
                  <a:pt x="281594" y="176261"/>
                </a:lnTo>
                <a:lnTo>
                  <a:pt x="294299" y="175126"/>
                </a:lnTo>
                <a:lnTo>
                  <a:pt x="305356" y="171573"/>
                </a:lnTo>
                <a:lnTo>
                  <a:pt x="315313" y="165384"/>
                </a:lnTo>
                <a:lnTo>
                  <a:pt x="324722" y="156338"/>
                </a:lnTo>
                <a:lnTo>
                  <a:pt x="353318" y="156338"/>
                </a:lnTo>
                <a:lnTo>
                  <a:pt x="353318" y="147666"/>
                </a:lnTo>
                <a:lnTo>
                  <a:pt x="286048" y="147666"/>
                </a:lnTo>
                <a:lnTo>
                  <a:pt x="270450" y="144893"/>
                </a:lnTo>
                <a:lnTo>
                  <a:pt x="258302" y="137089"/>
                </a:lnTo>
                <a:lnTo>
                  <a:pt x="250417" y="125021"/>
                </a:lnTo>
                <a:lnTo>
                  <a:pt x="247608" y="109460"/>
                </a:lnTo>
                <a:lnTo>
                  <a:pt x="250409" y="93137"/>
                </a:lnTo>
                <a:lnTo>
                  <a:pt x="258243" y="80308"/>
                </a:lnTo>
                <a:lnTo>
                  <a:pt x="270252" y="71917"/>
                </a:lnTo>
                <a:lnTo>
                  <a:pt x="285579" y="68910"/>
                </a:lnTo>
                <a:lnTo>
                  <a:pt x="353318" y="68910"/>
                </a:lnTo>
                <a:lnTo>
                  <a:pt x="353318" y="60707"/>
                </a:lnTo>
                <a:lnTo>
                  <a:pt x="324722" y="60707"/>
                </a:lnTo>
                <a:lnTo>
                  <a:pt x="316181" y="51489"/>
                </a:lnTo>
                <a:lnTo>
                  <a:pt x="306498" y="45149"/>
                </a:lnTo>
                <a:lnTo>
                  <a:pt x="295321" y="41490"/>
                </a:lnTo>
                <a:lnTo>
                  <a:pt x="282297" y="40315"/>
                </a:lnTo>
                <a:close/>
              </a:path>
              <a:path w="1403985" h="455929">
                <a:moveTo>
                  <a:pt x="353318" y="156338"/>
                </a:moveTo>
                <a:lnTo>
                  <a:pt x="324722" y="156338"/>
                </a:lnTo>
                <a:lnTo>
                  <a:pt x="324722" y="173214"/>
                </a:lnTo>
                <a:lnTo>
                  <a:pt x="353318" y="173214"/>
                </a:lnTo>
                <a:lnTo>
                  <a:pt x="353318" y="156338"/>
                </a:lnTo>
                <a:close/>
              </a:path>
              <a:path w="1403985" h="455929">
                <a:moveTo>
                  <a:pt x="353318" y="68910"/>
                </a:moveTo>
                <a:lnTo>
                  <a:pt x="285579" y="68910"/>
                </a:lnTo>
                <a:lnTo>
                  <a:pt x="300942" y="71881"/>
                </a:lnTo>
                <a:lnTo>
                  <a:pt x="313032" y="80190"/>
                </a:lnTo>
                <a:lnTo>
                  <a:pt x="320946" y="92939"/>
                </a:lnTo>
                <a:lnTo>
                  <a:pt x="323703" y="108757"/>
                </a:lnTo>
                <a:lnTo>
                  <a:pt x="323745" y="109460"/>
                </a:lnTo>
                <a:lnTo>
                  <a:pt x="321217" y="124329"/>
                </a:lnTo>
                <a:lnTo>
                  <a:pt x="313794" y="136532"/>
                </a:lnTo>
                <a:lnTo>
                  <a:pt x="301931" y="144692"/>
                </a:lnTo>
                <a:lnTo>
                  <a:pt x="286048" y="147666"/>
                </a:lnTo>
                <a:lnTo>
                  <a:pt x="353318" y="147666"/>
                </a:lnTo>
                <a:lnTo>
                  <a:pt x="353318" y="68910"/>
                </a:lnTo>
                <a:close/>
              </a:path>
              <a:path w="1403985" h="455929">
                <a:moveTo>
                  <a:pt x="353318" y="43362"/>
                </a:moveTo>
                <a:lnTo>
                  <a:pt x="324722" y="43362"/>
                </a:lnTo>
                <a:lnTo>
                  <a:pt x="324722" y="60707"/>
                </a:lnTo>
                <a:lnTo>
                  <a:pt x="353318" y="60707"/>
                </a:lnTo>
                <a:lnTo>
                  <a:pt x="353318" y="43362"/>
                </a:lnTo>
                <a:close/>
              </a:path>
              <a:path w="1403985" h="455929">
                <a:moveTo>
                  <a:pt x="405155" y="43362"/>
                </a:moveTo>
                <a:lnTo>
                  <a:pt x="376559" y="43362"/>
                </a:lnTo>
                <a:lnTo>
                  <a:pt x="376559" y="173214"/>
                </a:lnTo>
                <a:lnTo>
                  <a:pt x="407733" y="173214"/>
                </a:lnTo>
                <a:lnTo>
                  <a:pt x="407733" y="101022"/>
                </a:lnTo>
                <a:lnTo>
                  <a:pt x="409454" y="87786"/>
                </a:lnTo>
                <a:lnTo>
                  <a:pt x="414647" y="78286"/>
                </a:lnTo>
                <a:lnTo>
                  <a:pt x="423357" y="72477"/>
                </a:lnTo>
                <a:lnTo>
                  <a:pt x="435625" y="70317"/>
                </a:lnTo>
                <a:lnTo>
                  <a:pt x="435625" y="56019"/>
                </a:lnTo>
                <a:lnTo>
                  <a:pt x="405155" y="56019"/>
                </a:lnTo>
                <a:lnTo>
                  <a:pt x="405155" y="43362"/>
                </a:lnTo>
                <a:close/>
              </a:path>
              <a:path w="1403985" h="455929">
                <a:moveTo>
                  <a:pt x="435625" y="40315"/>
                </a:moveTo>
                <a:lnTo>
                  <a:pt x="433281" y="40315"/>
                </a:lnTo>
                <a:lnTo>
                  <a:pt x="424404" y="41087"/>
                </a:lnTo>
                <a:lnTo>
                  <a:pt x="417284" y="43684"/>
                </a:lnTo>
                <a:lnTo>
                  <a:pt x="411132" y="48522"/>
                </a:lnTo>
                <a:lnTo>
                  <a:pt x="405155" y="56019"/>
                </a:lnTo>
                <a:lnTo>
                  <a:pt x="435625" y="56019"/>
                </a:lnTo>
                <a:lnTo>
                  <a:pt x="435625" y="40315"/>
                </a:lnTo>
                <a:close/>
              </a:path>
              <a:path w="1403985" h="455929">
                <a:moveTo>
                  <a:pt x="482811" y="0"/>
                </a:moveTo>
                <a:lnTo>
                  <a:pt x="451637" y="0"/>
                </a:lnTo>
                <a:lnTo>
                  <a:pt x="451637" y="173214"/>
                </a:lnTo>
                <a:lnTo>
                  <a:pt x="482811" y="173214"/>
                </a:lnTo>
                <a:lnTo>
                  <a:pt x="482811" y="112507"/>
                </a:lnTo>
                <a:lnTo>
                  <a:pt x="519729" y="112507"/>
                </a:lnTo>
                <a:lnTo>
                  <a:pt x="515157" y="106882"/>
                </a:lnTo>
                <a:lnTo>
                  <a:pt x="516870" y="104538"/>
                </a:lnTo>
                <a:lnTo>
                  <a:pt x="482811" y="104538"/>
                </a:lnTo>
                <a:lnTo>
                  <a:pt x="482811" y="0"/>
                </a:lnTo>
                <a:close/>
              </a:path>
              <a:path w="1403985" h="455929">
                <a:moveTo>
                  <a:pt x="519729" y="112507"/>
                </a:moveTo>
                <a:lnTo>
                  <a:pt x="482811" y="112507"/>
                </a:lnTo>
                <a:lnTo>
                  <a:pt x="527111" y="173214"/>
                </a:lnTo>
                <a:lnTo>
                  <a:pt x="569067" y="173214"/>
                </a:lnTo>
                <a:lnTo>
                  <a:pt x="519729" y="112507"/>
                </a:lnTo>
                <a:close/>
              </a:path>
              <a:path w="1403985" h="455929">
                <a:moveTo>
                  <a:pt x="561566" y="43362"/>
                </a:moveTo>
                <a:lnTo>
                  <a:pt x="524298" y="43362"/>
                </a:lnTo>
                <a:lnTo>
                  <a:pt x="482811" y="104538"/>
                </a:lnTo>
                <a:lnTo>
                  <a:pt x="516870" y="104538"/>
                </a:lnTo>
                <a:lnTo>
                  <a:pt x="561566" y="43362"/>
                </a:lnTo>
                <a:close/>
              </a:path>
              <a:path w="1403985" h="455929">
                <a:moveTo>
                  <a:pt x="638745" y="40315"/>
                </a:moveTo>
                <a:lnTo>
                  <a:pt x="611933" y="45636"/>
                </a:lnTo>
                <a:lnTo>
                  <a:pt x="590197" y="60209"/>
                </a:lnTo>
                <a:lnTo>
                  <a:pt x="575624" y="81945"/>
                </a:lnTo>
                <a:lnTo>
                  <a:pt x="570303" y="108757"/>
                </a:lnTo>
                <a:lnTo>
                  <a:pt x="575720" y="135323"/>
                </a:lnTo>
                <a:lnTo>
                  <a:pt x="590607" y="156748"/>
                </a:lnTo>
                <a:lnTo>
                  <a:pt x="612922" y="171053"/>
                </a:lnTo>
                <a:lnTo>
                  <a:pt x="640620" y="176261"/>
                </a:lnTo>
                <a:lnTo>
                  <a:pt x="660144" y="173536"/>
                </a:lnTo>
                <a:lnTo>
                  <a:pt x="678152" y="165538"/>
                </a:lnTo>
                <a:lnTo>
                  <a:pt x="692864" y="152529"/>
                </a:lnTo>
                <a:lnTo>
                  <a:pt x="695503" y="147666"/>
                </a:lnTo>
                <a:lnTo>
                  <a:pt x="639917" y="147666"/>
                </a:lnTo>
                <a:lnTo>
                  <a:pt x="627029" y="145882"/>
                </a:lnTo>
                <a:lnTo>
                  <a:pt x="616449" y="140780"/>
                </a:lnTo>
                <a:lnTo>
                  <a:pt x="608637" y="132734"/>
                </a:lnTo>
                <a:lnTo>
                  <a:pt x="604055" y="122117"/>
                </a:lnTo>
                <a:lnTo>
                  <a:pt x="704609" y="122117"/>
                </a:lnTo>
                <a:lnTo>
                  <a:pt x="705546" y="117664"/>
                </a:lnTo>
                <a:lnTo>
                  <a:pt x="705781" y="114851"/>
                </a:lnTo>
                <a:lnTo>
                  <a:pt x="705781" y="110163"/>
                </a:lnTo>
                <a:lnTo>
                  <a:pt x="702991" y="94693"/>
                </a:lnTo>
                <a:lnTo>
                  <a:pt x="603118" y="94693"/>
                </a:lnTo>
                <a:lnTo>
                  <a:pt x="608230" y="83644"/>
                </a:lnTo>
                <a:lnTo>
                  <a:pt x="616068" y="75561"/>
                </a:lnTo>
                <a:lnTo>
                  <a:pt x="626454" y="70599"/>
                </a:lnTo>
                <a:lnTo>
                  <a:pt x="639214" y="68910"/>
                </a:lnTo>
                <a:lnTo>
                  <a:pt x="692320" y="68910"/>
                </a:lnTo>
                <a:lnTo>
                  <a:pt x="686766" y="60121"/>
                </a:lnTo>
                <a:lnTo>
                  <a:pt x="665535" y="45559"/>
                </a:lnTo>
                <a:lnTo>
                  <a:pt x="638745" y="40315"/>
                </a:lnTo>
                <a:close/>
              </a:path>
              <a:path w="1403985" h="455929">
                <a:moveTo>
                  <a:pt x="702499" y="134774"/>
                </a:moveTo>
                <a:lnTo>
                  <a:pt x="668513" y="134774"/>
                </a:lnTo>
                <a:lnTo>
                  <a:pt x="662495" y="140744"/>
                </a:lnTo>
                <a:lnTo>
                  <a:pt x="656061" y="144736"/>
                </a:lnTo>
                <a:lnTo>
                  <a:pt x="648703" y="146970"/>
                </a:lnTo>
                <a:lnTo>
                  <a:pt x="639917" y="147666"/>
                </a:lnTo>
                <a:lnTo>
                  <a:pt x="695503" y="147666"/>
                </a:lnTo>
                <a:lnTo>
                  <a:pt x="702499" y="134774"/>
                </a:lnTo>
                <a:close/>
              </a:path>
              <a:path w="1403985" h="455929">
                <a:moveTo>
                  <a:pt x="692320" y="68910"/>
                </a:moveTo>
                <a:lnTo>
                  <a:pt x="639214" y="68910"/>
                </a:lnTo>
                <a:lnTo>
                  <a:pt x="652365" y="70599"/>
                </a:lnTo>
                <a:lnTo>
                  <a:pt x="662858" y="75561"/>
                </a:lnTo>
                <a:lnTo>
                  <a:pt x="670494" y="83644"/>
                </a:lnTo>
                <a:lnTo>
                  <a:pt x="675076" y="94693"/>
                </a:lnTo>
                <a:lnTo>
                  <a:pt x="702991" y="94693"/>
                </a:lnTo>
                <a:lnTo>
                  <a:pt x="700745" y="82241"/>
                </a:lnTo>
                <a:lnTo>
                  <a:pt x="692320" y="68910"/>
                </a:lnTo>
                <a:close/>
              </a:path>
              <a:path w="1403985" h="455929">
                <a:moveTo>
                  <a:pt x="761718" y="71723"/>
                </a:moveTo>
                <a:lnTo>
                  <a:pt x="730544" y="71723"/>
                </a:lnTo>
                <a:lnTo>
                  <a:pt x="730544" y="173214"/>
                </a:lnTo>
                <a:lnTo>
                  <a:pt x="761718" y="173214"/>
                </a:lnTo>
                <a:lnTo>
                  <a:pt x="761718" y="71723"/>
                </a:lnTo>
                <a:close/>
              </a:path>
              <a:path w="1403985" h="455929">
                <a:moveTo>
                  <a:pt x="780469" y="43362"/>
                </a:moveTo>
                <a:lnTo>
                  <a:pt x="715308" y="43362"/>
                </a:lnTo>
                <a:lnTo>
                  <a:pt x="715308" y="71723"/>
                </a:lnTo>
                <a:lnTo>
                  <a:pt x="780469" y="71723"/>
                </a:lnTo>
                <a:lnTo>
                  <a:pt x="780469" y="43362"/>
                </a:lnTo>
                <a:close/>
              </a:path>
              <a:path w="1403985" h="455929">
                <a:moveTo>
                  <a:pt x="761718" y="0"/>
                </a:moveTo>
                <a:lnTo>
                  <a:pt x="730544" y="0"/>
                </a:lnTo>
                <a:lnTo>
                  <a:pt x="730544" y="43362"/>
                </a:lnTo>
                <a:lnTo>
                  <a:pt x="761718" y="43362"/>
                </a:lnTo>
                <a:lnTo>
                  <a:pt x="761718" y="0"/>
                </a:lnTo>
                <a:close/>
              </a:path>
              <a:path w="1403985" h="455929">
                <a:moveTo>
                  <a:pt x="222555" y="290893"/>
                </a:moveTo>
                <a:lnTo>
                  <a:pt x="196010" y="296017"/>
                </a:lnTo>
                <a:lnTo>
                  <a:pt x="175091" y="310260"/>
                </a:lnTo>
                <a:lnTo>
                  <a:pt x="161379" y="331930"/>
                </a:lnTo>
                <a:lnTo>
                  <a:pt x="156457" y="359335"/>
                </a:lnTo>
                <a:lnTo>
                  <a:pt x="161335" y="386396"/>
                </a:lnTo>
                <a:lnTo>
                  <a:pt x="174915" y="407766"/>
                </a:lnTo>
                <a:lnTo>
                  <a:pt x="195615" y="421797"/>
                </a:lnTo>
                <a:lnTo>
                  <a:pt x="221852" y="426840"/>
                </a:lnTo>
                <a:lnTo>
                  <a:pt x="234557" y="425704"/>
                </a:lnTo>
                <a:lnTo>
                  <a:pt x="245613" y="422152"/>
                </a:lnTo>
                <a:lnTo>
                  <a:pt x="255571" y="415962"/>
                </a:lnTo>
                <a:lnTo>
                  <a:pt x="264980" y="406916"/>
                </a:lnTo>
                <a:lnTo>
                  <a:pt x="293576" y="406916"/>
                </a:lnTo>
                <a:lnTo>
                  <a:pt x="293576" y="398244"/>
                </a:lnTo>
                <a:lnTo>
                  <a:pt x="226305" y="398244"/>
                </a:lnTo>
                <a:lnTo>
                  <a:pt x="210707" y="395472"/>
                </a:lnTo>
                <a:lnTo>
                  <a:pt x="198559" y="387667"/>
                </a:lnTo>
                <a:lnTo>
                  <a:pt x="190674" y="375600"/>
                </a:lnTo>
                <a:lnTo>
                  <a:pt x="187865" y="360038"/>
                </a:lnTo>
                <a:lnTo>
                  <a:pt x="190667" y="343715"/>
                </a:lnTo>
                <a:lnTo>
                  <a:pt x="198501" y="330886"/>
                </a:lnTo>
                <a:lnTo>
                  <a:pt x="210510" y="322496"/>
                </a:lnTo>
                <a:lnTo>
                  <a:pt x="225837" y="319489"/>
                </a:lnTo>
                <a:lnTo>
                  <a:pt x="293576" y="319489"/>
                </a:lnTo>
                <a:lnTo>
                  <a:pt x="293576" y="311285"/>
                </a:lnTo>
                <a:lnTo>
                  <a:pt x="264980" y="311285"/>
                </a:lnTo>
                <a:lnTo>
                  <a:pt x="256439" y="302067"/>
                </a:lnTo>
                <a:lnTo>
                  <a:pt x="246756" y="295727"/>
                </a:lnTo>
                <a:lnTo>
                  <a:pt x="235579" y="292069"/>
                </a:lnTo>
                <a:lnTo>
                  <a:pt x="222555" y="290893"/>
                </a:lnTo>
                <a:close/>
              </a:path>
              <a:path w="1403985" h="455929">
                <a:moveTo>
                  <a:pt x="33752" y="250578"/>
                </a:moveTo>
                <a:lnTo>
                  <a:pt x="0" y="250578"/>
                </a:lnTo>
                <a:lnTo>
                  <a:pt x="67504" y="423793"/>
                </a:lnTo>
                <a:lnTo>
                  <a:pt x="93756" y="423793"/>
                </a:lnTo>
                <a:lnTo>
                  <a:pt x="109812" y="382305"/>
                </a:lnTo>
                <a:lnTo>
                  <a:pt x="80395" y="382305"/>
                </a:lnTo>
                <a:lnTo>
                  <a:pt x="33752" y="250578"/>
                </a:lnTo>
                <a:close/>
              </a:path>
              <a:path w="1403985" h="455929">
                <a:moveTo>
                  <a:pt x="293576" y="406916"/>
                </a:moveTo>
                <a:lnTo>
                  <a:pt x="264980" y="406916"/>
                </a:lnTo>
                <a:lnTo>
                  <a:pt x="264980" y="423793"/>
                </a:lnTo>
                <a:lnTo>
                  <a:pt x="293576" y="423793"/>
                </a:lnTo>
                <a:lnTo>
                  <a:pt x="293576" y="406916"/>
                </a:lnTo>
                <a:close/>
              </a:path>
              <a:path w="1403985" h="455929">
                <a:moveTo>
                  <a:pt x="293576" y="319489"/>
                </a:moveTo>
                <a:lnTo>
                  <a:pt x="225837" y="319489"/>
                </a:lnTo>
                <a:lnTo>
                  <a:pt x="241200" y="322459"/>
                </a:lnTo>
                <a:lnTo>
                  <a:pt x="253290" y="330769"/>
                </a:lnTo>
                <a:lnTo>
                  <a:pt x="261204" y="343517"/>
                </a:lnTo>
                <a:lnTo>
                  <a:pt x="263961" y="359335"/>
                </a:lnTo>
                <a:lnTo>
                  <a:pt x="264003" y="360038"/>
                </a:lnTo>
                <a:lnTo>
                  <a:pt x="261475" y="374908"/>
                </a:lnTo>
                <a:lnTo>
                  <a:pt x="254051" y="387110"/>
                </a:lnTo>
                <a:lnTo>
                  <a:pt x="242189" y="395270"/>
                </a:lnTo>
                <a:lnTo>
                  <a:pt x="226305" y="398244"/>
                </a:lnTo>
                <a:lnTo>
                  <a:pt x="293576" y="398244"/>
                </a:lnTo>
                <a:lnTo>
                  <a:pt x="293576" y="319489"/>
                </a:lnTo>
                <a:close/>
              </a:path>
              <a:path w="1403985" h="455929">
                <a:moveTo>
                  <a:pt x="160791" y="250578"/>
                </a:moveTo>
                <a:lnTo>
                  <a:pt x="127039" y="250578"/>
                </a:lnTo>
                <a:lnTo>
                  <a:pt x="80395" y="382305"/>
                </a:lnTo>
                <a:lnTo>
                  <a:pt x="109812" y="382305"/>
                </a:lnTo>
                <a:lnTo>
                  <a:pt x="160791" y="250578"/>
                </a:lnTo>
                <a:close/>
              </a:path>
              <a:path w="1403985" h="455929">
                <a:moveTo>
                  <a:pt x="293576" y="293940"/>
                </a:moveTo>
                <a:lnTo>
                  <a:pt x="264980" y="293940"/>
                </a:lnTo>
                <a:lnTo>
                  <a:pt x="264980" y="311285"/>
                </a:lnTo>
                <a:lnTo>
                  <a:pt x="293576" y="311285"/>
                </a:lnTo>
                <a:lnTo>
                  <a:pt x="293576" y="293940"/>
                </a:lnTo>
                <a:close/>
              </a:path>
              <a:path w="1403985" h="455929">
                <a:moveTo>
                  <a:pt x="347991" y="250578"/>
                </a:moveTo>
                <a:lnTo>
                  <a:pt x="316817" y="250578"/>
                </a:lnTo>
                <a:lnTo>
                  <a:pt x="316817" y="423793"/>
                </a:lnTo>
                <a:lnTo>
                  <a:pt x="347991" y="423793"/>
                </a:lnTo>
                <a:lnTo>
                  <a:pt x="347991" y="250578"/>
                </a:lnTo>
                <a:close/>
              </a:path>
              <a:path w="1403985" h="455929">
                <a:moveTo>
                  <a:pt x="404299" y="293940"/>
                </a:moveTo>
                <a:lnTo>
                  <a:pt x="373125" y="293940"/>
                </a:lnTo>
                <a:lnTo>
                  <a:pt x="373125" y="363554"/>
                </a:lnTo>
                <a:lnTo>
                  <a:pt x="376601" y="392725"/>
                </a:lnTo>
                <a:lnTo>
                  <a:pt x="386515" y="412337"/>
                </a:lnTo>
                <a:lnTo>
                  <a:pt x="402098" y="423379"/>
                </a:lnTo>
                <a:lnTo>
                  <a:pt x="422582" y="426840"/>
                </a:lnTo>
                <a:lnTo>
                  <a:pt x="433382" y="426038"/>
                </a:lnTo>
                <a:lnTo>
                  <a:pt x="442710" y="423412"/>
                </a:lnTo>
                <a:lnTo>
                  <a:pt x="451291" y="418632"/>
                </a:lnTo>
                <a:lnTo>
                  <a:pt x="459850" y="411370"/>
                </a:lnTo>
                <a:lnTo>
                  <a:pt x="488680" y="411370"/>
                </a:lnTo>
                <a:lnTo>
                  <a:pt x="488680" y="398244"/>
                </a:lnTo>
                <a:lnTo>
                  <a:pt x="428910" y="398244"/>
                </a:lnTo>
                <a:lnTo>
                  <a:pt x="418736" y="396717"/>
                </a:lnTo>
                <a:lnTo>
                  <a:pt x="410980" y="390773"/>
                </a:lnTo>
                <a:lnTo>
                  <a:pt x="406035" y="378368"/>
                </a:lnTo>
                <a:lnTo>
                  <a:pt x="404299" y="357460"/>
                </a:lnTo>
                <a:lnTo>
                  <a:pt x="404299" y="293940"/>
                </a:lnTo>
                <a:close/>
              </a:path>
              <a:path w="1403985" h="455929">
                <a:moveTo>
                  <a:pt x="488680" y="411370"/>
                </a:moveTo>
                <a:lnTo>
                  <a:pt x="459850" y="411370"/>
                </a:lnTo>
                <a:lnTo>
                  <a:pt x="459850" y="423793"/>
                </a:lnTo>
                <a:lnTo>
                  <a:pt x="488680" y="423793"/>
                </a:lnTo>
                <a:lnTo>
                  <a:pt x="488680" y="411370"/>
                </a:lnTo>
                <a:close/>
              </a:path>
              <a:path w="1403985" h="455929">
                <a:moveTo>
                  <a:pt x="488680" y="293940"/>
                </a:moveTo>
                <a:lnTo>
                  <a:pt x="457506" y="293940"/>
                </a:lnTo>
                <a:lnTo>
                  <a:pt x="457449" y="357460"/>
                </a:lnTo>
                <a:lnTo>
                  <a:pt x="457231" y="366480"/>
                </a:lnTo>
                <a:lnTo>
                  <a:pt x="428910" y="398244"/>
                </a:lnTo>
                <a:lnTo>
                  <a:pt x="488680" y="398244"/>
                </a:lnTo>
                <a:lnTo>
                  <a:pt x="488680" y="293940"/>
                </a:lnTo>
                <a:close/>
              </a:path>
              <a:path w="1403985" h="455929">
                <a:moveTo>
                  <a:pt x="576485" y="290893"/>
                </a:moveTo>
                <a:lnTo>
                  <a:pt x="549673" y="296215"/>
                </a:lnTo>
                <a:lnTo>
                  <a:pt x="527937" y="310787"/>
                </a:lnTo>
                <a:lnTo>
                  <a:pt x="513364" y="332523"/>
                </a:lnTo>
                <a:lnTo>
                  <a:pt x="508043" y="359335"/>
                </a:lnTo>
                <a:lnTo>
                  <a:pt x="513460" y="385902"/>
                </a:lnTo>
                <a:lnTo>
                  <a:pt x="528347" y="407327"/>
                </a:lnTo>
                <a:lnTo>
                  <a:pt x="550662" y="421632"/>
                </a:lnTo>
                <a:lnTo>
                  <a:pt x="578360" y="426840"/>
                </a:lnTo>
                <a:lnTo>
                  <a:pt x="597884" y="424115"/>
                </a:lnTo>
                <a:lnTo>
                  <a:pt x="615892" y="416116"/>
                </a:lnTo>
                <a:lnTo>
                  <a:pt x="630604" y="403108"/>
                </a:lnTo>
                <a:lnTo>
                  <a:pt x="633243" y="398244"/>
                </a:lnTo>
                <a:lnTo>
                  <a:pt x="577657" y="398244"/>
                </a:lnTo>
                <a:lnTo>
                  <a:pt x="564769" y="396460"/>
                </a:lnTo>
                <a:lnTo>
                  <a:pt x="554189" y="391359"/>
                </a:lnTo>
                <a:lnTo>
                  <a:pt x="546377" y="383313"/>
                </a:lnTo>
                <a:lnTo>
                  <a:pt x="541795" y="372695"/>
                </a:lnTo>
                <a:lnTo>
                  <a:pt x="642349" y="372695"/>
                </a:lnTo>
                <a:lnTo>
                  <a:pt x="643286" y="368242"/>
                </a:lnTo>
                <a:lnTo>
                  <a:pt x="643521" y="365429"/>
                </a:lnTo>
                <a:lnTo>
                  <a:pt x="643521" y="360742"/>
                </a:lnTo>
                <a:lnTo>
                  <a:pt x="640731" y="345272"/>
                </a:lnTo>
                <a:lnTo>
                  <a:pt x="540858" y="345272"/>
                </a:lnTo>
                <a:lnTo>
                  <a:pt x="545970" y="334222"/>
                </a:lnTo>
                <a:lnTo>
                  <a:pt x="553808" y="326140"/>
                </a:lnTo>
                <a:lnTo>
                  <a:pt x="564194" y="321177"/>
                </a:lnTo>
                <a:lnTo>
                  <a:pt x="576954" y="319489"/>
                </a:lnTo>
                <a:lnTo>
                  <a:pt x="630060" y="319489"/>
                </a:lnTo>
                <a:lnTo>
                  <a:pt x="624506" y="310699"/>
                </a:lnTo>
                <a:lnTo>
                  <a:pt x="603275" y="296138"/>
                </a:lnTo>
                <a:lnTo>
                  <a:pt x="576485" y="290893"/>
                </a:lnTo>
                <a:close/>
              </a:path>
              <a:path w="1403985" h="455929">
                <a:moveTo>
                  <a:pt x="640239" y="385353"/>
                </a:moveTo>
                <a:lnTo>
                  <a:pt x="606253" y="385353"/>
                </a:lnTo>
                <a:lnTo>
                  <a:pt x="600235" y="391322"/>
                </a:lnTo>
                <a:lnTo>
                  <a:pt x="593801" y="395314"/>
                </a:lnTo>
                <a:lnTo>
                  <a:pt x="586443" y="397548"/>
                </a:lnTo>
                <a:lnTo>
                  <a:pt x="577657" y="398244"/>
                </a:lnTo>
                <a:lnTo>
                  <a:pt x="633243" y="398244"/>
                </a:lnTo>
                <a:lnTo>
                  <a:pt x="640239" y="385353"/>
                </a:lnTo>
                <a:close/>
              </a:path>
              <a:path w="1403985" h="455929">
                <a:moveTo>
                  <a:pt x="630060" y="319489"/>
                </a:moveTo>
                <a:lnTo>
                  <a:pt x="576954" y="319489"/>
                </a:lnTo>
                <a:lnTo>
                  <a:pt x="590105" y="321177"/>
                </a:lnTo>
                <a:lnTo>
                  <a:pt x="600598" y="326140"/>
                </a:lnTo>
                <a:lnTo>
                  <a:pt x="608234" y="334222"/>
                </a:lnTo>
                <a:lnTo>
                  <a:pt x="612816" y="345272"/>
                </a:lnTo>
                <a:lnTo>
                  <a:pt x="640731" y="345272"/>
                </a:lnTo>
                <a:lnTo>
                  <a:pt x="638485" y="332820"/>
                </a:lnTo>
                <a:lnTo>
                  <a:pt x="630060" y="319489"/>
                </a:lnTo>
                <a:close/>
              </a:path>
              <a:path w="1403985" h="455929">
                <a:moveTo>
                  <a:pt x="798435" y="250578"/>
                </a:moveTo>
                <a:lnTo>
                  <a:pt x="771652" y="267117"/>
                </a:lnTo>
                <a:lnTo>
                  <a:pt x="751351" y="290952"/>
                </a:lnTo>
                <a:lnTo>
                  <a:pt x="738478" y="320324"/>
                </a:lnTo>
                <a:lnTo>
                  <a:pt x="733977" y="353475"/>
                </a:lnTo>
                <a:lnTo>
                  <a:pt x="738610" y="385960"/>
                </a:lnTo>
                <a:lnTo>
                  <a:pt x="751703" y="415940"/>
                </a:lnTo>
                <a:lnTo>
                  <a:pt x="772047" y="440295"/>
                </a:lnTo>
                <a:lnTo>
                  <a:pt x="798435" y="455904"/>
                </a:lnTo>
                <a:lnTo>
                  <a:pt x="798435" y="421917"/>
                </a:lnTo>
                <a:lnTo>
                  <a:pt x="785199" y="409839"/>
                </a:lnTo>
                <a:lnTo>
                  <a:pt x="774820" y="393322"/>
                </a:lnTo>
                <a:lnTo>
                  <a:pt x="768044" y="373992"/>
                </a:lnTo>
                <a:lnTo>
                  <a:pt x="765620" y="353475"/>
                </a:lnTo>
                <a:lnTo>
                  <a:pt x="767748" y="333014"/>
                </a:lnTo>
                <a:lnTo>
                  <a:pt x="774029" y="314420"/>
                </a:lnTo>
                <a:lnTo>
                  <a:pt x="784309" y="298068"/>
                </a:lnTo>
                <a:lnTo>
                  <a:pt x="798435" y="284330"/>
                </a:lnTo>
                <a:lnTo>
                  <a:pt x="798435" y="250578"/>
                </a:lnTo>
                <a:close/>
              </a:path>
              <a:path w="1403985" h="455929">
                <a:moveTo>
                  <a:pt x="919633" y="276126"/>
                </a:moveTo>
                <a:lnTo>
                  <a:pt x="871303" y="276126"/>
                </a:lnTo>
                <a:lnTo>
                  <a:pt x="881253" y="278199"/>
                </a:lnTo>
                <a:lnTo>
                  <a:pt x="889204" y="283920"/>
                </a:lnTo>
                <a:lnTo>
                  <a:pt x="894474" y="292541"/>
                </a:lnTo>
                <a:lnTo>
                  <a:pt x="896382" y="303316"/>
                </a:lnTo>
                <a:lnTo>
                  <a:pt x="895247" y="311604"/>
                </a:lnTo>
                <a:lnTo>
                  <a:pt x="891695" y="319870"/>
                </a:lnTo>
                <a:lnTo>
                  <a:pt x="885505" y="328531"/>
                </a:lnTo>
                <a:lnTo>
                  <a:pt x="876459" y="338006"/>
                </a:lnTo>
                <a:lnTo>
                  <a:pt x="814814" y="396369"/>
                </a:lnTo>
                <a:lnTo>
                  <a:pt x="814814" y="423793"/>
                </a:lnTo>
                <a:lnTo>
                  <a:pt x="926853" y="423793"/>
                </a:lnTo>
                <a:lnTo>
                  <a:pt x="926853" y="394494"/>
                </a:lnTo>
                <a:lnTo>
                  <a:pt x="858645" y="394494"/>
                </a:lnTo>
                <a:lnTo>
                  <a:pt x="894038" y="362382"/>
                </a:lnTo>
                <a:lnTo>
                  <a:pt x="910351" y="346239"/>
                </a:lnTo>
                <a:lnTo>
                  <a:pt x="920642" y="332204"/>
                </a:lnTo>
                <a:lnTo>
                  <a:pt x="926011" y="318610"/>
                </a:lnTo>
                <a:lnTo>
                  <a:pt x="927556" y="303785"/>
                </a:lnTo>
                <a:lnTo>
                  <a:pt x="923246" y="281547"/>
                </a:lnTo>
                <a:lnTo>
                  <a:pt x="919633" y="276126"/>
                </a:lnTo>
                <a:close/>
              </a:path>
              <a:path w="1403985" h="455929">
                <a:moveTo>
                  <a:pt x="871068" y="247531"/>
                </a:moveTo>
                <a:lnTo>
                  <a:pt x="848054" y="251743"/>
                </a:lnTo>
                <a:lnTo>
                  <a:pt x="829874" y="263997"/>
                </a:lnTo>
                <a:lnTo>
                  <a:pt x="817935" y="283722"/>
                </a:lnTo>
                <a:lnTo>
                  <a:pt x="813642" y="310348"/>
                </a:lnTo>
                <a:lnTo>
                  <a:pt x="844348" y="310348"/>
                </a:lnTo>
                <a:lnTo>
                  <a:pt x="846285" y="296299"/>
                </a:lnTo>
                <a:lnTo>
                  <a:pt x="851760" y="285502"/>
                </a:lnTo>
                <a:lnTo>
                  <a:pt x="860268" y="278573"/>
                </a:lnTo>
                <a:lnTo>
                  <a:pt x="871303" y="276126"/>
                </a:lnTo>
                <a:lnTo>
                  <a:pt x="919633" y="276126"/>
                </a:lnTo>
                <a:lnTo>
                  <a:pt x="911354" y="263704"/>
                </a:lnTo>
                <a:lnTo>
                  <a:pt x="893441" y="251838"/>
                </a:lnTo>
                <a:lnTo>
                  <a:pt x="871068" y="247531"/>
                </a:lnTo>
                <a:close/>
              </a:path>
              <a:path w="1403985" h="455929">
                <a:moveTo>
                  <a:pt x="1001992" y="247531"/>
                </a:moveTo>
                <a:lnTo>
                  <a:pt x="977879" y="251691"/>
                </a:lnTo>
                <a:lnTo>
                  <a:pt x="959567" y="263587"/>
                </a:lnTo>
                <a:lnTo>
                  <a:pt x="947935" y="282338"/>
                </a:lnTo>
                <a:lnTo>
                  <a:pt x="943863" y="307066"/>
                </a:lnTo>
                <a:lnTo>
                  <a:pt x="943863" y="365898"/>
                </a:lnTo>
                <a:lnTo>
                  <a:pt x="948155" y="391835"/>
                </a:lnTo>
                <a:lnTo>
                  <a:pt x="960270" y="410960"/>
                </a:lnTo>
                <a:lnTo>
                  <a:pt x="979065" y="422789"/>
                </a:lnTo>
                <a:lnTo>
                  <a:pt x="1003398" y="426840"/>
                </a:lnTo>
                <a:lnTo>
                  <a:pt x="1026563" y="422789"/>
                </a:lnTo>
                <a:lnTo>
                  <a:pt x="1044387" y="410960"/>
                </a:lnTo>
                <a:lnTo>
                  <a:pt x="1052002" y="398244"/>
                </a:lnTo>
                <a:lnTo>
                  <a:pt x="1002461" y="398244"/>
                </a:lnTo>
                <a:lnTo>
                  <a:pt x="990660" y="396076"/>
                </a:lnTo>
                <a:lnTo>
                  <a:pt x="982069" y="389689"/>
                </a:lnTo>
                <a:lnTo>
                  <a:pt x="976817" y="379258"/>
                </a:lnTo>
                <a:lnTo>
                  <a:pt x="975154" y="365898"/>
                </a:lnTo>
                <a:lnTo>
                  <a:pt x="975037" y="307066"/>
                </a:lnTo>
                <a:lnTo>
                  <a:pt x="976912" y="294123"/>
                </a:lnTo>
                <a:lnTo>
                  <a:pt x="982303" y="284389"/>
                </a:lnTo>
                <a:lnTo>
                  <a:pt x="990858" y="278258"/>
                </a:lnTo>
                <a:lnTo>
                  <a:pt x="1002226" y="276126"/>
                </a:lnTo>
                <a:lnTo>
                  <a:pt x="1052322" y="276126"/>
                </a:lnTo>
                <a:lnTo>
                  <a:pt x="1044124" y="263294"/>
                </a:lnTo>
                <a:lnTo>
                  <a:pt x="1025870" y="251633"/>
                </a:lnTo>
                <a:lnTo>
                  <a:pt x="1001992" y="247531"/>
                </a:lnTo>
                <a:close/>
              </a:path>
              <a:path w="1403985" h="455929">
                <a:moveTo>
                  <a:pt x="1052322" y="276126"/>
                </a:moveTo>
                <a:lnTo>
                  <a:pt x="1002226" y="276126"/>
                </a:lnTo>
                <a:lnTo>
                  <a:pt x="1013484" y="278159"/>
                </a:lnTo>
                <a:lnTo>
                  <a:pt x="1021798" y="284125"/>
                </a:lnTo>
                <a:lnTo>
                  <a:pt x="1026947" y="293827"/>
                </a:lnTo>
                <a:lnTo>
                  <a:pt x="1028712" y="307066"/>
                </a:lnTo>
                <a:lnTo>
                  <a:pt x="1028684" y="365898"/>
                </a:lnTo>
                <a:lnTo>
                  <a:pt x="1026951" y="380148"/>
                </a:lnTo>
                <a:lnTo>
                  <a:pt x="1021827" y="390304"/>
                </a:lnTo>
                <a:lnTo>
                  <a:pt x="1013583" y="396285"/>
                </a:lnTo>
                <a:lnTo>
                  <a:pt x="1002461" y="398244"/>
                </a:lnTo>
                <a:lnTo>
                  <a:pt x="1052002" y="398244"/>
                </a:lnTo>
                <a:lnTo>
                  <a:pt x="1055839" y="391835"/>
                </a:lnTo>
                <a:lnTo>
                  <a:pt x="1059886" y="365898"/>
                </a:lnTo>
                <a:lnTo>
                  <a:pt x="1059886" y="305425"/>
                </a:lnTo>
                <a:lnTo>
                  <a:pt x="1055784" y="281547"/>
                </a:lnTo>
                <a:lnTo>
                  <a:pt x="1052322" y="276126"/>
                </a:lnTo>
                <a:close/>
              </a:path>
              <a:path w="1403985" h="455929">
                <a:moveTo>
                  <a:pt x="1102913" y="371289"/>
                </a:moveTo>
                <a:lnTo>
                  <a:pt x="1071505" y="371289"/>
                </a:lnTo>
                <a:lnTo>
                  <a:pt x="1076955" y="393714"/>
                </a:lnTo>
                <a:lnTo>
                  <a:pt x="1089612" y="411282"/>
                </a:lnTo>
                <a:lnTo>
                  <a:pt x="1108158" y="422742"/>
                </a:lnTo>
                <a:lnTo>
                  <a:pt x="1131275" y="426840"/>
                </a:lnTo>
                <a:lnTo>
                  <a:pt x="1154498" y="422470"/>
                </a:lnTo>
                <a:lnTo>
                  <a:pt x="1172908" y="410344"/>
                </a:lnTo>
                <a:lnTo>
                  <a:pt x="1180878" y="398244"/>
                </a:lnTo>
                <a:lnTo>
                  <a:pt x="1131040" y="398244"/>
                </a:lnTo>
                <a:lnTo>
                  <a:pt x="1120614" y="396340"/>
                </a:lnTo>
                <a:lnTo>
                  <a:pt x="1112143" y="390919"/>
                </a:lnTo>
                <a:lnTo>
                  <a:pt x="1106089" y="382423"/>
                </a:lnTo>
                <a:lnTo>
                  <a:pt x="1102913" y="371289"/>
                </a:lnTo>
                <a:close/>
              </a:path>
              <a:path w="1403985" h="455929">
                <a:moveTo>
                  <a:pt x="1173548" y="276126"/>
                </a:moveTo>
                <a:lnTo>
                  <a:pt x="1139478" y="276126"/>
                </a:lnTo>
                <a:lnTo>
                  <a:pt x="1145807" y="282924"/>
                </a:lnTo>
                <a:lnTo>
                  <a:pt x="1145807" y="292534"/>
                </a:lnTo>
                <a:lnTo>
                  <a:pt x="1144401" y="300294"/>
                </a:lnTo>
                <a:lnTo>
                  <a:pt x="1139830" y="305748"/>
                </a:lnTo>
                <a:lnTo>
                  <a:pt x="1131568" y="309047"/>
                </a:lnTo>
                <a:lnTo>
                  <a:pt x="1119086" y="310348"/>
                </a:lnTo>
                <a:lnTo>
                  <a:pt x="1119086" y="340350"/>
                </a:lnTo>
                <a:lnTo>
                  <a:pt x="1124243" y="340350"/>
                </a:lnTo>
                <a:lnTo>
                  <a:pt x="1138255" y="342419"/>
                </a:lnTo>
                <a:lnTo>
                  <a:pt x="1148971" y="348290"/>
                </a:lnTo>
                <a:lnTo>
                  <a:pt x="1155820" y="357456"/>
                </a:lnTo>
                <a:lnTo>
                  <a:pt x="1158230" y="369414"/>
                </a:lnTo>
                <a:lnTo>
                  <a:pt x="1156190" y="380939"/>
                </a:lnTo>
                <a:lnTo>
                  <a:pt x="1150524" y="390070"/>
                </a:lnTo>
                <a:lnTo>
                  <a:pt x="1141914" y="396080"/>
                </a:lnTo>
                <a:lnTo>
                  <a:pt x="1131040" y="398244"/>
                </a:lnTo>
                <a:lnTo>
                  <a:pt x="1180878" y="398244"/>
                </a:lnTo>
                <a:lnTo>
                  <a:pt x="1185034" y="391934"/>
                </a:lnTo>
                <a:lnTo>
                  <a:pt x="1189404" y="368711"/>
                </a:lnTo>
                <a:lnTo>
                  <a:pt x="1187697" y="353640"/>
                </a:lnTo>
                <a:lnTo>
                  <a:pt x="1182606" y="341141"/>
                </a:lnTo>
                <a:lnTo>
                  <a:pt x="1174176" y="331234"/>
                </a:lnTo>
                <a:lnTo>
                  <a:pt x="1162449" y="323942"/>
                </a:lnTo>
                <a:lnTo>
                  <a:pt x="1168971" y="318104"/>
                </a:lnTo>
                <a:lnTo>
                  <a:pt x="1173494" y="311344"/>
                </a:lnTo>
                <a:lnTo>
                  <a:pt x="1176128" y="303440"/>
                </a:lnTo>
                <a:lnTo>
                  <a:pt x="1176981" y="294175"/>
                </a:lnTo>
                <a:lnTo>
                  <a:pt x="1173548" y="276126"/>
                </a:lnTo>
                <a:close/>
              </a:path>
              <a:path w="1403985" h="455929">
                <a:moveTo>
                  <a:pt x="1130337" y="247531"/>
                </a:moveTo>
                <a:lnTo>
                  <a:pt x="1113304" y="250333"/>
                </a:lnTo>
                <a:lnTo>
                  <a:pt x="1099192" y="258694"/>
                </a:lnTo>
                <a:lnTo>
                  <a:pt x="1089169" y="272548"/>
                </a:lnTo>
                <a:lnTo>
                  <a:pt x="1084397" y="291831"/>
                </a:lnTo>
                <a:lnTo>
                  <a:pt x="1116039" y="291831"/>
                </a:lnTo>
                <a:lnTo>
                  <a:pt x="1117446" y="281049"/>
                </a:lnTo>
                <a:lnTo>
                  <a:pt x="1122133" y="276126"/>
                </a:lnTo>
                <a:lnTo>
                  <a:pt x="1173548" y="276126"/>
                </a:lnTo>
                <a:lnTo>
                  <a:pt x="1173450" y="275614"/>
                </a:lnTo>
                <a:lnTo>
                  <a:pt x="1163679" y="260833"/>
                </a:lnTo>
                <a:lnTo>
                  <a:pt x="1148898" y="251061"/>
                </a:lnTo>
                <a:lnTo>
                  <a:pt x="1130337" y="247531"/>
                </a:lnTo>
                <a:close/>
              </a:path>
              <a:path w="1403985" h="455929">
                <a:moveTo>
                  <a:pt x="1264308" y="247531"/>
                </a:moveTo>
                <a:lnTo>
                  <a:pt x="1240195" y="251691"/>
                </a:lnTo>
                <a:lnTo>
                  <a:pt x="1221883" y="263587"/>
                </a:lnTo>
                <a:lnTo>
                  <a:pt x="1210251" y="282338"/>
                </a:lnTo>
                <a:lnTo>
                  <a:pt x="1206179" y="307066"/>
                </a:lnTo>
                <a:lnTo>
                  <a:pt x="1206179" y="365898"/>
                </a:lnTo>
                <a:lnTo>
                  <a:pt x="1210471" y="391835"/>
                </a:lnTo>
                <a:lnTo>
                  <a:pt x="1222586" y="410960"/>
                </a:lnTo>
                <a:lnTo>
                  <a:pt x="1241381" y="422789"/>
                </a:lnTo>
                <a:lnTo>
                  <a:pt x="1265714" y="426840"/>
                </a:lnTo>
                <a:lnTo>
                  <a:pt x="1288879" y="422789"/>
                </a:lnTo>
                <a:lnTo>
                  <a:pt x="1306703" y="410960"/>
                </a:lnTo>
                <a:lnTo>
                  <a:pt x="1314318" y="398244"/>
                </a:lnTo>
                <a:lnTo>
                  <a:pt x="1264777" y="398244"/>
                </a:lnTo>
                <a:lnTo>
                  <a:pt x="1252976" y="396076"/>
                </a:lnTo>
                <a:lnTo>
                  <a:pt x="1244385" y="389689"/>
                </a:lnTo>
                <a:lnTo>
                  <a:pt x="1239133" y="379258"/>
                </a:lnTo>
                <a:lnTo>
                  <a:pt x="1237470" y="365898"/>
                </a:lnTo>
                <a:lnTo>
                  <a:pt x="1237353" y="307066"/>
                </a:lnTo>
                <a:lnTo>
                  <a:pt x="1239228" y="294123"/>
                </a:lnTo>
                <a:lnTo>
                  <a:pt x="1244619" y="284389"/>
                </a:lnTo>
                <a:lnTo>
                  <a:pt x="1253174" y="278258"/>
                </a:lnTo>
                <a:lnTo>
                  <a:pt x="1264542" y="276126"/>
                </a:lnTo>
                <a:lnTo>
                  <a:pt x="1314638" y="276126"/>
                </a:lnTo>
                <a:lnTo>
                  <a:pt x="1306439" y="263294"/>
                </a:lnTo>
                <a:lnTo>
                  <a:pt x="1288186" y="251633"/>
                </a:lnTo>
                <a:lnTo>
                  <a:pt x="1264308" y="247531"/>
                </a:lnTo>
                <a:close/>
              </a:path>
              <a:path w="1403985" h="455929">
                <a:moveTo>
                  <a:pt x="1314638" y="276126"/>
                </a:moveTo>
                <a:lnTo>
                  <a:pt x="1264542" y="276126"/>
                </a:lnTo>
                <a:lnTo>
                  <a:pt x="1275800" y="278159"/>
                </a:lnTo>
                <a:lnTo>
                  <a:pt x="1284114" y="284125"/>
                </a:lnTo>
                <a:lnTo>
                  <a:pt x="1289263" y="293827"/>
                </a:lnTo>
                <a:lnTo>
                  <a:pt x="1291028" y="307066"/>
                </a:lnTo>
                <a:lnTo>
                  <a:pt x="1291000" y="365898"/>
                </a:lnTo>
                <a:lnTo>
                  <a:pt x="1289267" y="380148"/>
                </a:lnTo>
                <a:lnTo>
                  <a:pt x="1284143" y="390304"/>
                </a:lnTo>
                <a:lnTo>
                  <a:pt x="1275899" y="396285"/>
                </a:lnTo>
                <a:lnTo>
                  <a:pt x="1264777" y="398244"/>
                </a:lnTo>
                <a:lnTo>
                  <a:pt x="1314318" y="398244"/>
                </a:lnTo>
                <a:lnTo>
                  <a:pt x="1318155" y="391835"/>
                </a:lnTo>
                <a:lnTo>
                  <a:pt x="1322202" y="365898"/>
                </a:lnTo>
                <a:lnTo>
                  <a:pt x="1322202" y="305425"/>
                </a:lnTo>
                <a:lnTo>
                  <a:pt x="1318100" y="281547"/>
                </a:lnTo>
                <a:lnTo>
                  <a:pt x="1314638" y="276126"/>
                </a:lnTo>
                <a:close/>
              </a:path>
              <a:path w="1403985" h="455929">
                <a:moveTo>
                  <a:pt x="1338978" y="250578"/>
                </a:moveTo>
                <a:lnTo>
                  <a:pt x="1338978" y="284565"/>
                </a:lnTo>
                <a:lnTo>
                  <a:pt x="1352213" y="296643"/>
                </a:lnTo>
                <a:lnTo>
                  <a:pt x="1362593" y="313160"/>
                </a:lnTo>
                <a:lnTo>
                  <a:pt x="1369368" y="332490"/>
                </a:lnTo>
                <a:lnTo>
                  <a:pt x="1371792" y="353007"/>
                </a:lnTo>
                <a:lnTo>
                  <a:pt x="1369665" y="373468"/>
                </a:lnTo>
                <a:lnTo>
                  <a:pt x="1363384" y="392062"/>
                </a:lnTo>
                <a:lnTo>
                  <a:pt x="1353103" y="408414"/>
                </a:lnTo>
                <a:lnTo>
                  <a:pt x="1338978" y="422152"/>
                </a:lnTo>
                <a:lnTo>
                  <a:pt x="1338978" y="455904"/>
                </a:lnTo>
                <a:lnTo>
                  <a:pt x="1365760" y="439365"/>
                </a:lnTo>
                <a:lnTo>
                  <a:pt x="1386061" y="415530"/>
                </a:lnTo>
                <a:lnTo>
                  <a:pt x="1398934" y="386158"/>
                </a:lnTo>
                <a:lnTo>
                  <a:pt x="1403435" y="353007"/>
                </a:lnTo>
                <a:lnTo>
                  <a:pt x="1398802" y="320620"/>
                </a:lnTo>
                <a:lnTo>
                  <a:pt x="1385709" y="290629"/>
                </a:lnTo>
                <a:lnTo>
                  <a:pt x="1365365" y="266220"/>
                </a:lnTo>
                <a:lnTo>
                  <a:pt x="1338978" y="2505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37935" y="7218277"/>
            <a:ext cx="1284855" cy="313878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844960" y="6338100"/>
            <a:ext cx="988060" cy="156845"/>
          </a:xfrm>
          <a:custGeom>
            <a:avLst/>
            <a:gdLst/>
            <a:ahLst/>
            <a:cxnLst/>
            <a:rect l="l" t="t" r="r" b="b"/>
            <a:pathLst>
              <a:path w="988060" h="156845">
                <a:moveTo>
                  <a:pt x="92636" y="24992"/>
                </a:moveTo>
                <a:lnTo>
                  <a:pt x="50395" y="24992"/>
                </a:lnTo>
                <a:lnTo>
                  <a:pt x="59092" y="26804"/>
                </a:lnTo>
                <a:lnTo>
                  <a:pt x="66041" y="31804"/>
                </a:lnTo>
                <a:lnTo>
                  <a:pt x="70647" y="39339"/>
                </a:lnTo>
                <a:lnTo>
                  <a:pt x="72315" y="48756"/>
                </a:lnTo>
                <a:lnTo>
                  <a:pt x="71322" y="56000"/>
                </a:lnTo>
                <a:lnTo>
                  <a:pt x="68218" y="63224"/>
                </a:lnTo>
                <a:lnTo>
                  <a:pt x="62808" y="70794"/>
                </a:lnTo>
                <a:lnTo>
                  <a:pt x="54902" y="79075"/>
                </a:lnTo>
                <a:lnTo>
                  <a:pt x="1024" y="130085"/>
                </a:lnTo>
                <a:lnTo>
                  <a:pt x="1024" y="154053"/>
                </a:lnTo>
                <a:lnTo>
                  <a:pt x="98946" y="154053"/>
                </a:lnTo>
                <a:lnTo>
                  <a:pt x="98946" y="128446"/>
                </a:lnTo>
                <a:lnTo>
                  <a:pt x="39332" y="128446"/>
                </a:lnTo>
                <a:lnTo>
                  <a:pt x="70266" y="100380"/>
                </a:lnTo>
                <a:lnTo>
                  <a:pt x="84523" y="86271"/>
                </a:lnTo>
                <a:lnTo>
                  <a:pt x="93518" y="74005"/>
                </a:lnTo>
                <a:lnTo>
                  <a:pt x="98210" y="62123"/>
                </a:lnTo>
                <a:lnTo>
                  <a:pt x="99561" y="49166"/>
                </a:lnTo>
                <a:lnTo>
                  <a:pt x="95793" y="29730"/>
                </a:lnTo>
                <a:lnTo>
                  <a:pt x="92636" y="24992"/>
                </a:lnTo>
                <a:close/>
              </a:path>
              <a:path w="988060" h="156845">
                <a:moveTo>
                  <a:pt x="50190" y="0"/>
                </a:moveTo>
                <a:lnTo>
                  <a:pt x="30075" y="3681"/>
                </a:lnTo>
                <a:lnTo>
                  <a:pt x="14186" y="14391"/>
                </a:lnTo>
                <a:lnTo>
                  <a:pt x="3751" y="31631"/>
                </a:lnTo>
                <a:lnTo>
                  <a:pt x="0" y="54902"/>
                </a:lnTo>
                <a:lnTo>
                  <a:pt x="26836" y="54902"/>
                </a:lnTo>
                <a:lnTo>
                  <a:pt x="28529" y="42623"/>
                </a:lnTo>
                <a:lnTo>
                  <a:pt x="33315" y="33187"/>
                </a:lnTo>
                <a:lnTo>
                  <a:pt x="40750" y="27130"/>
                </a:lnTo>
                <a:lnTo>
                  <a:pt x="50395" y="24992"/>
                </a:lnTo>
                <a:lnTo>
                  <a:pt x="92636" y="24992"/>
                </a:lnTo>
                <a:lnTo>
                  <a:pt x="85400" y="14135"/>
                </a:lnTo>
                <a:lnTo>
                  <a:pt x="69744" y="3764"/>
                </a:lnTo>
                <a:lnTo>
                  <a:pt x="50190" y="0"/>
                </a:lnTo>
                <a:close/>
              </a:path>
              <a:path w="988060" h="156845">
                <a:moveTo>
                  <a:pt x="164618" y="0"/>
                </a:moveTo>
                <a:lnTo>
                  <a:pt x="143543" y="3636"/>
                </a:lnTo>
                <a:lnTo>
                  <a:pt x="127539" y="14032"/>
                </a:lnTo>
                <a:lnTo>
                  <a:pt x="117372" y="30421"/>
                </a:lnTo>
                <a:lnTo>
                  <a:pt x="113813" y="52034"/>
                </a:lnTo>
                <a:lnTo>
                  <a:pt x="113813" y="103453"/>
                </a:lnTo>
                <a:lnTo>
                  <a:pt x="117564" y="126122"/>
                </a:lnTo>
                <a:lnTo>
                  <a:pt x="128153" y="142837"/>
                </a:lnTo>
                <a:lnTo>
                  <a:pt x="144580" y="153176"/>
                </a:lnTo>
                <a:lnTo>
                  <a:pt x="165847" y="156717"/>
                </a:lnTo>
                <a:lnTo>
                  <a:pt x="186093" y="153176"/>
                </a:lnTo>
                <a:lnTo>
                  <a:pt x="201672" y="142837"/>
                </a:lnTo>
                <a:lnTo>
                  <a:pt x="208327" y="131724"/>
                </a:lnTo>
                <a:lnTo>
                  <a:pt x="165028" y="131724"/>
                </a:lnTo>
                <a:lnTo>
                  <a:pt x="154714" y="129829"/>
                </a:lnTo>
                <a:lnTo>
                  <a:pt x="147205" y="124246"/>
                </a:lnTo>
                <a:lnTo>
                  <a:pt x="142615" y="115130"/>
                </a:lnTo>
                <a:lnTo>
                  <a:pt x="141161" y="103453"/>
                </a:lnTo>
                <a:lnTo>
                  <a:pt x="141059" y="52034"/>
                </a:lnTo>
                <a:lnTo>
                  <a:pt x="142698" y="40722"/>
                </a:lnTo>
                <a:lnTo>
                  <a:pt x="147410" y="32214"/>
                </a:lnTo>
                <a:lnTo>
                  <a:pt x="154887" y="26855"/>
                </a:lnTo>
                <a:lnTo>
                  <a:pt x="164823" y="24992"/>
                </a:lnTo>
                <a:lnTo>
                  <a:pt x="208607" y="24992"/>
                </a:lnTo>
                <a:lnTo>
                  <a:pt x="201441" y="13776"/>
                </a:lnTo>
                <a:lnTo>
                  <a:pt x="185488" y="3585"/>
                </a:lnTo>
                <a:lnTo>
                  <a:pt x="164618" y="0"/>
                </a:lnTo>
                <a:close/>
              </a:path>
              <a:path w="988060" h="156845">
                <a:moveTo>
                  <a:pt x="208607" y="24992"/>
                </a:moveTo>
                <a:lnTo>
                  <a:pt x="164823" y="24992"/>
                </a:lnTo>
                <a:lnTo>
                  <a:pt x="174662" y="26769"/>
                </a:lnTo>
                <a:lnTo>
                  <a:pt x="181929" y="31983"/>
                </a:lnTo>
                <a:lnTo>
                  <a:pt x="186429" y="40462"/>
                </a:lnTo>
                <a:lnTo>
                  <a:pt x="187972" y="52034"/>
                </a:lnTo>
                <a:lnTo>
                  <a:pt x="187947" y="103453"/>
                </a:lnTo>
                <a:lnTo>
                  <a:pt x="186432" y="115908"/>
                </a:lnTo>
                <a:lnTo>
                  <a:pt x="181954" y="124784"/>
                </a:lnTo>
                <a:lnTo>
                  <a:pt x="174749" y="130011"/>
                </a:lnTo>
                <a:lnTo>
                  <a:pt x="165028" y="131724"/>
                </a:lnTo>
                <a:lnTo>
                  <a:pt x="208327" y="131724"/>
                </a:lnTo>
                <a:lnTo>
                  <a:pt x="211681" y="126122"/>
                </a:lnTo>
                <a:lnTo>
                  <a:pt x="215218" y="103453"/>
                </a:lnTo>
                <a:lnTo>
                  <a:pt x="215218" y="50600"/>
                </a:lnTo>
                <a:lnTo>
                  <a:pt x="211633" y="29730"/>
                </a:lnTo>
                <a:lnTo>
                  <a:pt x="208607" y="24992"/>
                </a:lnTo>
                <a:close/>
              </a:path>
              <a:path w="988060" h="156845">
                <a:moveTo>
                  <a:pt x="321902" y="24992"/>
                </a:moveTo>
                <a:lnTo>
                  <a:pt x="279661" y="24992"/>
                </a:lnTo>
                <a:lnTo>
                  <a:pt x="288358" y="26804"/>
                </a:lnTo>
                <a:lnTo>
                  <a:pt x="295307" y="31804"/>
                </a:lnTo>
                <a:lnTo>
                  <a:pt x="299913" y="39339"/>
                </a:lnTo>
                <a:lnTo>
                  <a:pt x="301581" y="48756"/>
                </a:lnTo>
                <a:lnTo>
                  <a:pt x="300588" y="56000"/>
                </a:lnTo>
                <a:lnTo>
                  <a:pt x="297483" y="63224"/>
                </a:lnTo>
                <a:lnTo>
                  <a:pt x="292074" y="70794"/>
                </a:lnTo>
                <a:lnTo>
                  <a:pt x="284168" y="79075"/>
                </a:lnTo>
                <a:lnTo>
                  <a:pt x="230290" y="130085"/>
                </a:lnTo>
                <a:lnTo>
                  <a:pt x="230290" y="154053"/>
                </a:lnTo>
                <a:lnTo>
                  <a:pt x="328212" y="154053"/>
                </a:lnTo>
                <a:lnTo>
                  <a:pt x="328212" y="128446"/>
                </a:lnTo>
                <a:lnTo>
                  <a:pt x="268598" y="128446"/>
                </a:lnTo>
                <a:lnTo>
                  <a:pt x="299532" y="100380"/>
                </a:lnTo>
                <a:lnTo>
                  <a:pt x="313789" y="86271"/>
                </a:lnTo>
                <a:lnTo>
                  <a:pt x="322783" y="74005"/>
                </a:lnTo>
                <a:lnTo>
                  <a:pt x="327476" y="62123"/>
                </a:lnTo>
                <a:lnTo>
                  <a:pt x="328827" y="49166"/>
                </a:lnTo>
                <a:lnTo>
                  <a:pt x="325059" y="29730"/>
                </a:lnTo>
                <a:lnTo>
                  <a:pt x="321902" y="24992"/>
                </a:lnTo>
                <a:close/>
              </a:path>
              <a:path w="988060" h="156845">
                <a:moveTo>
                  <a:pt x="279456" y="0"/>
                </a:moveTo>
                <a:lnTo>
                  <a:pt x="259341" y="3681"/>
                </a:lnTo>
                <a:lnTo>
                  <a:pt x="243452" y="14391"/>
                </a:lnTo>
                <a:lnTo>
                  <a:pt x="233017" y="31631"/>
                </a:lnTo>
                <a:lnTo>
                  <a:pt x="229265" y="54902"/>
                </a:lnTo>
                <a:lnTo>
                  <a:pt x="256102" y="54902"/>
                </a:lnTo>
                <a:lnTo>
                  <a:pt x="257795" y="42623"/>
                </a:lnTo>
                <a:lnTo>
                  <a:pt x="262581" y="33187"/>
                </a:lnTo>
                <a:lnTo>
                  <a:pt x="270016" y="27130"/>
                </a:lnTo>
                <a:lnTo>
                  <a:pt x="279661" y="24992"/>
                </a:lnTo>
                <a:lnTo>
                  <a:pt x="321902" y="24992"/>
                </a:lnTo>
                <a:lnTo>
                  <a:pt x="314666" y="14135"/>
                </a:lnTo>
                <a:lnTo>
                  <a:pt x="299010" y="3764"/>
                </a:lnTo>
                <a:lnTo>
                  <a:pt x="279456" y="0"/>
                </a:lnTo>
                <a:close/>
              </a:path>
              <a:path w="988060" h="156845">
                <a:moveTo>
                  <a:pt x="436535" y="24992"/>
                </a:moveTo>
                <a:lnTo>
                  <a:pt x="394294" y="24992"/>
                </a:lnTo>
                <a:lnTo>
                  <a:pt x="402990" y="26804"/>
                </a:lnTo>
                <a:lnTo>
                  <a:pt x="409940" y="31804"/>
                </a:lnTo>
                <a:lnTo>
                  <a:pt x="414546" y="39339"/>
                </a:lnTo>
                <a:lnTo>
                  <a:pt x="416213" y="48756"/>
                </a:lnTo>
                <a:lnTo>
                  <a:pt x="415221" y="56000"/>
                </a:lnTo>
                <a:lnTo>
                  <a:pt x="412116" y="63224"/>
                </a:lnTo>
                <a:lnTo>
                  <a:pt x="406707" y="70794"/>
                </a:lnTo>
                <a:lnTo>
                  <a:pt x="398800" y="79075"/>
                </a:lnTo>
                <a:lnTo>
                  <a:pt x="344923" y="130085"/>
                </a:lnTo>
                <a:lnTo>
                  <a:pt x="344923" y="154053"/>
                </a:lnTo>
                <a:lnTo>
                  <a:pt x="442845" y="154053"/>
                </a:lnTo>
                <a:lnTo>
                  <a:pt x="442845" y="128446"/>
                </a:lnTo>
                <a:lnTo>
                  <a:pt x="383231" y="128446"/>
                </a:lnTo>
                <a:lnTo>
                  <a:pt x="414165" y="100380"/>
                </a:lnTo>
                <a:lnTo>
                  <a:pt x="428422" y="86271"/>
                </a:lnTo>
                <a:lnTo>
                  <a:pt x="437416" y="74005"/>
                </a:lnTo>
                <a:lnTo>
                  <a:pt x="442109" y="62123"/>
                </a:lnTo>
                <a:lnTo>
                  <a:pt x="443460" y="49166"/>
                </a:lnTo>
                <a:lnTo>
                  <a:pt x="439692" y="29730"/>
                </a:lnTo>
                <a:lnTo>
                  <a:pt x="436535" y="24992"/>
                </a:lnTo>
                <a:close/>
              </a:path>
              <a:path w="988060" h="156845">
                <a:moveTo>
                  <a:pt x="394089" y="0"/>
                </a:moveTo>
                <a:lnTo>
                  <a:pt x="373974" y="3681"/>
                </a:lnTo>
                <a:lnTo>
                  <a:pt x="358085" y="14391"/>
                </a:lnTo>
                <a:lnTo>
                  <a:pt x="347650" y="31631"/>
                </a:lnTo>
                <a:lnTo>
                  <a:pt x="343898" y="54902"/>
                </a:lnTo>
                <a:lnTo>
                  <a:pt x="370735" y="54902"/>
                </a:lnTo>
                <a:lnTo>
                  <a:pt x="372428" y="42623"/>
                </a:lnTo>
                <a:lnTo>
                  <a:pt x="377213" y="33187"/>
                </a:lnTo>
                <a:lnTo>
                  <a:pt x="384649" y="27130"/>
                </a:lnTo>
                <a:lnTo>
                  <a:pt x="394294" y="24992"/>
                </a:lnTo>
                <a:lnTo>
                  <a:pt x="436535" y="24992"/>
                </a:lnTo>
                <a:lnTo>
                  <a:pt x="429299" y="14135"/>
                </a:lnTo>
                <a:lnTo>
                  <a:pt x="413643" y="3764"/>
                </a:lnTo>
                <a:lnTo>
                  <a:pt x="394089" y="0"/>
                </a:lnTo>
                <a:close/>
              </a:path>
              <a:path w="988060" h="156845">
                <a:moveTo>
                  <a:pt x="523472" y="82967"/>
                </a:moveTo>
                <a:lnTo>
                  <a:pt x="466726" y="82967"/>
                </a:lnTo>
                <a:lnTo>
                  <a:pt x="466726" y="107141"/>
                </a:lnTo>
                <a:lnTo>
                  <a:pt x="523472" y="107141"/>
                </a:lnTo>
                <a:lnTo>
                  <a:pt x="523472" y="82967"/>
                </a:lnTo>
                <a:close/>
              </a:path>
              <a:path w="988060" h="156845">
                <a:moveTo>
                  <a:pt x="637193" y="24992"/>
                </a:moveTo>
                <a:lnTo>
                  <a:pt x="594951" y="24992"/>
                </a:lnTo>
                <a:lnTo>
                  <a:pt x="603648" y="26804"/>
                </a:lnTo>
                <a:lnTo>
                  <a:pt x="610597" y="31804"/>
                </a:lnTo>
                <a:lnTo>
                  <a:pt x="615203" y="39339"/>
                </a:lnTo>
                <a:lnTo>
                  <a:pt x="616871" y="48756"/>
                </a:lnTo>
                <a:lnTo>
                  <a:pt x="615879" y="56000"/>
                </a:lnTo>
                <a:lnTo>
                  <a:pt x="612774" y="63224"/>
                </a:lnTo>
                <a:lnTo>
                  <a:pt x="607364" y="70794"/>
                </a:lnTo>
                <a:lnTo>
                  <a:pt x="599458" y="79075"/>
                </a:lnTo>
                <a:lnTo>
                  <a:pt x="545580" y="130085"/>
                </a:lnTo>
                <a:lnTo>
                  <a:pt x="545580" y="154053"/>
                </a:lnTo>
                <a:lnTo>
                  <a:pt x="643503" y="154053"/>
                </a:lnTo>
                <a:lnTo>
                  <a:pt x="643503" y="128446"/>
                </a:lnTo>
                <a:lnTo>
                  <a:pt x="583889" y="128446"/>
                </a:lnTo>
                <a:lnTo>
                  <a:pt x="614823" y="100380"/>
                </a:lnTo>
                <a:lnTo>
                  <a:pt x="629079" y="86271"/>
                </a:lnTo>
                <a:lnTo>
                  <a:pt x="638074" y="74005"/>
                </a:lnTo>
                <a:lnTo>
                  <a:pt x="642767" y="62123"/>
                </a:lnTo>
                <a:lnTo>
                  <a:pt x="644117" y="49166"/>
                </a:lnTo>
                <a:lnTo>
                  <a:pt x="640350" y="29730"/>
                </a:lnTo>
                <a:lnTo>
                  <a:pt x="637193" y="24992"/>
                </a:lnTo>
                <a:close/>
              </a:path>
              <a:path w="988060" h="156845">
                <a:moveTo>
                  <a:pt x="594746" y="0"/>
                </a:moveTo>
                <a:lnTo>
                  <a:pt x="574632" y="3681"/>
                </a:lnTo>
                <a:lnTo>
                  <a:pt x="558742" y="14391"/>
                </a:lnTo>
                <a:lnTo>
                  <a:pt x="548307" y="31631"/>
                </a:lnTo>
                <a:lnTo>
                  <a:pt x="544556" y="54902"/>
                </a:lnTo>
                <a:lnTo>
                  <a:pt x="571392" y="54902"/>
                </a:lnTo>
                <a:lnTo>
                  <a:pt x="573086" y="42623"/>
                </a:lnTo>
                <a:lnTo>
                  <a:pt x="577871" y="33187"/>
                </a:lnTo>
                <a:lnTo>
                  <a:pt x="585307" y="27130"/>
                </a:lnTo>
                <a:lnTo>
                  <a:pt x="594951" y="24992"/>
                </a:lnTo>
                <a:lnTo>
                  <a:pt x="637193" y="24992"/>
                </a:lnTo>
                <a:lnTo>
                  <a:pt x="629956" y="14135"/>
                </a:lnTo>
                <a:lnTo>
                  <a:pt x="614301" y="3764"/>
                </a:lnTo>
                <a:lnTo>
                  <a:pt x="594746" y="0"/>
                </a:lnTo>
                <a:close/>
              </a:path>
              <a:path w="988060" h="156845">
                <a:moveTo>
                  <a:pt x="709175" y="0"/>
                </a:moveTo>
                <a:lnTo>
                  <a:pt x="688100" y="3636"/>
                </a:lnTo>
                <a:lnTo>
                  <a:pt x="672095" y="14032"/>
                </a:lnTo>
                <a:lnTo>
                  <a:pt x="661929" y="30421"/>
                </a:lnTo>
                <a:lnTo>
                  <a:pt x="658370" y="52034"/>
                </a:lnTo>
                <a:lnTo>
                  <a:pt x="658370" y="103453"/>
                </a:lnTo>
                <a:lnTo>
                  <a:pt x="662121" y="126122"/>
                </a:lnTo>
                <a:lnTo>
                  <a:pt x="672710" y="142837"/>
                </a:lnTo>
                <a:lnTo>
                  <a:pt x="689137" y="153176"/>
                </a:lnTo>
                <a:lnTo>
                  <a:pt x="710404" y="156717"/>
                </a:lnTo>
                <a:lnTo>
                  <a:pt x="730649" y="153176"/>
                </a:lnTo>
                <a:lnTo>
                  <a:pt x="746228" y="142837"/>
                </a:lnTo>
                <a:lnTo>
                  <a:pt x="752883" y="131724"/>
                </a:lnTo>
                <a:lnTo>
                  <a:pt x="709584" y="131724"/>
                </a:lnTo>
                <a:lnTo>
                  <a:pt x="699271" y="129829"/>
                </a:lnTo>
                <a:lnTo>
                  <a:pt x="691762" y="124246"/>
                </a:lnTo>
                <a:lnTo>
                  <a:pt x="687171" y="115130"/>
                </a:lnTo>
                <a:lnTo>
                  <a:pt x="685718" y="103453"/>
                </a:lnTo>
                <a:lnTo>
                  <a:pt x="685616" y="52034"/>
                </a:lnTo>
                <a:lnTo>
                  <a:pt x="687255" y="40722"/>
                </a:lnTo>
                <a:lnTo>
                  <a:pt x="691966" y="32214"/>
                </a:lnTo>
                <a:lnTo>
                  <a:pt x="699444" y="26855"/>
                </a:lnTo>
                <a:lnTo>
                  <a:pt x="709379" y="24992"/>
                </a:lnTo>
                <a:lnTo>
                  <a:pt x="753163" y="24992"/>
                </a:lnTo>
                <a:lnTo>
                  <a:pt x="745998" y="13776"/>
                </a:lnTo>
                <a:lnTo>
                  <a:pt x="730045" y="3585"/>
                </a:lnTo>
                <a:lnTo>
                  <a:pt x="709175" y="0"/>
                </a:lnTo>
                <a:close/>
              </a:path>
              <a:path w="988060" h="156845">
                <a:moveTo>
                  <a:pt x="753163" y="24992"/>
                </a:moveTo>
                <a:lnTo>
                  <a:pt x="709379" y="24992"/>
                </a:lnTo>
                <a:lnTo>
                  <a:pt x="719219" y="26769"/>
                </a:lnTo>
                <a:lnTo>
                  <a:pt x="726485" y="31983"/>
                </a:lnTo>
                <a:lnTo>
                  <a:pt x="730986" y="40462"/>
                </a:lnTo>
                <a:lnTo>
                  <a:pt x="732528" y="52034"/>
                </a:lnTo>
                <a:lnTo>
                  <a:pt x="732503" y="103453"/>
                </a:lnTo>
                <a:lnTo>
                  <a:pt x="730989" y="115908"/>
                </a:lnTo>
                <a:lnTo>
                  <a:pt x="726511" y="124784"/>
                </a:lnTo>
                <a:lnTo>
                  <a:pt x="719305" y="130011"/>
                </a:lnTo>
                <a:lnTo>
                  <a:pt x="709584" y="131724"/>
                </a:lnTo>
                <a:lnTo>
                  <a:pt x="752883" y="131724"/>
                </a:lnTo>
                <a:lnTo>
                  <a:pt x="756238" y="126122"/>
                </a:lnTo>
                <a:lnTo>
                  <a:pt x="759775" y="103453"/>
                </a:lnTo>
                <a:lnTo>
                  <a:pt x="759775" y="50600"/>
                </a:lnTo>
                <a:lnTo>
                  <a:pt x="756190" y="29730"/>
                </a:lnTo>
                <a:lnTo>
                  <a:pt x="753163" y="24992"/>
                </a:lnTo>
                <a:close/>
              </a:path>
              <a:path w="988060" h="156845">
                <a:moveTo>
                  <a:pt x="866458" y="24992"/>
                </a:moveTo>
                <a:lnTo>
                  <a:pt x="824217" y="24992"/>
                </a:lnTo>
                <a:lnTo>
                  <a:pt x="832914" y="26804"/>
                </a:lnTo>
                <a:lnTo>
                  <a:pt x="839863" y="31804"/>
                </a:lnTo>
                <a:lnTo>
                  <a:pt x="844469" y="39339"/>
                </a:lnTo>
                <a:lnTo>
                  <a:pt x="846137" y="48756"/>
                </a:lnTo>
                <a:lnTo>
                  <a:pt x="845145" y="56000"/>
                </a:lnTo>
                <a:lnTo>
                  <a:pt x="842040" y="63224"/>
                </a:lnTo>
                <a:lnTo>
                  <a:pt x="836630" y="70794"/>
                </a:lnTo>
                <a:lnTo>
                  <a:pt x="828724" y="79075"/>
                </a:lnTo>
                <a:lnTo>
                  <a:pt x="774846" y="130085"/>
                </a:lnTo>
                <a:lnTo>
                  <a:pt x="774846" y="154053"/>
                </a:lnTo>
                <a:lnTo>
                  <a:pt x="872769" y="154053"/>
                </a:lnTo>
                <a:lnTo>
                  <a:pt x="872769" y="128446"/>
                </a:lnTo>
                <a:lnTo>
                  <a:pt x="813155" y="128446"/>
                </a:lnTo>
                <a:lnTo>
                  <a:pt x="844088" y="100380"/>
                </a:lnTo>
                <a:lnTo>
                  <a:pt x="858345" y="86271"/>
                </a:lnTo>
                <a:lnTo>
                  <a:pt x="867340" y="74005"/>
                </a:lnTo>
                <a:lnTo>
                  <a:pt x="872032" y="62123"/>
                </a:lnTo>
                <a:lnTo>
                  <a:pt x="873383" y="49166"/>
                </a:lnTo>
                <a:lnTo>
                  <a:pt x="869616" y="29730"/>
                </a:lnTo>
                <a:lnTo>
                  <a:pt x="866458" y="24992"/>
                </a:lnTo>
                <a:close/>
              </a:path>
              <a:path w="988060" h="156845">
                <a:moveTo>
                  <a:pt x="824012" y="0"/>
                </a:moveTo>
                <a:lnTo>
                  <a:pt x="803898" y="3681"/>
                </a:lnTo>
                <a:lnTo>
                  <a:pt x="788008" y="14391"/>
                </a:lnTo>
                <a:lnTo>
                  <a:pt x="777573" y="31631"/>
                </a:lnTo>
                <a:lnTo>
                  <a:pt x="773822" y="54902"/>
                </a:lnTo>
                <a:lnTo>
                  <a:pt x="800658" y="54902"/>
                </a:lnTo>
                <a:lnTo>
                  <a:pt x="802352" y="42623"/>
                </a:lnTo>
                <a:lnTo>
                  <a:pt x="807137" y="33187"/>
                </a:lnTo>
                <a:lnTo>
                  <a:pt x="814573" y="27130"/>
                </a:lnTo>
                <a:lnTo>
                  <a:pt x="824217" y="24992"/>
                </a:lnTo>
                <a:lnTo>
                  <a:pt x="866458" y="24992"/>
                </a:lnTo>
                <a:lnTo>
                  <a:pt x="859222" y="14135"/>
                </a:lnTo>
                <a:lnTo>
                  <a:pt x="843567" y="3764"/>
                </a:lnTo>
                <a:lnTo>
                  <a:pt x="824012" y="0"/>
                </a:lnTo>
                <a:close/>
              </a:path>
              <a:path w="988060" h="156845">
                <a:moveTo>
                  <a:pt x="912014" y="108165"/>
                </a:moveTo>
                <a:lnTo>
                  <a:pt x="884562" y="108165"/>
                </a:lnTo>
                <a:lnTo>
                  <a:pt x="889325" y="127764"/>
                </a:lnTo>
                <a:lnTo>
                  <a:pt x="900388" y="143119"/>
                </a:lnTo>
                <a:lnTo>
                  <a:pt x="916597" y="153135"/>
                </a:lnTo>
                <a:lnTo>
                  <a:pt x="936801" y="156717"/>
                </a:lnTo>
                <a:lnTo>
                  <a:pt x="957098" y="152898"/>
                </a:lnTo>
                <a:lnTo>
                  <a:pt x="973190" y="142300"/>
                </a:lnTo>
                <a:lnTo>
                  <a:pt x="980155" y="131724"/>
                </a:lnTo>
                <a:lnTo>
                  <a:pt x="936597" y="131724"/>
                </a:lnTo>
                <a:lnTo>
                  <a:pt x="927484" y="130059"/>
                </a:lnTo>
                <a:lnTo>
                  <a:pt x="920080" y="125322"/>
                </a:lnTo>
                <a:lnTo>
                  <a:pt x="914789" y="117896"/>
                </a:lnTo>
                <a:lnTo>
                  <a:pt x="912014" y="108165"/>
                </a:lnTo>
                <a:close/>
              </a:path>
              <a:path w="988060" h="156845">
                <a:moveTo>
                  <a:pt x="973749" y="24992"/>
                </a:moveTo>
                <a:lnTo>
                  <a:pt x="943972" y="24992"/>
                </a:lnTo>
                <a:lnTo>
                  <a:pt x="949503" y="30933"/>
                </a:lnTo>
                <a:lnTo>
                  <a:pt x="949503" y="39332"/>
                </a:lnTo>
                <a:lnTo>
                  <a:pt x="948274" y="46115"/>
                </a:lnTo>
                <a:lnTo>
                  <a:pt x="944279" y="50881"/>
                </a:lnTo>
                <a:lnTo>
                  <a:pt x="937058" y="53765"/>
                </a:lnTo>
                <a:lnTo>
                  <a:pt x="926149" y="54902"/>
                </a:lnTo>
                <a:lnTo>
                  <a:pt x="926149" y="81124"/>
                </a:lnTo>
                <a:lnTo>
                  <a:pt x="930656" y="81124"/>
                </a:lnTo>
                <a:lnTo>
                  <a:pt x="942902" y="82932"/>
                </a:lnTo>
                <a:lnTo>
                  <a:pt x="952268" y="88063"/>
                </a:lnTo>
                <a:lnTo>
                  <a:pt x="958254" y="96075"/>
                </a:lnTo>
                <a:lnTo>
                  <a:pt x="960360" y="106526"/>
                </a:lnTo>
                <a:lnTo>
                  <a:pt x="958577" y="116599"/>
                </a:lnTo>
                <a:lnTo>
                  <a:pt x="953626" y="124579"/>
                </a:lnTo>
                <a:lnTo>
                  <a:pt x="946100" y="129832"/>
                </a:lnTo>
                <a:lnTo>
                  <a:pt x="936597" y="131724"/>
                </a:lnTo>
                <a:lnTo>
                  <a:pt x="980155" y="131724"/>
                </a:lnTo>
                <a:lnTo>
                  <a:pt x="983788" y="126209"/>
                </a:lnTo>
                <a:lnTo>
                  <a:pt x="987606" y="105912"/>
                </a:lnTo>
                <a:lnTo>
                  <a:pt x="986115" y="92740"/>
                </a:lnTo>
                <a:lnTo>
                  <a:pt x="981666" y="81815"/>
                </a:lnTo>
                <a:lnTo>
                  <a:pt x="974297" y="73157"/>
                </a:lnTo>
                <a:lnTo>
                  <a:pt x="964048" y="66783"/>
                </a:lnTo>
                <a:lnTo>
                  <a:pt x="969749" y="61681"/>
                </a:lnTo>
                <a:lnTo>
                  <a:pt x="973702" y="55772"/>
                </a:lnTo>
                <a:lnTo>
                  <a:pt x="976003" y="48865"/>
                </a:lnTo>
                <a:lnTo>
                  <a:pt x="976749" y="40766"/>
                </a:lnTo>
                <a:lnTo>
                  <a:pt x="973749" y="24992"/>
                </a:lnTo>
                <a:close/>
              </a:path>
              <a:path w="988060" h="156845">
                <a:moveTo>
                  <a:pt x="935982" y="0"/>
                </a:moveTo>
                <a:lnTo>
                  <a:pt x="921095" y="2448"/>
                </a:lnTo>
                <a:lnTo>
                  <a:pt x="908761" y="9756"/>
                </a:lnTo>
                <a:lnTo>
                  <a:pt x="900000" y="21865"/>
                </a:lnTo>
                <a:lnTo>
                  <a:pt x="895830" y="38718"/>
                </a:lnTo>
                <a:lnTo>
                  <a:pt x="923486" y="38718"/>
                </a:lnTo>
                <a:lnTo>
                  <a:pt x="924715" y="29294"/>
                </a:lnTo>
                <a:lnTo>
                  <a:pt x="928812" y="24992"/>
                </a:lnTo>
                <a:lnTo>
                  <a:pt x="973749" y="24992"/>
                </a:lnTo>
                <a:lnTo>
                  <a:pt x="973663" y="24544"/>
                </a:lnTo>
                <a:lnTo>
                  <a:pt x="965123" y="11625"/>
                </a:lnTo>
                <a:lnTo>
                  <a:pt x="952204" y="3085"/>
                </a:lnTo>
                <a:lnTo>
                  <a:pt x="9359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44028" y="5175408"/>
            <a:ext cx="2409825" cy="29209"/>
          </a:xfrm>
          <a:custGeom>
            <a:avLst/>
            <a:gdLst/>
            <a:ahLst/>
            <a:cxnLst/>
            <a:rect l="l" t="t" r="r" b="b"/>
            <a:pathLst>
              <a:path w="2409825" h="29210">
                <a:moveTo>
                  <a:pt x="2409407" y="0"/>
                </a:moveTo>
                <a:lnTo>
                  <a:pt x="0" y="0"/>
                </a:lnTo>
                <a:lnTo>
                  <a:pt x="0" y="28912"/>
                </a:lnTo>
                <a:lnTo>
                  <a:pt x="2409407" y="28912"/>
                </a:lnTo>
                <a:lnTo>
                  <a:pt x="2409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1519" y="9069011"/>
            <a:ext cx="7835394" cy="2987665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549345" y="8664230"/>
            <a:ext cx="7739380" cy="29209"/>
          </a:xfrm>
          <a:custGeom>
            <a:avLst/>
            <a:gdLst/>
            <a:ahLst/>
            <a:cxnLst/>
            <a:rect l="l" t="t" r="r" b="b"/>
            <a:pathLst>
              <a:path w="7739380" h="29209">
                <a:moveTo>
                  <a:pt x="7739018" y="0"/>
                </a:moveTo>
                <a:lnTo>
                  <a:pt x="0" y="0"/>
                </a:lnTo>
                <a:lnTo>
                  <a:pt x="0" y="28912"/>
                </a:lnTo>
                <a:lnTo>
                  <a:pt x="7739018" y="28912"/>
                </a:lnTo>
                <a:lnTo>
                  <a:pt x="77390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837707" y="2004627"/>
            <a:ext cx="19685" cy="9811385"/>
          </a:xfrm>
          <a:custGeom>
            <a:avLst/>
            <a:gdLst/>
            <a:ahLst/>
            <a:cxnLst/>
            <a:rect l="l" t="t" r="r" b="b"/>
            <a:pathLst>
              <a:path w="19684" h="9811385">
                <a:moveTo>
                  <a:pt x="19275" y="9811109"/>
                </a:moveTo>
                <a:lnTo>
                  <a:pt x="19275" y="0"/>
                </a:lnTo>
                <a:lnTo>
                  <a:pt x="0" y="0"/>
                </a:lnTo>
                <a:lnTo>
                  <a:pt x="0" y="9811109"/>
                </a:lnTo>
                <a:lnTo>
                  <a:pt x="19275" y="981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71401" y="1580571"/>
            <a:ext cx="7199310" cy="3103317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9271401" y="5136857"/>
            <a:ext cx="7199630" cy="3411854"/>
            <a:chOff x="9271401" y="5136857"/>
            <a:chExt cx="7199630" cy="3411854"/>
          </a:xfrm>
        </p:grpSpPr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71401" y="5136857"/>
              <a:ext cx="6148808" cy="341172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5420210" y="5136857"/>
              <a:ext cx="1050925" cy="3411854"/>
            </a:xfrm>
            <a:custGeom>
              <a:avLst/>
              <a:gdLst/>
              <a:ahLst/>
              <a:cxnLst/>
              <a:rect l="l" t="t" r="r" b="b"/>
              <a:pathLst>
                <a:path w="1050925" h="3411854">
                  <a:moveTo>
                    <a:pt x="1050501" y="0"/>
                  </a:moveTo>
                  <a:lnTo>
                    <a:pt x="0" y="0"/>
                  </a:lnTo>
                  <a:lnTo>
                    <a:pt x="0" y="3411721"/>
                  </a:lnTo>
                  <a:lnTo>
                    <a:pt x="1050501" y="3411721"/>
                  </a:lnTo>
                  <a:lnTo>
                    <a:pt x="10505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905794" y="2358598"/>
            <a:ext cx="2831456" cy="12671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905485" y="6252201"/>
            <a:ext cx="2668833" cy="1135390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6904406" y="3835777"/>
            <a:ext cx="2361565" cy="29209"/>
          </a:xfrm>
          <a:custGeom>
            <a:avLst/>
            <a:gdLst/>
            <a:ahLst/>
            <a:cxnLst/>
            <a:rect l="l" t="t" r="r" b="b"/>
            <a:pathLst>
              <a:path w="2361565" h="29210">
                <a:moveTo>
                  <a:pt x="2361219" y="0"/>
                </a:moveTo>
                <a:lnTo>
                  <a:pt x="0" y="0"/>
                </a:lnTo>
                <a:lnTo>
                  <a:pt x="0" y="28912"/>
                </a:lnTo>
                <a:lnTo>
                  <a:pt x="2361219" y="28912"/>
                </a:lnTo>
                <a:lnTo>
                  <a:pt x="23612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904406" y="7575178"/>
            <a:ext cx="2361565" cy="29209"/>
          </a:xfrm>
          <a:custGeom>
            <a:avLst/>
            <a:gdLst/>
            <a:ahLst/>
            <a:cxnLst/>
            <a:rect l="l" t="t" r="r" b="b"/>
            <a:pathLst>
              <a:path w="2361565" h="29209">
                <a:moveTo>
                  <a:pt x="2361219" y="0"/>
                </a:moveTo>
                <a:lnTo>
                  <a:pt x="0" y="0"/>
                </a:lnTo>
                <a:lnTo>
                  <a:pt x="0" y="28912"/>
                </a:lnTo>
                <a:lnTo>
                  <a:pt x="2361219" y="28912"/>
                </a:lnTo>
                <a:lnTo>
                  <a:pt x="23612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271401" y="9647269"/>
            <a:ext cx="1686585" cy="106013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150740" y="9647269"/>
            <a:ext cx="2072090" cy="225520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271401" y="10957987"/>
            <a:ext cx="1686585" cy="94448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415584" y="9647269"/>
            <a:ext cx="2255205" cy="2255205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15940642" y="9011185"/>
            <a:ext cx="29209" cy="3277235"/>
          </a:xfrm>
          <a:custGeom>
            <a:avLst/>
            <a:gdLst/>
            <a:ahLst/>
            <a:cxnLst/>
            <a:rect l="l" t="t" r="r" b="b"/>
            <a:pathLst>
              <a:path w="29209" h="3277234">
                <a:moveTo>
                  <a:pt x="28912" y="3276794"/>
                </a:moveTo>
                <a:lnTo>
                  <a:pt x="28912" y="0"/>
                </a:lnTo>
                <a:lnTo>
                  <a:pt x="0" y="0"/>
                </a:lnTo>
                <a:lnTo>
                  <a:pt x="0" y="3276794"/>
                </a:lnTo>
                <a:lnTo>
                  <a:pt x="28912" y="3276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384272" y="9791371"/>
            <a:ext cx="3251261" cy="62295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384272" y="11021518"/>
            <a:ext cx="3309972" cy="1027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665" y="2534697"/>
            <a:ext cx="19660767" cy="95508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861" y="657132"/>
            <a:ext cx="6986291" cy="4570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406" y="1387125"/>
            <a:ext cx="18881660" cy="8120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9861" y="618582"/>
            <a:ext cx="4538980" cy="440690"/>
          </a:xfrm>
          <a:custGeom>
            <a:avLst/>
            <a:gdLst/>
            <a:ahLst/>
            <a:cxnLst/>
            <a:rect l="l" t="t" r="r" b="b"/>
            <a:pathLst>
              <a:path w="4538980" h="440690">
                <a:moveTo>
                  <a:pt x="173940" y="12952"/>
                </a:moveTo>
                <a:lnTo>
                  <a:pt x="0" y="12952"/>
                </a:lnTo>
                <a:lnTo>
                  <a:pt x="0" y="354819"/>
                </a:lnTo>
                <a:lnTo>
                  <a:pt x="63377" y="354819"/>
                </a:lnTo>
                <a:lnTo>
                  <a:pt x="63377" y="214649"/>
                </a:lnTo>
                <a:lnTo>
                  <a:pt x="168851" y="214649"/>
                </a:lnTo>
                <a:lnTo>
                  <a:pt x="168851" y="154047"/>
                </a:lnTo>
                <a:lnTo>
                  <a:pt x="63377" y="154047"/>
                </a:lnTo>
                <a:lnTo>
                  <a:pt x="63377" y="73554"/>
                </a:lnTo>
                <a:lnTo>
                  <a:pt x="173940" y="73554"/>
                </a:lnTo>
                <a:lnTo>
                  <a:pt x="173940" y="12952"/>
                </a:lnTo>
                <a:close/>
              </a:path>
              <a:path w="4538980" h="440690">
                <a:moveTo>
                  <a:pt x="277318" y="98535"/>
                </a:moveTo>
                <a:lnTo>
                  <a:pt x="215791" y="98535"/>
                </a:lnTo>
                <a:lnTo>
                  <a:pt x="215791" y="354819"/>
                </a:lnTo>
                <a:lnTo>
                  <a:pt x="277318" y="354819"/>
                </a:lnTo>
                <a:lnTo>
                  <a:pt x="277318" y="98535"/>
                </a:lnTo>
                <a:close/>
              </a:path>
              <a:path w="4538980" h="440690">
                <a:moveTo>
                  <a:pt x="277780" y="0"/>
                </a:moveTo>
                <a:lnTo>
                  <a:pt x="216253" y="0"/>
                </a:lnTo>
                <a:lnTo>
                  <a:pt x="216253" y="61526"/>
                </a:lnTo>
                <a:lnTo>
                  <a:pt x="277780" y="61526"/>
                </a:lnTo>
                <a:lnTo>
                  <a:pt x="277780" y="0"/>
                </a:lnTo>
                <a:close/>
              </a:path>
              <a:path w="4538980" h="440690">
                <a:moveTo>
                  <a:pt x="383825" y="98535"/>
                </a:moveTo>
                <a:lnTo>
                  <a:pt x="326925" y="98535"/>
                </a:lnTo>
                <a:lnTo>
                  <a:pt x="326925" y="354819"/>
                </a:lnTo>
                <a:lnTo>
                  <a:pt x="388452" y="354819"/>
                </a:lnTo>
                <a:lnTo>
                  <a:pt x="388552" y="229452"/>
                </a:lnTo>
                <a:lnTo>
                  <a:pt x="388936" y="211779"/>
                </a:lnTo>
                <a:lnTo>
                  <a:pt x="398629" y="172552"/>
                </a:lnTo>
                <a:lnTo>
                  <a:pt x="430050" y="150498"/>
                </a:lnTo>
                <a:lnTo>
                  <a:pt x="443964" y="148959"/>
                </a:lnTo>
                <a:lnTo>
                  <a:pt x="545922" y="148959"/>
                </a:lnTo>
                <a:lnTo>
                  <a:pt x="544769" y="145215"/>
                </a:lnTo>
                <a:lnTo>
                  <a:pt x="536023" y="129529"/>
                </a:lnTo>
                <a:lnTo>
                  <a:pt x="530119" y="123053"/>
                </a:lnTo>
                <a:lnTo>
                  <a:pt x="383825" y="123053"/>
                </a:lnTo>
                <a:lnTo>
                  <a:pt x="383825" y="98535"/>
                </a:lnTo>
                <a:close/>
              </a:path>
              <a:path w="4538980" h="440690">
                <a:moveTo>
                  <a:pt x="545922" y="148959"/>
                </a:moveTo>
                <a:lnTo>
                  <a:pt x="443964" y="148959"/>
                </a:lnTo>
                <a:lnTo>
                  <a:pt x="464507" y="151908"/>
                </a:lnTo>
                <a:lnTo>
                  <a:pt x="479932" y="163531"/>
                </a:lnTo>
                <a:lnTo>
                  <a:pt x="489632" y="187991"/>
                </a:lnTo>
                <a:lnTo>
                  <a:pt x="493001" y="229452"/>
                </a:lnTo>
                <a:lnTo>
                  <a:pt x="493001" y="354819"/>
                </a:lnTo>
                <a:lnTo>
                  <a:pt x="554527" y="354819"/>
                </a:lnTo>
                <a:lnTo>
                  <a:pt x="554527" y="217424"/>
                </a:lnTo>
                <a:lnTo>
                  <a:pt x="553587" y="187167"/>
                </a:lnTo>
                <a:lnTo>
                  <a:pt x="550479" y="163762"/>
                </a:lnTo>
                <a:lnTo>
                  <a:pt x="545922" y="148959"/>
                </a:lnTo>
                <a:close/>
              </a:path>
              <a:path w="4538980" h="440690">
                <a:moveTo>
                  <a:pt x="455992" y="92521"/>
                </a:moveTo>
                <a:lnTo>
                  <a:pt x="435608" y="94234"/>
                </a:lnTo>
                <a:lnTo>
                  <a:pt x="417480" y="99633"/>
                </a:lnTo>
                <a:lnTo>
                  <a:pt x="400566" y="109110"/>
                </a:lnTo>
                <a:lnTo>
                  <a:pt x="383825" y="123053"/>
                </a:lnTo>
                <a:lnTo>
                  <a:pt x="530119" y="123053"/>
                </a:lnTo>
                <a:lnTo>
                  <a:pt x="521501" y="113598"/>
                </a:lnTo>
                <a:lnTo>
                  <a:pt x="503120" y="102004"/>
                </a:lnTo>
                <a:lnTo>
                  <a:pt x="481182" y="94921"/>
                </a:lnTo>
                <a:lnTo>
                  <a:pt x="455992" y="92521"/>
                </a:lnTo>
                <a:close/>
              </a:path>
              <a:path w="4538980" h="440690">
                <a:moveTo>
                  <a:pt x="723660" y="92521"/>
                </a:moveTo>
                <a:lnTo>
                  <a:pt x="680960" y="99064"/>
                </a:lnTo>
                <a:lnTo>
                  <a:pt x="644966" y="117553"/>
                </a:lnTo>
                <a:lnTo>
                  <a:pt x="617276" y="146279"/>
                </a:lnTo>
                <a:lnTo>
                  <a:pt x="599489" y="183532"/>
                </a:lnTo>
                <a:lnTo>
                  <a:pt x="593205" y="227602"/>
                </a:lnTo>
                <a:lnTo>
                  <a:pt x="599434" y="271124"/>
                </a:lnTo>
                <a:lnTo>
                  <a:pt x="617054" y="307873"/>
                </a:lnTo>
                <a:lnTo>
                  <a:pt x="644466" y="336185"/>
                </a:lnTo>
                <a:lnTo>
                  <a:pt x="680072" y="354393"/>
                </a:lnTo>
                <a:lnTo>
                  <a:pt x="722273" y="360832"/>
                </a:lnTo>
                <a:lnTo>
                  <a:pt x="747347" y="358592"/>
                </a:lnTo>
                <a:lnTo>
                  <a:pt x="769169" y="351580"/>
                </a:lnTo>
                <a:lnTo>
                  <a:pt x="788823" y="339365"/>
                </a:lnTo>
                <a:lnTo>
                  <a:pt x="807392" y="321511"/>
                </a:lnTo>
                <a:lnTo>
                  <a:pt x="863830" y="321511"/>
                </a:lnTo>
                <a:lnTo>
                  <a:pt x="863830" y="304394"/>
                </a:lnTo>
                <a:lnTo>
                  <a:pt x="731062" y="304394"/>
                </a:lnTo>
                <a:lnTo>
                  <a:pt x="700277" y="298923"/>
                </a:lnTo>
                <a:lnTo>
                  <a:pt x="676301" y="283519"/>
                </a:lnTo>
                <a:lnTo>
                  <a:pt x="660739" y="259702"/>
                </a:lnTo>
                <a:lnTo>
                  <a:pt x="655195" y="228990"/>
                </a:lnTo>
                <a:lnTo>
                  <a:pt x="660724" y="196773"/>
                </a:lnTo>
                <a:lnTo>
                  <a:pt x="676185" y="171453"/>
                </a:lnTo>
                <a:lnTo>
                  <a:pt x="699887" y="154893"/>
                </a:lnTo>
                <a:lnTo>
                  <a:pt x="730137" y="148959"/>
                </a:lnTo>
                <a:lnTo>
                  <a:pt x="863830" y="148959"/>
                </a:lnTo>
                <a:lnTo>
                  <a:pt x="863830" y="132768"/>
                </a:lnTo>
                <a:lnTo>
                  <a:pt x="807392" y="132768"/>
                </a:lnTo>
                <a:lnTo>
                  <a:pt x="790536" y="114574"/>
                </a:lnTo>
                <a:lnTo>
                  <a:pt x="771424" y="102062"/>
                </a:lnTo>
                <a:lnTo>
                  <a:pt x="749364" y="94841"/>
                </a:lnTo>
                <a:lnTo>
                  <a:pt x="723660" y="92521"/>
                </a:lnTo>
                <a:close/>
              </a:path>
              <a:path w="4538980" h="440690">
                <a:moveTo>
                  <a:pt x="863830" y="321511"/>
                </a:moveTo>
                <a:lnTo>
                  <a:pt x="807392" y="321511"/>
                </a:lnTo>
                <a:lnTo>
                  <a:pt x="807392" y="354819"/>
                </a:lnTo>
                <a:lnTo>
                  <a:pt x="863830" y="354819"/>
                </a:lnTo>
                <a:lnTo>
                  <a:pt x="863830" y="321511"/>
                </a:lnTo>
                <a:close/>
              </a:path>
              <a:path w="4538980" h="440690">
                <a:moveTo>
                  <a:pt x="863830" y="148959"/>
                </a:moveTo>
                <a:lnTo>
                  <a:pt x="730137" y="148959"/>
                </a:lnTo>
                <a:lnTo>
                  <a:pt x="760459" y="154821"/>
                </a:lnTo>
                <a:lnTo>
                  <a:pt x="784320" y="171222"/>
                </a:lnTo>
                <a:lnTo>
                  <a:pt x="799940" y="196383"/>
                </a:lnTo>
                <a:lnTo>
                  <a:pt x="805380" y="227602"/>
                </a:lnTo>
                <a:lnTo>
                  <a:pt x="805463" y="228990"/>
                </a:lnTo>
                <a:lnTo>
                  <a:pt x="800475" y="258336"/>
                </a:lnTo>
                <a:lnTo>
                  <a:pt x="785823" y="282421"/>
                </a:lnTo>
                <a:lnTo>
                  <a:pt x="762411" y="298525"/>
                </a:lnTo>
                <a:lnTo>
                  <a:pt x="731062" y="304394"/>
                </a:lnTo>
                <a:lnTo>
                  <a:pt x="863830" y="304394"/>
                </a:lnTo>
                <a:lnTo>
                  <a:pt x="863830" y="148959"/>
                </a:lnTo>
                <a:close/>
              </a:path>
              <a:path w="4538980" h="440690">
                <a:moveTo>
                  <a:pt x="863830" y="98535"/>
                </a:moveTo>
                <a:lnTo>
                  <a:pt x="807392" y="98535"/>
                </a:lnTo>
                <a:lnTo>
                  <a:pt x="807392" y="132768"/>
                </a:lnTo>
                <a:lnTo>
                  <a:pt x="863830" y="132768"/>
                </a:lnTo>
                <a:lnTo>
                  <a:pt x="863830" y="98535"/>
                </a:lnTo>
                <a:close/>
              </a:path>
              <a:path w="4538980" h="440690">
                <a:moveTo>
                  <a:pt x="966601" y="98535"/>
                </a:moveTo>
                <a:lnTo>
                  <a:pt x="909700" y="98535"/>
                </a:lnTo>
                <a:lnTo>
                  <a:pt x="909700" y="354819"/>
                </a:lnTo>
                <a:lnTo>
                  <a:pt x="971227" y="354819"/>
                </a:lnTo>
                <a:lnTo>
                  <a:pt x="971327" y="229452"/>
                </a:lnTo>
                <a:lnTo>
                  <a:pt x="971711" y="211779"/>
                </a:lnTo>
                <a:lnTo>
                  <a:pt x="981404" y="172552"/>
                </a:lnTo>
                <a:lnTo>
                  <a:pt x="1012825" y="150498"/>
                </a:lnTo>
                <a:lnTo>
                  <a:pt x="1026740" y="148959"/>
                </a:lnTo>
                <a:lnTo>
                  <a:pt x="1128697" y="148959"/>
                </a:lnTo>
                <a:lnTo>
                  <a:pt x="1127545" y="145215"/>
                </a:lnTo>
                <a:lnTo>
                  <a:pt x="1118798" y="129529"/>
                </a:lnTo>
                <a:lnTo>
                  <a:pt x="1112895" y="123053"/>
                </a:lnTo>
                <a:lnTo>
                  <a:pt x="966601" y="123053"/>
                </a:lnTo>
                <a:lnTo>
                  <a:pt x="966601" y="98535"/>
                </a:lnTo>
                <a:close/>
              </a:path>
              <a:path w="4538980" h="440690">
                <a:moveTo>
                  <a:pt x="1128697" y="148959"/>
                </a:moveTo>
                <a:lnTo>
                  <a:pt x="1026740" y="148959"/>
                </a:lnTo>
                <a:lnTo>
                  <a:pt x="1047282" y="151908"/>
                </a:lnTo>
                <a:lnTo>
                  <a:pt x="1062707" y="163531"/>
                </a:lnTo>
                <a:lnTo>
                  <a:pt x="1072408" y="187991"/>
                </a:lnTo>
                <a:lnTo>
                  <a:pt x="1075776" y="229452"/>
                </a:lnTo>
                <a:lnTo>
                  <a:pt x="1075776" y="354819"/>
                </a:lnTo>
                <a:lnTo>
                  <a:pt x="1137303" y="354819"/>
                </a:lnTo>
                <a:lnTo>
                  <a:pt x="1137303" y="217424"/>
                </a:lnTo>
                <a:lnTo>
                  <a:pt x="1136363" y="187167"/>
                </a:lnTo>
                <a:lnTo>
                  <a:pt x="1133255" y="163762"/>
                </a:lnTo>
                <a:lnTo>
                  <a:pt x="1128697" y="148959"/>
                </a:lnTo>
                <a:close/>
              </a:path>
              <a:path w="4538980" h="440690">
                <a:moveTo>
                  <a:pt x="1038768" y="92521"/>
                </a:moveTo>
                <a:lnTo>
                  <a:pt x="1018384" y="94234"/>
                </a:lnTo>
                <a:lnTo>
                  <a:pt x="1000256" y="99633"/>
                </a:lnTo>
                <a:lnTo>
                  <a:pt x="983342" y="109110"/>
                </a:lnTo>
                <a:lnTo>
                  <a:pt x="966601" y="123053"/>
                </a:lnTo>
                <a:lnTo>
                  <a:pt x="1112895" y="123053"/>
                </a:lnTo>
                <a:lnTo>
                  <a:pt x="1104277" y="113598"/>
                </a:lnTo>
                <a:lnTo>
                  <a:pt x="1085896" y="102004"/>
                </a:lnTo>
                <a:lnTo>
                  <a:pt x="1063958" y="94921"/>
                </a:lnTo>
                <a:lnTo>
                  <a:pt x="1038768" y="92521"/>
                </a:lnTo>
                <a:close/>
              </a:path>
              <a:path w="4538980" h="440690">
                <a:moveTo>
                  <a:pt x="1311062" y="92521"/>
                </a:moveTo>
                <a:lnTo>
                  <a:pt x="1267880" y="99234"/>
                </a:lnTo>
                <a:lnTo>
                  <a:pt x="1230739" y="118027"/>
                </a:lnTo>
                <a:lnTo>
                  <a:pt x="1201680" y="146879"/>
                </a:lnTo>
                <a:lnTo>
                  <a:pt x="1182746" y="183769"/>
                </a:lnTo>
                <a:lnTo>
                  <a:pt x="1175981" y="226677"/>
                </a:lnTo>
                <a:lnTo>
                  <a:pt x="1182939" y="269229"/>
                </a:lnTo>
                <a:lnTo>
                  <a:pt x="1202331" y="306075"/>
                </a:lnTo>
                <a:lnTo>
                  <a:pt x="1231938" y="335060"/>
                </a:lnTo>
                <a:lnTo>
                  <a:pt x="1269538" y="354030"/>
                </a:lnTo>
                <a:lnTo>
                  <a:pt x="1312912" y="360832"/>
                </a:lnTo>
                <a:lnTo>
                  <a:pt x="1354973" y="354804"/>
                </a:lnTo>
                <a:lnTo>
                  <a:pt x="1390919" y="337240"/>
                </a:lnTo>
                <a:lnTo>
                  <a:pt x="1419666" y="308919"/>
                </a:lnTo>
                <a:lnTo>
                  <a:pt x="1422084" y="304394"/>
                </a:lnTo>
                <a:lnTo>
                  <a:pt x="1312450" y="304394"/>
                </a:lnTo>
                <a:lnTo>
                  <a:pt x="1282858" y="298489"/>
                </a:lnTo>
                <a:lnTo>
                  <a:pt x="1259250" y="282132"/>
                </a:lnTo>
                <a:lnTo>
                  <a:pt x="1243623" y="257360"/>
                </a:lnTo>
                <a:lnTo>
                  <a:pt x="1237970" y="226214"/>
                </a:lnTo>
                <a:lnTo>
                  <a:pt x="1243406" y="195212"/>
                </a:lnTo>
                <a:lnTo>
                  <a:pt x="1258556" y="170759"/>
                </a:lnTo>
                <a:lnTo>
                  <a:pt x="1281686" y="154720"/>
                </a:lnTo>
                <a:lnTo>
                  <a:pt x="1311062" y="148959"/>
                </a:lnTo>
                <a:lnTo>
                  <a:pt x="1421819" y="148959"/>
                </a:lnTo>
                <a:lnTo>
                  <a:pt x="1419767" y="145019"/>
                </a:lnTo>
                <a:lnTo>
                  <a:pt x="1389994" y="116287"/>
                </a:lnTo>
                <a:lnTo>
                  <a:pt x="1353022" y="98571"/>
                </a:lnTo>
                <a:lnTo>
                  <a:pt x="1311062" y="92521"/>
                </a:lnTo>
                <a:close/>
              </a:path>
              <a:path w="4538980" h="440690">
                <a:moveTo>
                  <a:pt x="1440129" y="270624"/>
                </a:moveTo>
                <a:lnTo>
                  <a:pt x="1370738" y="270624"/>
                </a:lnTo>
                <a:lnTo>
                  <a:pt x="1358768" y="285854"/>
                </a:lnTo>
                <a:lnTo>
                  <a:pt x="1345411" y="296357"/>
                </a:lnTo>
                <a:lnTo>
                  <a:pt x="1330145" y="302436"/>
                </a:lnTo>
                <a:lnTo>
                  <a:pt x="1312450" y="304394"/>
                </a:lnTo>
                <a:lnTo>
                  <a:pt x="1422084" y="304394"/>
                </a:lnTo>
                <a:lnTo>
                  <a:pt x="1440129" y="270624"/>
                </a:lnTo>
                <a:close/>
              </a:path>
              <a:path w="4538980" h="440690">
                <a:moveTo>
                  <a:pt x="1421819" y="148959"/>
                </a:moveTo>
                <a:lnTo>
                  <a:pt x="1311062" y="148959"/>
                </a:lnTo>
                <a:lnTo>
                  <a:pt x="1330340" y="151134"/>
                </a:lnTo>
                <a:lnTo>
                  <a:pt x="1346625" y="157690"/>
                </a:lnTo>
                <a:lnTo>
                  <a:pt x="1360048" y="168670"/>
                </a:lnTo>
                <a:lnTo>
                  <a:pt x="1370738" y="184117"/>
                </a:lnTo>
                <a:lnTo>
                  <a:pt x="1440129" y="184117"/>
                </a:lnTo>
                <a:lnTo>
                  <a:pt x="1421819" y="148959"/>
                </a:lnTo>
                <a:close/>
              </a:path>
              <a:path w="4538980" h="440690">
                <a:moveTo>
                  <a:pt x="1544516" y="98535"/>
                </a:moveTo>
                <a:lnTo>
                  <a:pt x="1482989" y="98535"/>
                </a:lnTo>
                <a:lnTo>
                  <a:pt x="1482989" y="354819"/>
                </a:lnTo>
                <a:lnTo>
                  <a:pt x="1544516" y="354819"/>
                </a:lnTo>
                <a:lnTo>
                  <a:pt x="1544516" y="98535"/>
                </a:lnTo>
                <a:close/>
              </a:path>
              <a:path w="4538980" h="440690">
                <a:moveTo>
                  <a:pt x="1544978" y="0"/>
                </a:moveTo>
                <a:lnTo>
                  <a:pt x="1483452" y="0"/>
                </a:lnTo>
                <a:lnTo>
                  <a:pt x="1483452" y="61526"/>
                </a:lnTo>
                <a:lnTo>
                  <a:pt x="1544978" y="61526"/>
                </a:lnTo>
                <a:lnTo>
                  <a:pt x="1544978" y="0"/>
                </a:lnTo>
                <a:close/>
              </a:path>
              <a:path w="4538980" h="440690">
                <a:moveTo>
                  <a:pt x="1713475" y="92521"/>
                </a:moveTo>
                <a:lnTo>
                  <a:pt x="1670775" y="99064"/>
                </a:lnTo>
                <a:lnTo>
                  <a:pt x="1634780" y="117553"/>
                </a:lnTo>
                <a:lnTo>
                  <a:pt x="1607091" y="146279"/>
                </a:lnTo>
                <a:lnTo>
                  <a:pt x="1589304" y="183532"/>
                </a:lnTo>
                <a:lnTo>
                  <a:pt x="1583020" y="227602"/>
                </a:lnTo>
                <a:lnTo>
                  <a:pt x="1589249" y="271124"/>
                </a:lnTo>
                <a:lnTo>
                  <a:pt x="1606869" y="307873"/>
                </a:lnTo>
                <a:lnTo>
                  <a:pt x="1634281" y="336185"/>
                </a:lnTo>
                <a:lnTo>
                  <a:pt x="1669887" y="354393"/>
                </a:lnTo>
                <a:lnTo>
                  <a:pt x="1712087" y="360832"/>
                </a:lnTo>
                <a:lnTo>
                  <a:pt x="1737162" y="358592"/>
                </a:lnTo>
                <a:lnTo>
                  <a:pt x="1758984" y="351580"/>
                </a:lnTo>
                <a:lnTo>
                  <a:pt x="1778638" y="339365"/>
                </a:lnTo>
                <a:lnTo>
                  <a:pt x="1797207" y="321511"/>
                </a:lnTo>
                <a:lnTo>
                  <a:pt x="1853645" y="321511"/>
                </a:lnTo>
                <a:lnTo>
                  <a:pt x="1853645" y="304394"/>
                </a:lnTo>
                <a:lnTo>
                  <a:pt x="1720877" y="304394"/>
                </a:lnTo>
                <a:lnTo>
                  <a:pt x="1690092" y="298923"/>
                </a:lnTo>
                <a:lnTo>
                  <a:pt x="1666116" y="283519"/>
                </a:lnTo>
                <a:lnTo>
                  <a:pt x="1650554" y="259702"/>
                </a:lnTo>
                <a:lnTo>
                  <a:pt x="1645009" y="228990"/>
                </a:lnTo>
                <a:lnTo>
                  <a:pt x="1650539" y="196773"/>
                </a:lnTo>
                <a:lnTo>
                  <a:pt x="1666000" y="171453"/>
                </a:lnTo>
                <a:lnTo>
                  <a:pt x="1689702" y="154893"/>
                </a:lnTo>
                <a:lnTo>
                  <a:pt x="1719952" y="148959"/>
                </a:lnTo>
                <a:lnTo>
                  <a:pt x="1853645" y="148959"/>
                </a:lnTo>
                <a:lnTo>
                  <a:pt x="1853645" y="132768"/>
                </a:lnTo>
                <a:lnTo>
                  <a:pt x="1797207" y="132768"/>
                </a:lnTo>
                <a:lnTo>
                  <a:pt x="1780351" y="114574"/>
                </a:lnTo>
                <a:lnTo>
                  <a:pt x="1761239" y="102062"/>
                </a:lnTo>
                <a:lnTo>
                  <a:pt x="1739179" y="94841"/>
                </a:lnTo>
                <a:lnTo>
                  <a:pt x="1713475" y="92521"/>
                </a:lnTo>
                <a:close/>
              </a:path>
              <a:path w="4538980" h="440690">
                <a:moveTo>
                  <a:pt x="1853645" y="321511"/>
                </a:moveTo>
                <a:lnTo>
                  <a:pt x="1797207" y="321511"/>
                </a:lnTo>
                <a:lnTo>
                  <a:pt x="1797207" y="354819"/>
                </a:lnTo>
                <a:lnTo>
                  <a:pt x="1853645" y="354819"/>
                </a:lnTo>
                <a:lnTo>
                  <a:pt x="1853645" y="321511"/>
                </a:lnTo>
                <a:close/>
              </a:path>
              <a:path w="4538980" h="440690">
                <a:moveTo>
                  <a:pt x="1853645" y="148959"/>
                </a:moveTo>
                <a:lnTo>
                  <a:pt x="1719952" y="148959"/>
                </a:lnTo>
                <a:lnTo>
                  <a:pt x="1750274" y="154821"/>
                </a:lnTo>
                <a:lnTo>
                  <a:pt x="1774135" y="171222"/>
                </a:lnTo>
                <a:lnTo>
                  <a:pt x="1789755" y="196383"/>
                </a:lnTo>
                <a:lnTo>
                  <a:pt x="1795195" y="227602"/>
                </a:lnTo>
                <a:lnTo>
                  <a:pt x="1795278" y="228990"/>
                </a:lnTo>
                <a:lnTo>
                  <a:pt x="1790290" y="258336"/>
                </a:lnTo>
                <a:lnTo>
                  <a:pt x="1775638" y="282421"/>
                </a:lnTo>
                <a:lnTo>
                  <a:pt x="1752226" y="298525"/>
                </a:lnTo>
                <a:lnTo>
                  <a:pt x="1720877" y="304394"/>
                </a:lnTo>
                <a:lnTo>
                  <a:pt x="1853645" y="304394"/>
                </a:lnTo>
                <a:lnTo>
                  <a:pt x="1853645" y="148959"/>
                </a:lnTo>
                <a:close/>
              </a:path>
              <a:path w="4538980" h="440690">
                <a:moveTo>
                  <a:pt x="1853645" y="98535"/>
                </a:moveTo>
                <a:lnTo>
                  <a:pt x="1797207" y="98535"/>
                </a:lnTo>
                <a:lnTo>
                  <a:pt x="1797207" y="132768"/>
                </a:lnTo>
                <a:lnTo>
                  <a:pt x="1853645" y="132768"/>
                </a:lnTo>
                <a:lnTo>
                  <a:pt x="1853645" y="98535"/>
                </a:lnTo>
                <a:close/>
              </a:path>
              <a:path w="4538980" h="440690">
                <a:moveTo>
                  <a:pt x="1961042" y="12952"/>
                </a:moveTo>
                <a:lnTo>
                  <a:pt x="1899515" y="12952"/>
                </a:lnTo>
                <a:lnTo>
                  <a:pt x="1899515" y="354819"/>
                </a:lnTo>
                <a:lnTo>
                  <a:pt x="1961042" y="354819"/>
                </a:lnTo>
                <a:lnTo>
                  <a:pt x="1961042" y="12952"/>
                </a:lnTo>
                <a:close/>
              </a:path>
              <a:path w="4538980" h="440690">
                <a:moveTo>
                  <a:pt x="2231439" y="12952"/>
                </a:moveTo>
                <a:lnTo>
                  <a:pt x="2146782" y="12952"/>
                </a:lnTo>
                <a:lnTo>
                  <a:pt x="2146782" y="354819"/>
                </a:lnTo>
                <a:lnTo>
                  <a:pt x="2210159" y="354819"/>
                </a:lnTo>
                <a:lnTo>
                  <a:pt x="2210159" y="224826"/>
                </a:lnTo>
                <a:lnTo>
                  <a:pt x="2230514" y="224826"/>
                </a:lnTo>
                <a:lnTo>
                  <a:pt x="2286489" y="221530"/>
                </a:lnTo>
                <a:lnTo>
                  <a:pt x="2338981" y="193629"/>
                </a:lnTo>
                <a:lnTo>
                  <a:pt x="2355939" y="164225"/>
                </a:lnTo>
                <a:lnTo>
                  <a:pt x="2210159" y="164225"/>
                </a:lnTo>
                <a:lnTo>
                  <a:pt x="2210159" y="73554"/>
                </a:lnTo>
                <a:lnTo>
                  <a:pt x="2355991" y="73554"/>
                </a:lnTo>
                <a:lnTo>
                  <a:pt x="2353104" y="65574"/>
                </a:lnTo>
                <a:lnTo>
                  <a:pt x="2318872" y="28681"/>
                </a:lnTo>
                <a:lnTo>
                  <a:pt x="2261494" y="13784"/>
                </a:lnTo>
                <a:lnTo>
                  <a:pt x="2231439" y="12952"/>
                </a:lnTo>
                <a:close/>
              </a:path>
              <a:path w="4538980" h="440690">
                <a:moveTo>
                  <a:pt x="2355991" y="73554"/>
                </a:moveTo>
                <a:lnTo>
                  <a:pt x="2231439" y="73554"/>
                </a:lnTo>
                <a:lnTo>
                  <a:pt x="2262846" y="75636"/>
                </a:lnTo>
                <a:lnTo>
                  <a:pt x="2284581" y="82922"/>
                </a:lnTo>
                <a:lnTo>
                  <a:pt x="2297209" y="96973"/>
                </a:lnTo>
                <a:lnTo>
                  <a:pt x="2301293" y="119352"/>
                </a:lnTo>
                <a:lnTo>
                  <a:pt x="2297946" y="138854"/>
                </a:lnTo>
                <a:lnTo>
                  <a:pt x="2286316" y="152891"/>
                </a:lnTo>
                <a:lnTo>
                  <a:pt x="2264017" y="161377"/>
                </a:lnTo>
                <a:lnTo>
                  <a:pt x="2228663" y="164225"/>
                </a:lnTo>
                <a:lnTo>
                  <a:pt x="2355939" y="164225"/>
                </a:lnTo>
                <a:lnTo>
                  <a:pt x="2362024" y="146848"/>
                </a:lnTo>
                <a:lnTo>
                  <a:pt x="2365132" y="118427"/>
                </a:lnTo>
                <a:lnTo>
                  <a:pt x="2362067" y="90352"/>
                </a:lnTo>
                <a:lnTo>
                  <a:pt x="2355991" y="73554"/>
                </a:lnTo>
                <a:close/>
              </a:path>
              <a:path w="4538980" h="440690">
                <a:moveTo>
                  <a:pt x="2455604" y="98535"/>
                </a:moveTo>
                <a:lnTo>
                  <a:pt x="2399166" y="98535"/>
                </a:lnTo>
                <a:lnTo>
                  <a:pt x="2399166" y="354819"/>
                </a:lnTo>
                <a:lnTo>
                  <a:pt x="2460693" y="354819"/>
                </a:lnTo>
                <a:lnTo>
                  <a:pt x="2460693" y="212336"/>
                </a:lnTo>
                <a:lnTo>
                  <a:pt x="2464090" y="186213"/>
                </a:lnTo>
                <a:lnTo>
                  <a:pt x="2474340" y="167463"/>
                </a:lnTo>
                <a:lnTo>
                  <a:pt x="2491528" y="155999"/>
                </a:lnTo>
                <a:lnTo>
                  <a:pt x="2515743" y="151734"/>
                </a:lnTo>
                <a:lnTo>
                  <a:pt x="2515743" y="123515"/>
                </a:lnTo>
                <a:lnTo>
                  <a:pt x="2455604" y="123515"/>
                </a:lnTo>
                <a:lnTo>
                  <a:pt x="2455604" y="98535"/>
                </a:lnTo>
                <a:close/>
              </a:path>
              <a:path w="4538980" h="440690">
                <a:moveTo>
                  <a:pt x="2515743" y="92521"/>
                </a:moveTo>
                <a:lnTo>
                  <a:pt x="2511117" y="92521"/>
                </a:lnTo>
                <a:lnTo>
                  <a:pt x="2493596" y="94046"/>
                </a:lnTo>
                <a:lnTo>
                  <a:pt x="2479544" y="99171"/>
                </a:lnTo>
                <a:lnTo>
                  <a:pt x="2467401" y="108719"/>
                </a:lnTo>
                <a:lnTo>
                  <a:pt x="2455604" y="123515"/>
                </a:lnTo>
                <a:lnTo>
                  <a:pt x="2515743" y="123515"/>
                </a:lnTo>
                <a:lnTo>
                  <a:pt x="2515743" y="92521"/>
                </a:lnTo>
                <a:close/>
              </a:path>
              <a:path w="4538980" h="440690">
                <a:moveTo>
                  <a:pt x="2662751" y="92521"/>
                </a:moveTo>
                <a:lnTo>
                  <a:pt x="2620054" y="99412"/>
                </a:lnTo>
                <a:lnTo>
                  <a:pt x="2582864" y="118560"/>
                </a:lnTo>
                <a:lnTo>
                  <a:pt x="2553468" y="147678"/>
                </a:lnTo>
                <a:lnTo>
                  <a:pt x="2534154" y="184480"/>
                </a:lnTo>
                <a:lnTo>
                  <a:pt x="2527207" y="226677"/>
                </a:lnTo>
                <a:lnTo>
                  <a:pt x="2534157" y="269051"/>
                </a:lnTo>
                <a:lnTo>
                  <a:pt x="2553498" y="305875"/>
                </a:lnTo>
                <a:lnTo>
                  <a:pt x="2582964" y="334926"/>
                </a:lnTo>
                <a:lnTo>
                  <a:pt x="2620291" y="353986"/>
                </a:lnTo>
                <a:lnTo>
                  <a:pt x="2663213" y="360832"/>
                </a:lnTo>
                <a:lnTo>
                  <a:pt x="2706035" y="353986"/>
                </a:lnTo>
                <a:lnTo>
                  <a:pt x="2743426" y="335045"/>
                </a:lnTo>
                <a:lnTo>
                  <a:pt x="2773095" y="306275"/>
                </a:lnTo>
                <a:lnTo>
                  <a:pt x="2774108" y="304394"/>
                </a:lnTo>
                <a:lnTo>
                  <a:pt x="2663676" y="304394"/>
                </a:lnTo>
                <a:lnTo>
                  <a:pt x="2634474" y="298287"/>
                </a:lnTo>
                <a:lnTo>
                  <a:pt x="2610823" y="281553"/>
                </a:lnTo>
                <a:lnTo>
                  <a:pt x="2594979" y="256580"/>
                </a:lnTo>
                <a:lnTo>
                  <a:pt x="2589196" y="225751"/>
                </a:lnTo>
                <a:lnTo>
                  <a:pt x="2595102" y="195993"/>
                </a:lnTo>
                <a:lnTo>
                  <a:pt x="2611112" y="171569"/>
                </a:lnTo>
                <a:lnTo>
                  <a:pt x="2634669" y="155038"/>
                </a:lnTo>
                <a:lnTo>
                  <a:pt x="2663213" y="148959"/>
                </a:lnTo>
                <a:lnTo>
                  <a:pt x="2774387" y="148959"/>
                </a:lnTo>
                <a:lnTo>
                  <a:pt x="2773732" y="147678"/>
                </a:lnTo>
                <a:lnTo>
                  <a:pt x="2744325" y="118412"/>
                </a:lnTo>
                <a:lnTo>
                  <a:pt x="2706658" y="99338"/>
                </a:lnTo>
                <a:lnTo>
                  <a:pt x="2662751" y="92521"/>
                </a:lnTo>
                <a:close/>
              </a:path>
              <a:path w="4538980" h="440690">
                <a:moveTo>
                  <a:pt x="2774387" y="148959"/>
                </a:moveTo>
                <a:lnTo>
                  <a:pt x="2663213" y="148959"/>
                </a:lnTo>
                <a:lnTo>
                  <a:pt x="2692220" y="155117"/>
                </a:lnTo>
                <a:lnTo>
                  <a:pt x="2715893" y="171858"/>
                </a:lnTo>
                <a:lnTo>
                  <a:pt x="2731845" y="196578"/>
                </a:lnTo>
                <a:lnTo>
                  <a:pt x="2737693" y="226677"/>
                </a:lnTo>
                <a:lnTo>
                  <a:pt x="2731853" y="256970"/>
                </a:lnTo>
                <a:lnTo>
                  <a:pt x="2715950" y="281669"/>
                </a:lnTo>
                <a:lnTo>
                  <a:pt x="2692415" y="298301"/>
                </a:lnTo>
                <a:lnTo>
                  <a:pt x="2663676" y="304394"/>
                </a:lnTo>
                <a:lnTo>
                  <a:pt x="2774108" y="304394"/>
                </a:lnTo>
                <a:lnTo>
                  <a:pt x="2792640" y="269999"/>
                </a:lnTo>
                <a:lnTo>
                  <a:pt x="2799682" y="228527"/>
                </a:lnTo>
                <a:lnTo>
                  <a:pt x="2792858" y="185072"/>
                </a:lnTo>
                <a:lnTo>
                  <a:pt x="2774387" y="148959"/>
                </a:lnTo>
                <a:close/>
              </a:path>
              <a:path w="4538980" h="440690">
                <a:moveTo>
                  <a:pt x="2904069" y="98535"/>
                </a:moveTo>
                <a:lnTo>
                  <a:pt x="2842542" y="98535"/>
                </a:lnTo>
                <a:lnTo>
                  <a:pt x="2842495" y="337702"/>
                </a:lnTo>
                <a:lnTo>
                  <a:pt x="2841819" y="357891"/>
                </a:lnTo>
                <a:lnTo>
                  <a:pt x="2838494" y="370489"/>
                </a:lnTo>
                <a:lnTo>
                  <a:pt x="2830832" y="377103"/>
                </a:lnTo>
                <a:lnTo>
                  <a:pt x="2817099" y="380725"/>
                </a:lnTo>
                <a:lnTo>
                  <a:pt x="2817099" y="440401"/>
                </a:lnTo>
                <a:lnTo>
                  <a:pt x="2852741" y="434047"/>
                </a:lnTo>
                <a:lnTo>
                  <a:pt x="2880186" y="414900"/>
                </a:lnTo>
                <a:lnTo>
                  <a:pt x="2897831" y="382828"/>
                </a:lnTo>
                <a:lnTo>
                  <a:pt x="2904069" y="337702"/>
                </a:lnTo>
                <a:lnTo>
                  <a:pt x="2904069" y="98535"/>
                </a:lnTo>
                <a:close/>
              </a:path>
              <a:path w="4538980" h="440690">
                <a:moveTo>
                  <a:pt x="2904531" y="0"/>
                </a:moveTo>
                <a:lnTo>
                  <a:pt x="2843005" y="0"/>
                </a:lnTo>
                <a:lnTo>
                  <a:pt x="2843005" y="61526"/>
                </a:lnTo>
                <a:lnTo>
                  <a:pt x="2904531" y="61526"/>
                </a:lnTo>
                <a:lnTo>
                  <a:pt x="2904531" y="0"/>
                </a:lnTo>
                <a:close/>
              </a:path>
              <a:path w="4538980" h="440690">
                <a:moveTo>
                  <a:pt x="3078363" y="92521"/>
                </a:moveTo>
                <a:lnTo>
                  <a:pt x="3035359" y="99330"/>
                </a:lnTo>
                <a:lnTo>
                  <a:pt x="2998239" y="118353"/>
                </a:lnTo>
                <a:lnTo>
                  <a:pt x="2969114" y="147478"/>
                </a:lnTo>
                <a:lnTo>
                  <a:pt x="2950091" y="184598"/>
                </a:lnTo>
                <a:lnTo>
                  <a:pt x="2943282" y="227602"/>
                </a:lnTo>
                <a:lnTo>
                  <a:pt x="2950210" y="270236"/>
                </a:lnTo>
                <a:lnTo>
                  <a:pt x="2969617" y="306874"/>
                </a:lnTo>
                <a:lnTo>
                  <a:pt x="2999438" y="335519"/>
                </a:lnTo>
                <a:lnTo>
                  <a:pt x="3037609" y="354171"/>
                </a:lnTo>
                <a:lnTo>
                  <a:pt x="3082064" y="360832"/>
                </a:lnTo>
                <a:lnTo>
                  <a:pt x="3120597" y="355455"/>
                </a:lnTo>
                <a:lnTo>
                  <a:pt x="3156138" y="339668"/>
                </a:lnTo>
                <a:lnTo>
                  <a:pt x="3185174" y="313994"/>
                </a:lnTo>
                <a:lnTo>
                  <a:pt x="3190384" y="304394"/>
                </a:lnTo>
                <a:lnTo>
                  <a:pt x="3080676" y="304394"/>
                </a:lnTo>
                <a:lnTo>
                  <a:pt x="3055240" y="300874"/>
                </a:lnTo>
                <a:lnTo>
                  <a:pt x="3034357" y="290805"/>
                </a:lnTo>
                <a:lnTo>
                  <a:pt x="3018939" y="274925"/>
                </a:lnTo>
                <a:lnTo>
                  <a:pt x="3009897" y="253970"/>
                </a:lnTo>
                <a:lnTo>
                  <a:pt x="3208355" y="253970"/>
                </a:lnTo>
                <a:lnTo>
                  <a:pt x="3210206" y="245181"/>
                </a:lnTo>
                <a:lnTo>
                  <a:pt x="3210668" y="239630"/>
                </a:lnTo>
                <a:lnTo>
                  <a:pt x="3210668" y="230377"/>
                </a:lnTo>
                <a:lnTo>
                  <a:pt x="3206293" y="199845"/>
                </a:lnTo>
                <a:lnTo>
                  <a:pt x="3008047" y="199845"/>
                </a:lnTo>
                <a:lnTo>
                  <a:pt x="3018137" y="178038"/>
                </a:lnTo>
                <a:lnTo>
                  <a:pt x="3033606" y="162085"/>
                </a:lnTo>
                <a:lnTo>
                  <a:pt x="3054105" y="152291"/>
                </a:lnTo>
                <a:lnTo>
                  <a:pt x="3079288" y="148959"/>
                </a:lnTo>
                <a:lnTo>
                  <a:pt x="3186787" y="148959"/>
                </a:lnTo>
                <a:lnTo>
                  <a:pt x="3186080" y="147478"/>
                </a:lnTo>
                <a:lnTo>
                  <a:pt x="3157909" y="118131"/>
                </a:lnTo>
                <a:lnTo>
                  <a:pt x="3121433" y="99219"/>
                </a:lnTo>
                <a:lnTo>
                  <a:pt x="3078363" y="92521"/>
                </a:lnTo>
                <a:close/>
              </a:path>
              <a:path w="4538980" h="440690">
                <a:moveTo>
                  <a:pt x="3204192" y="278951"/>
                </a:moveTo>
                <a:lnTo>
                  <a:pt x="3137114" y="278951"/>
                </a:lnTo>
                <a:lnTo>
                  <a:pt x="3125238" y="290733"/>
                </a:lnTo>
                <a:lnTo>
                  <a:pt x="3112538" y="298612"/>
                </a:lnTo>
                <a:lnTo>
                  <a:pt x="3098016" y="303021"/>
                </a:lnTo>
                <a:lnTo>
                  <a:pt x="3080676" y="304394"/>
                </a:lnTo>
                <a:lnTo>
                  <a:pt x="3190384" y="304394"/>
                </a:lnTo>
                <a:lnTo>
                  <a:pt x="3204192" y="278951"/>
                </a:lnTo>
                <a:close/>
              </a:path>
              <a:path w="4538980" h="440690">
                <a:moveTo>
                  <a:pt x="3186787" y="148959"/>
                </a:moveTo>
                <a:lnTo>
                  <a:pt x="3079288" y="148959"/>
                </a:lnTo>
                <a:lnTo>
                  <a:pt x="3105245" y="152291"/>
                </a:lnTo>
                <a:lnTo>
                  <a:pt x="3125953" y="162085"/>
                </a:lnTo>
                <a:lnTo>
                  <a:pt x="3141024" y="178038"/>
                </a:lnTo>
                <a:lnTo>
                  <a:pt x="3150067" y="199845"/>
                </a:lnTo>
                <a:lnTo>
                  <a:pt x="3206293" y="199845"/>
                </a:lnTo>
                <a:lnTo>
                  <a:pt x="3204236" y="185486"/>
                </a:lnTo>
                <a:lnTo>
                  <a:pt x="3186787" y="148959"/>
                </a:lnTo>
                <a:close/>
              </a:path>
              <a:path w="4538980" h="440690">
                <a:moveTo>
                  <a:pt x="3374268" y="92521"/>
                </a:moveTo>
                <a:lnTo>
                  <a:pt x="3331087" y="99234"/>
                </a:lnTo>
                <a:lnTo>
                  <a:pt x="3293945" y="118027"/>
                </a:lnTo>
                <a:lnTo>
                  <a:pt x="3264886" y="146879"/>
                </a:lnTo>
                <a:lnTo>
                  <a:pt x="3245952" y="183769"/>
                </a:lnTo>
                <a:lnTo>
                  <a:pt x="3239187" y="226677"/>
                </a:lnTo>
                <a:lnTo>
                  <a:pt x="3246145" y="269229"/>
                </a:lnTo>
                <a:lnTo>
                  <a:pt x="3265537" y="306075"/>
                </a:lnTo>
                <a:lnTo>
                  <a:pt x="3295144" y="335060"/>
                </a:lnTo>
                <a:lnTo>
                  <a:pt x="3332745" y="354030"/>
                </a:lnTo>
                <a:lnTo>
                  <a:pt x="3376119" y="360832"/>
                </a:lnTo>
                <a:lnTo>
                  <a:pt x="3418180" y="354804"/>
                </a:lnTo>
                <a:lnTo>
                  <a:pt x="3454126" y="337240"/>
                </a:lnTo>
                <a:lnTo>
                  <a:pt x="3482872" y="308919"/>
                </a:lnTo>
                <a:lnTo>
                  <a:pt x="3485290" y="304394"/>
                </a:lnTo>
                <a:lnTo>
                  <a:pt x="3375656" y="304394"/>
                </a:lnTo>
                <a:lnTo>
                  <a:pt x="3346064" y="298489"/>
                </a:lnTo>
                <a:lnTo>
                  <a:pt x="3322456" y="282132"/>
                </a:lnTo>
                <a:lnTo>
                  <a:pt x="3306829" y="257360"/>
                </a:lnTo>
                <a:lnTo>
                  <a:pt x="3301176" y="226214"/>
                </a:lnTo>
                <a:lnTo>
                  <a:pt x="3306612" y="195212"/>
                </a:lnTo>
                <a:lnTo>
                  <a:pt x="3321762" y="170759"/>
                </a:lnTo>
                <a:lnTo>
                  <a:pt x="3344893" y="154720"/>
                </a:lnTo>
                <a:lnTo>
                  <a:pt x="3374268" y="148959"/>
                </a:lnTo>
                <a:lnTo>
                  <a:pt x="3485025" y="148959"/>
                </a:lnTo>
                <a:lnTo>
                  <a:pt x="3482973" y="145019"/>
                </a:lnTo>
                <a:lnTo>
                  <a:pt x="3453200" y="116287"/>
                </a:lnTo>
                <a:lnTo>
                  <a:pt x="3416228" y="98571"/>
                </a:lnTo>
                <a:lnTo>
                  <a:pt x="3374268" y="92521"/>
                </a:lnTo>
                <a:close/>
              </a:path>
              <a:path w="4538980" h="440690">
                <a:moveTo>
                  <a:pt x="3503335" y="270624"/>
                </a:moveTo>
                <a:lnTo>
                  <a:pt x="3433944" y="270624"/>
                </a:lnTo>
                <a:lnTo>
                  <a:pt x="3421974" y="285854"/>
                </a:lnTo>
                <a:lnTo>
                  <a:pt x="3408617" y="296357"/>
                </a:lnTo>
                <a:lnTo>
                  <a:pt x="3393351" y="302436"/>
                </a:lnTo>
                <a:lnTo>
                  <a:pt x="3375656" y="304394"/>
                </a:lnTo>
                <a:lnTo>
                  <a:pt x="3485290" y="304394"/>
                </a:lnTo>
                <a:lnTo>
                  <a:pt x="3503335" y="270624"/>
                </a:lnTo>
                <a:close/>
              </a:path>
              <a:path w="4538980" h="440690">
                <a:moveTo>
                  <a:pt x="3485025" y="148959"/>
                </a:moveTo>
                <a:lnTo>
                  <a:pt x="3374268" y="148959"/>
                </a:lnTo>
                <a:lnTo>
                  <a:pt x="3393546" y="151134"/>
                </a:lnTo>
                <a:lnTo>
                  <a:pt x="3409831" y="157690"/>
                </a:lnTo>
                <a:lnTo>
                  <a:pt x="3423254" y="168670"/>
                </a:lnTo>
                <a:lnTo>
                  <a:pt x="3433944" y="184117"/>
                </a:lnTo>
                <a:lnTo>
                  <a:pt x="3503335" y="184117"/>
                </a:lnTo>
                <a:lnTo>
                  <a:pt x="3485025" y="148959"/>
                </a:lnTo>
                <a:close/>
              </a:path>
              <a:path w="4538980" h="440690">
                <a:moveTo>
                  <a:pt x="3616974" y="154510"/>
                </a:moveTo>
                <a:lnTo>
                  <a:pt x="3555447" y="154510"/>
                </a:lnTo>
                <a:lnTo>
                  <a:pt x="3555447" y="354819"/>
                </a:lnTo>
                <a:lnTo>
                  <a:pt x="3616974" y="354819"/>
                </a:lnTo>
                <a:lnTo>
                  <a:pt x="3616974" y="154510"/>
                </a:lnTo>
                <a:close/>
              </a:path>
              <a:path w="4538980" h="440690">
                <a:moveTo>
                  <a:pt x="3653982" y="98535"/>
                </a:moveTo>
                <a:lnTo>
                  <a:pt x="3525378" y="98535"/>
                </a:lnTo>
                <a:lnTo>
                  <a:pt x="3525378" y="154510"/>
                </a:lnTo>
                <a:lnTo>
                  <a:pt x="3653982" y="154510"/>
                </a:lnTo>
                <a:lnTo>
                  <a:pt x="3653982" y="98535"/>
                </a:lnTo>
                <a:close/>
              </a:path>
              <a:path w="4538980" h="440690">
                <a:moveTo>
                  <a:pt x="3616974" y="12952"/>
                </a:moveTo>
                <a:lnTo>
                  <a:pt x="3555447" y="12952"/>
                </a:lnTo>
                <a:lnTo>
                  <a:pt x="3555447" y="98535"/>
                </a:lnTo>
                <a:lnTo>
                  <a:pt x="3616974" y="98535"/>
                </a:lnTo>
                <a:lnTo>
                  <a:pt x="3616974" y="12952"/>
                </a:lnTo>
                <a:close/>
              </a:path>
              <a:path w="4538980" h="440690">
                <a:moveTo>
                  <a:pt x="3746413" y="98535"/>
                </a:moveTo>
                <a:lnTo>
                  <a:pt x="3684887" y="98535"/>
                </a:lnTo>
                <a:lnTo>
                  <a:pt x="3684887" y="354819"/>
                </a:lnTo>
                <a:lnTo>
                  <a:pt x="3746413" y="354819"/>
                </a:lnTo>
                <a:lnTo>
                  <a:pt x="3746413" y="98535"/>
                </a:lnTo>
                <a:close/>
              </a:path>
              <a:path w="4538980" h="440690">
                <a:moveTo>
                  <a:pt x="3746876" y="0"/>
                </a:moveTo>
                <a:lnTo>
                  <a:pt x="3685349" y="0"/>
                </a:lnTo>
                <a:lnTo>
                  <a:pt x="3685349" y="61526"/>
                </a:lnTo>
                <a:lnTo>
                  <a:pt x="3746876" y="61526"/>
                </a:lnTo>
                <a:lnTo>
                  <a:pt x="3746876" y="0"/>
                </a:lnTo>
                <a:close/>
              </a:path>
              <a:path w="4538980" h="440690">
                <a:moveTo>
                  <a:pt x="3920462" y="92521"/>
                </a:moveTo>
                <a:lnTo>
                  <a:pt x="3877765" y="99412"/>
                </a:lnTo>
                <a:lnTo>
                  <a:pt x="3840575" y="118560"/>
                </a:lnTo>
                <a:lnTo>
                  <a:pt x="3811179" y="147678"/>
                </a:lnTo>
                <a:lnTo>
                  <a:pt x="3791865" y="184480"/>
                </a:lnTo>
                <a:lnTo>
                  <a:pt x="3784918" y="226677"/>
                </a:lnTo>
                <a:lnTo>
                  <a:pt x="3791868" y="269051"/>
                </a:lnTo>
                <a:lnTo>
                  <a:pt x="3811209" y="305875"/>
                </a:lnTo>
                <a:lnTo>
                  <a:pt x="3840675" y="334926"/>
                </a:lnTo>
                <a:lnTo>
                  <a:pt x="3878002" y="353986"/>
                </a:lnTo>
                <a:lnTo>
                  <a:pt x="3920924" y="360832"/>
                </a:lnTo>
                <a:lnTo>
                  <a:pt x="3963746" y="353986"/>
                </a:lnTo>
                <a:lnTo>
                  <a:pt x="4001137" y="335045"/>
                </a:lnTo>
                <a:lnTo>
                  <a:pt x="4030806" y="306275"/>
                </a:lnTo>
                <a:lnTo>
                  <a:pt x="4031819" y="304394"/>
                </a:lnTo>
                <a:lnTo>
                  <a:pt x="3921387" y="304394"/>
                </a:lnTo>
                <a:lnTo>
                  <a:pt x="3892185" y="298287"/>
                </a:lnTo>
                <a:lnTo>
                  <a:pt x="3868534" y="281553"/>
                </a:lnTo>
                <a:lnTo>
                  <a:pt x="3852690" y="256580"/>
                </a:lnTo>
                <a:lnTo>
                  <a:pt x="3846907" y="225751"/>
                </a:lnTo>
                <a:lnTo>
                  <a:pt x="3852813" y="195993"/>
                </a:lnTo>
                <a:lnTo>
                  <a:pt x="3868823" y="171569"/>
                </a:lnTo>
                <a:lnTo>
                  <a:pt x="3892380" y="155038"/>
                </a:lnTo>
                <a:lnTo>
                  <a:pt x="3920924" y="148959"/>
                </a:lnTo>
                <a:lnTo>
                  <a:pt x="4032098" y="148959"/>
                </a:lnTo>
                <a:lnTo>
                  <a:pt x="4031443" y="147678"/>
                </a:lnTo>
                <a:lnTo>
                  <a:pt x="4002036" y="118412"/>
                </a:lnTo>
                <a:lnTo>
                  <a:pt x="3964369" y="99338"/>
                </a:lnTo>
                <a:lnTo>
                  <a:pt x="3920462" y="92521"/>
                </a:lnTo>
                <a:close/>
              </a:path>
              <a:path w="4538980" h="440690">
                <a:moveTo>
                  <a:pt x="4032098" y="148959"/>
                </a:moveTo>
                <a:lnTo>
                  <a:pt x="3920924" y="148959"/>
                </a:lnTo>
                <a:lnTo>
                  <a:pt x="3949931" y="155117"/>
                </a:lnTo>
                <a:lnTo>
                  <a:pt x="3973604" y="171858"/>
                </a:lnTo>
                <a:lnTo>
                  <a:pt x="3989556" y="196578"/>
                </a:lnTo>
                <a:lnTo>
                  <a:pt x="3995404" y="226677"/>
                </a:lnTo>
                <a:lnTo>
                  <a:pt x="3989564" y="256970"/>
                </a:lnTo>
                <a:lnTo>
                  <a:pt x="3973661" y="281669"/>
                </a:lnTo>
                <a:lnTo>
                  <a:pt x="3950126" y="298301"/>
                </a:lnTo>
                <a:lnTo>
                  <a:pt x="3921387" y="304394"/>
                </a:lnTo>
                <a:lnTo>
                  <a:pt x="4031819" y="304394"/>
                </a:lnTo>
                <a:lnTo>
                  <a:pt x="4050350" y="269999"/>
                </a:lnTo>
                <a:lnTo>
                  <a:pt x="4057393" y="228527"/>
                </a:lnTo>
                <a:lnTo>
                  <a:pt x="4050569" y="185072"/>
                </a:lnTo>
                <a:lnTo>
                  <a:pt x="4032098" y="148959"/>
                </a:lnTo>
                <a:close/>
              </a:path>
              <a:path w="4538980" h="440690">
                <a:moveTo>
                  <a:pt x="4148827" y="98535"/>
                </a:moveTo>
                <a:lnTo>
                  <a:pt x="4091926" y="98535"/>
                </a:lnTo>
                <a:lnTo>
                  <a:pt x="4091926" y="354819"/>
                </a:lnTo>
                <a:lnTo>
                  <a:pt x="4153453" y="354819"/>
                </a:lnTo>
                <a:lnTo>
                  <a:pt x="4153553" y="229452"/>
                </a:lnTo>
                <a:lnTo>
                  <a:pt x="4153937" y="211779"/>
                </a:lnTo>
                <a:lnTo>
                  <a:pt x="4163630" y="172552"/>
                </a:lnTo>
                <a:lnTo>
                  <a:pt x="4195051" y="150498"/>
                </a:lnTo>
                <a:lnTo>
                  <a:pt x="4208965" y="148959"/>
                </a:lnTo>
                <a:lnTo>
                  <a:pt x="4310923" y="148959"/>
                </a:lnTo>
                <a:lnTo>
                  <a:pt x="4309770" y="145215"/>
                </a:lnTo>
                <a:lnTo>
                  <a:pt x="4301024" y="129529"/>
                </a:lnTo>
                <a:lnTo>
                  <a:pt x="4295120" y="123053"/>
                </a:lnTo>
                <a:lnTo>
                  <a:pt x="4148827" y="123053"/>
                </a:lnTo>
                <a:lnTo>
                  <a:pt x="4148827" y="98535"/>
                </a:lnTo>
                <a:close/>
              </a:path>
              <a:path w="4538980" h="440690">
                <a:moveTo>
                  <a:pt x="4310923" y="148959"/>
                </a:moveTo>
                <a:lnTo>
                  <a:pt x="4208965" y="148959"/>
                </a:lnTo>
                <a:lnTo>
                  <a:pt x="4229508" y="151908"/>
                </a:lnTo>
                <a:lnTo>
                  <a:pt x="4244933" y="163531"/>
                </a:lnTo>
                <a:lnTo>
                  <a:pt x="4254633" y="187991"/>
                </a:lnTo>
                <a:lnTo>
                  <a:pt x="4258002" y="229452"/>
                </a:lnTo>
                <a:lnTo>
                  <a:pt x="4258002" y="354819"/>
                </a:lnTo>
                <a:lnTo>
                  <a:pt x="4319528" y="354819"/>
                </a:lnTo>
                <a:lnTo>
                  <a:pt x="4319528" y="217424"/>
                </a:lnTo>
                <a:lnTo>
                  <a:pt x="4318589" y="187167"/>
                </a:lnTo>
                <a:lnTo>
                  <a:pt x="4315481" y="163762"/>
                </a:lnTo>
                <a:lnTo>
                  <a:pt x="4310923" y="148959"/>
                </a:lnTo>
                <a:close/>
              </a:path>
              <a:path w="4538980" h="440690">
                <a:moveTo>
                  <a:pt x="4220993" y="92521"/>
                </a:moveTo>
                <a:lnTo>
                  <a:pt x="4200610" y="94234"/>
                </a:lnTo>
                <a:lnTo>
                  <a:pt x="4182481" y="99633"/>
                </a:lnTo>
                <a:lnTo>
                  <a:pt x="4165567" y="109110"/>
                </a:lnTo>
                <a:lnTo>
                  <a:pt x="4148827" y="123053"/>
                </a:lnTo>
                <a:lnTo>
                  <a:pt x="4295120" y="123053"/>
                </a:lnTo>
                <a:lnTo>
                  <a:pt x="4286503" y="113598"/>
                </a:lnTo>
                <a:lnTo>
                  <a:pt x="4268121" y="102004"/>
                </a:lnTo>
                <a:lnTo>
                  <a:pt x="4246184" y="94921"/>
                </a:lnTo>
                <a:lnTo>
                  <a:pt x="4220993" y="92521"/>
                </a:lnTo>
                <a:close/>
              </a:path>
              <a:path w="4538980" h="440690">
                <a:moveTo>
                  <a:pt x="4415107" y="273400"/>
                </a:moveTo>
                <a:lnTo>
                  <a:pt x="4353118" y="273400"/>
                </a:lnTo>
                <a:lnTo>
                  <a:pt x="4363368" y="312237"/>
                </a:lnTo>
                <a:lnTo>
                  <a:pt x="4383419" y="339495"/>
                </a:lnTo>
                <a:lnTo>
                  <a:pt x="4411797" y="355563"/>
                </a:lnTo>
                <a:lnTo>
                  <a:pt x="4447027" y="360832"/>
                </a:lnTo>
                <a:lnTo>
                  <a:pt x="4483002" y="354067"/>
                </a:lnTo>
                <a:lnTo>
                  <a:pt x="4512081" y="335505"/>
                </a:lnTo>
                <a:lnTo>
                  <a:pt x="4531532" y="307748"/>
                </a:lnTo>
                <a:lnTo>
                  <a:pt x="4532225" y="304394"/>
                </a:lnTo>
                <a:lnTo>
                  <a:pt x="4449340" y="304394"/>
                </a:lnTo>
                <a:lnTo>
                  <a:pt x="4437225" y="302609"/>
                </a:lnTo>
                <a:lnTo>
                  <a:pt x="4427713" y="297051"/>
                </a:lnTo>
                <a:lnTo>
                  <a:pt x="4420456" y="287415"/>
                </a:lnTo>
                <a:lnTo>
                  <a:pt x="4415107" y="273400"/>
                </a:lnTo>
                <a:close/>
              </a:path>
              <a:path w="4538980" h="440690">
                <a:moveTo>
                  <a:pt x="4447490" y="92521"/>
                </a:moveTo>
                <a:lnTo>
                  <a:pt x="4414088" y="98556"/>
                </a:lnTo>
                <a:lnTo>
                  <a:pt x="4387062" y="115131"/>
                </a:lnTo>
                <a:lnTo>
                  <a:pt x="4368969" y="139945"/>
                </a:lnTo>
                <a:lnTo>
                  <a:pt x="4362370" y="170701"/>
                </a:lnTo>
                <a:lnTo>
                  <a:pt x="4366346" y="195957"/>
                </a:lnTo>
                <a:lnTo>
                  <a:pt x="4378908" y="216268"/>
                </a:lnTo>
                <a:lnTo>
                  <a:pt x="4401012" y="232763"/>
                </a:lnTo>
                <a:lnTo>
                  <a:pt x="4433611" y="246569"/>
                </a:lnTo>
                <a:lnTo>
                  <a:pt x="4457775" y="255474"/>
                </a:lnTo>
                <a:lnTo>
                  <a:pt x="4470793" y="262644"/>
                </a:lnTo>
                <a:lnTo>
                  <a:pt x="4476092" y="269988"/>
                </a:lnTo>
                <a:lnTo>
                  <a:pt x="4477096" y="279414"/>
                </a:lnTo>
                <a:lnTo>
                  <a:pt x="4474971" y="289367"/>
                </a:lnTo>
                <a:lnTo>
                  <a:pt x="4469116" y="297282"/>
                </a:lnTo>
                <a:lnTo>
                  <a:pt x="4460312" y="302508"/>
                </a:lnTo>
                <a:lnTo>
                  <a:pt x="4449340" y="304394"/>
                </a:lnTo>
                <a:lnTo>
                  <a:pt x="4532225" y="304394"/>
                </a:lnTo>
                <a:lnTo>
                  <a:pt x="4538623" y="273400"/>
                </a:lnTo>
                <a:lnTo>
                  <a:pt x="4535038" y="248029"/>
                </a:lnTo>
                <a:lnTo>
                  <a:pt x="4523126" y="227949"/>
                </a:lnTo>
                <a:lnTo>
                  <a:pt x="4501152" y="211859"/>
                </a:lnTo>
                <a:lnTo>
                  <a:pt x="4467382" y="198458"/>
                </a:lnTo>
                <a:lnTo>
                  <a:pt x="4442827" y="190348"/>
                </a:lnTo>
                <a:lnTo>
                  <a:pt x="4429853" y="184579"/>
                </a:lnTo>
                <a:lnTo>
                  <a:pt x="4424771" y="178811"/>
                </a:lnTo>
                <a:lnTo>
                  <a:pt x="4423897" y="170701"/>
                </a:lnTo>
                <a:lnTo>
                  <a:pt x="4425697" y="162035"/>
                </a:lnTo>
                <a:lnTo>
                  <a:pt x="4430662" y="155146"/>
                </a:lnTo>
                <a:lnTo>
                  <a:pt x="4438144" y="150600"/>
                </a:lnTo>
                <a:lnTo>
                  <a:pt x="4447490" y="148959"/>
                </a:lnTo>
                <a:lnTo>
                  <a:pt x="4526632" y="148959"/>
                </a:lnTo>
                <a:lnTo>
                  <a:pt x="4523668" y="137018"/>
                </a:lnTo>
                <a:lnTo>
                  <a:pt x="4505026" y="112875"/>
                </a:lnTo>
                <a:lnTo>
                  <a:pt x="4478665" y="97754"/>
                </a:lnTo>
                <a:lnTo>
                  <a:pt x="4447490" y="92521"/>
                </a:lnTo>
                <a:close/>
              </a:path>
              <a:path w="4538980" h="440690">
                <a:moveTo>
                  <a:pt x="4526632" y="148959"/>
                </a:moveTo>
                <a:lnTo>
                  <a:pt x="4447490" y="148959"/>
                </a:lnTo>
                <a:lnTo>
                  <a:pt x="4456322" y="150253"/>
                </a:lnTo>
                <a:lnTo>
                  <a:pt x="4463334" y="154105"/>
                </a:lnTo>
                <a:lnTo>
                  <a:pt x="4468437" y="160473"/>
                </a:lnTo>
                <a:lnTo>
                  <a:pt x="4471545" y="169313"/>
                </a:lnTo>
                <a:lnTo>
                  <a:pt x="4531684" y="169313"/>
                </a:lnTo>
                <a:lnTo>
                  <a:pt x="4526632" y="148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697" y="5933778"/>
            <a:ext cx="2581910" cy="410845"/>
          </a:xfrm>
          <a:custGeom>
            <a:avLst/>
            <a:gdLst/>
            <a:ahLst/>
            <a:cxnLst/>
            <a:rect l="l" t="t" r="r" b="b"/>
            <a:pathLst>
              <a:path w="2581910" h="410845">
                <a:moveTo>
                  <a:pt x="377109" y="86227"/>
                </a:moveTo>
                <a:lnTo>
                  <a:pt x="328088" y="96123"/>
                </a:lnTo>
                <a:lnTo>
                  <a:pt x="287918" y="123035"/>
                </a:lnTo>
                <a:lnTo>
                  <a:pt x="260763" y="162801"/>
                </a:lnTo>
                <a:lnTo>
                  <a:pt x="250786" y="211256"/>
                </a:lnTo>
                <a:lnTo>
                  <a:pt x="260770" y="259894"/>
                </a:lnTo>
                <a:lnTo>
                  <a:pt x="287972" y="299639"/>
                </a:lnTo>
                <a:lnTo>
                  <a:pt x="328270" y="326451"/>
                </a:lnTo>
                <a:lnTo>
                  <a:pt x="377540" y="336286"/>
                </a:lnTo>
                <a:lnTo>
                  <a:pt x="426697" y="326478"/>
                </a:lnTo>
                <a:lnTo>
                  <a:pt x="467163" y="299855"/>
                </a:lnTo>
                <a:lnTo>
                  <a:pt x="478475" y="283687"/>
                </a:lnTo>
                <a:lnTo>
                  <a:pt x="377972" y="283687"/>
                </a:lnTo>
                <a:lnTo>
                  <a:pt x="350756" y="277995"/>
                </a:lnTo>
                <a:lnTo>
                  <a:pt x="328714" y="262400"/>
                </a:lnTo>
                <a:lnTo>
                  <a:pt x="313948" y="239125"/>
                </a:lnTo>
                <a:lnTo>
                  <a:pt x="308559" y="210394"/>
                </a:lnTo>
                <a:lnTo>
                  <a:pt x="314062" y="182660"/>
                </a:lnTo>
                <a:lnTo>
                  <a:pt x="328984" y="159897"/>
                </a:lnTo>
                <a:lnTo>
                  <a:pt x="350938" y="144491"/>
                </a:lnTo>
                <a:lnTo>
                  <a:pt x="377540" y="138825"/>
                </a:lnTo>
                <a:lnTo>
                  <a:pt x="478583" y="138825"/>
                </a:lnTo>
                <a:lnTo>
                  <a:pt x="467917" y="122927"/>
                </a:lnTo>
                <a:lnTo>
                  <a:pt x="427424" y="96028"/>
                </a:lnTo>
                <a:lnTo>
                  <a:pt x="377109" y="86227"/>
                </a:lnTo>
                <a:close/>
              </a:path>
              <a:path w="2581910" h="410845">
                <a:moveTo>
                  <a:pt x="63808" y="12071"/>
                </a:moveTo>
                <a:lnTo>
                  <a:pt x="0" y="12071"/>
                </a:lnTo>
                <a:lnTo>
                  <a:pt x="104766" y="212981"/>
                </a:lnTo>
                <a:lnTo>
                  <a:pt x="104766" y="330681"/>
                </a:lnTo>
                <a:lnTo>
                  <a:pt x="163831" y="330681"/>
                </a:lnTo>
                <a:lnTo>
                  <a:pt x="163831" y="212981"/>
                </a:lnTo>
                <a:lnTo>
                  <a:pt x="192159" y="158658"/>
                </a:lnTo>
                <a:lnTo>
                  <a:pt x="134514" y="158658"/>
                </a:lnTo>
                <a:lnTo>
                  <a:pt x="63808" y="12071"/>
                </a:lnTo>
                <a:close/>
              </a:path>
              <a:path w="2581910" h="410845">
                <a:moveTo>
                  <a:pt x="478583" y="138825"/>
                </a:moveTo>
                <a:lnTo>
                  <a:pt x="377540" y="138825"/>
                </a:lnTo>
                <a:lnTo>
                  <a:pt x="404574" y="144565"/>
                </a:lnTo>
                <a:lnTo>
                  <a:pt x="426636" y="160167"/>
                </a:lnTo>
                <a:lnTo>
                  <a:pt x="441504" y="183206"/>
                </a:lnTo>
                <a:lnTo>
                  <a:pt x="446953" y="211256"/>
                </a:lnTo>
                <a:lnTo>
                  <a:pt x="441510" y="239489"/>
                </a:lnTo>
                <a:lnTo>
                  <a:pt x="426690" y="262508"/>
                </a:lnTo>
                <a:lnTo>
                  <a:pt x="404756" y="278008"/>
                </a:lnTo>
                <a:lnTo>
                  <a:pt x="377972" y="283687"/>
                </a:lnTo>
                <a:lnTo>
                  <a:pt x="478475" y="283687"/>
                </a:lnTo>
                <a:lnTo>
                  <a:pt x="494614" y="260622"/>
                </a:lnTo>
                <a:lnTo>
                  <a:pt x="504726" y="212981"/>
                </a:lnTo>
                <a:lnTo>
                  <a:pt x="494911" y="163164"/>
                </a:lnTo>
                <a:lnTo>
                  <a:pt x="478583" y="138825"/>
                </a:lnTo>
                <a:close/>
              </a:path>
              <a:path w="2581910" h="410845">
                <a:moveTo>
                  <a:pt x="268598" y="12071"/>
                </a:moveTo>
                <a:lnTo>
                  <a:pt x="204789" y="12071"/>
                </a:lnTo>
                <a:lnTo>
                  <a:pt x="134514" y="158658"/>
                </a:lnTo>
                <a:lnTo>
                  <a:pt x="192159" y="158658"/>
                </a:lnTo>
                <a:lnTo>
                  <a:pt x="268598" y="12071"/>
                </a:lnTo>
                <a:close/>
              </a:path>
              <a:path w="2581910" h="410845">
                <a:moveTo>
                  <a:pt x="578730" y="12071"/>
                </a:moveTo>
                <a:lnTo>
                  <a:pt x="514921" y="12071"/>
                </a:lnTo>
                <a:lnTo>
                  <a:pt x="619688" y="212981"/>
                </a:lnTo>
                <a:lnTo>
                  <a:pt x="619688" y="330681"/>
                </a:lnTo>
                <a:lnTo>
                  <a:pt x="678753" y="330681"/>
                </a:lnTo>
                <a:lnTo>
                  <a:pt x="678753" y="212981"/>
                </a:lnTo>
                <a:lnTo>
                  <a:pt x="707081" y="158658"/>
                </a:lnTo>
                <a:lnTo>
                  <a:pt x="649436" y="158658"/>
                </a:lnTo>
                <a:lnTo>
                  <a:pt x="578730" y="12071"/>
                </a:lnTo>
                <a:close/>
              </a:path>
              <a:path w="2581910" h="410845">
                <a:moveTo>
                  <a:pt x="783519" y="12071"/>
                </a:moveTo>
                <a:lnTo>
                  <a:pt x="719711" y="12071"/>
                </a:lnTo>
                <a:lnTo>
                  <a:pt x="649436" y="158658"/>
                </a:lnTo>
                <a:lnTo>
                  <a:pt x="707081" y="158658"/>
                </a:lnTo>
                <a:lnTo>
                  <a:pt x="783519" y="12071"/>
                </a:lnTo>
                <a:close/>
              </a:path>
              <a:path w="2581910" h="410845">
                <a:moveTo>
                  <a:pt x="1084190" y="12071"/>
                </a:moveTo>
                <a:lnTo>
                  <a:pt x="1037627" y="12071"/>
                </a:lnTo>
                <a:lnTo>
                  <a:pt x="904837" y="330681"/>
                </a:lnTo>
                <a:lnTo>
                  <a:pt x="969939" y="330681"/>
                </a:lnTo>
                <a:lnTo>
                  <a:pt x="1005292" y="248334"/>
                </a:lnTo>
                <a:lnTo>
                  <a:pt x="1183299" y="248334"/>
                </a:lnTo>
                <a:lnTo>
                  <a:pt x="1159607" y="191855"/>
                </a:lnTo>
                <a:lnTo>
                  <a:pt x="1026849" y="191855"/>
                </a:lnTo>
                <a:lnTo>
                  <a:pt x="1060909" y="95281"/>
                </a:lnTo>
                <a:lnTo>
                  <a:pt x="1119095" y="95281"/>
                </a:lnTo>
                <a:lnTo>
                  <a:pt x="1084190" y="12071"/>
                </a:lnTo>
                <a:close/>
              </a:path>
              <a:path w="2581910" h="410845">
                <a:moveTo>
                  <a:pt x="1183299" y="248334"/>
                </a:moveTo>
                <a:lnTo>
                  <a:pt x="1118681" y="248334"/>
                </a:lnTo>
                <a:lnTo>
                  <a:pt x="1152741" y="330681"/>
                </a:lnTo>
                <a:lnTo>
                  <a:pt x="1217842" y="330681"/>
                </a:lnTo>
                <a:lnTo>
                  <a:pt x="1183299" y="248334"/>
                </a:lnTo>
                <a:close/>
              </a:path>
              <a:path w="2581910" h="410845">
                <a:moveTo>
                  <a:pt x="1119095" y="95281"/>
                </a:moveTo>
                <a:lnTo>
                  <a:pt x="1060909" y="95281"/>
                </a:lnTo>
                <a:lnTo>
                  <a:pt x="1094968" y="191855"/>
                </a:lnTo>
                <a:lnTo>
                  <a:pt x="1159607" y="191855"/>
                </a:lnTo>
                <a:lnTo>
                  <a:pt x="1119095" y="95281"/>
                </a:lnTo>
                <a:close/>
              </a:path>
              <a:path w="2581910" h="410845">
                <a:moveTo>
                  <a:pt x="1297272" y="91832"/>
                </a:moveTo>
                <a:lnTo>
                  <a:pt x="1244243" y="91832"/>
                </a:lnTo>
                <a:lnTo>
                  <a:pt x="1244243" y="330681"/>
                </a:lnTo>
                <a:lnTo>
                  <a:pt x="1301584" y="330681"/>
                </a:lnTo>
                <a:lnTo>
                  <a:pt x="1301678" y="213843"/>
                </a:lnTo>
                <a:lnTo>
                  <a:pt x="1302035" y="197372"/>
                </a:lnTo>
                <a:lnTo>
                  <a:pt x="1318944" y="151376"/>
                </a:lnTo>
                <a:lnTo>
                  <a:pt x="1353320" y="138825"/>
                </a:lnTo>
                <a:lnTo>
                  <a:pt x="1448342" y="138825"/>
                </a:lnTo>
                <a:lnTo>
                  <a:pt x="1447268" y="135336"/>
                </a:lnTo>
                <a:lnTo>
                  <a:pt x="1439116" y="120718"/>
                </a:lnTo>
                <a:lnTo>
                  <a:pt x="1433615" y="114682"/>
                </a:lnTo>
                <a:lnTo>
                  <a:pt x="1297272" y="114682"/>
                </a:lnTo>
                <a:lnTo>
                  <a:pt x="1297272" y="91832"/>
                </a:lnTo>
                <a:close/>
              </a:path>
              <a:path w="2581910" h="410845">
                <a:moveTo>
                  <a:pt x="1448342" y="138825"/>
                </a:moveTo>
                <a:lnTo>
                  <a:pt x="1353320" y="138825"/>
                </a:lnTo>
                <a:lnTo>
                  <a:pt x="1372465" y="141574"/>
                </a:lnTo>
                <a:lnTo>
                  <a:pt x="1386841" y="152406"/>
                </a:lnTo>
                <a:lnTo>
                  <a:pt x="1395881" y="175203"/>
                </a:lnTo>
                <a:lnTo>
                  <a:pt x="1399021" y="213843"/>
                </a:lnTo>
                <a:lnTo>
                  <a:pt x="1399021" y="330681"/>
                </a:lnTo>
                <a:lnTo>
                  <a:pt x="1456362" y="330681"/>
                </a:lnTo>
                <a:lnTo>
                  <a:pt x="1456362" y="202634"/>
                </a:lnTo>
                <a:lnTo>
                  <a:pt x="1455486" y="174435"/>
                </a:lnTo>
                <a:lnTo>
                  <a:pt x="1452589" y="152622"/>
                </a:lnTo>
                <a:lnTo>
                  <a:pt x="1448342" y="138825"/>
                </a:lnTo>
                <a:close/>
              </a:path>
              <a:path w="2581910" h="410845">
                <a:moveTo>
                  <a:pt x="1364530" y="86227"/>
                </a:moveTo>
                <a:lnTo>
                  <a:pt x="1345533" y="87823"/>
                </a:lnTo>
                <a:lnTo>
                  <a:pt x="1328638" y="92856"/>
                </a:lnTo>
                <a:lnTo>
                  <a:pt x="1312874" y="101687"/>
                </a:lnTo>
                <a:lnTo>
                  <a:pt x="1297272" y="114682"/>
                </a:lnTo>
                <a:lnTo>
                  <a:pt x="1433615" y="114682"/>
                </a:lnTo>
                <a:lnTo>
                  <a:pt x="1425583" y="105870"/>
                </a:lnTo>
                <a:lnTo>
                  <a:pt x="1408452" y="95065"/>
                </a:lnTo>
                <a:lnTo>
                  <a:pt x="1388007" y="88463"/>
                </a:lnTo>
                <a:lnTo>
                  <a:pt x="1364530" y="86227"/>
                </a:lnTo>
                <a:close/>
              </a:path>
              <a:path w="2581910" h="410845">
                <a:moveTo>
                  <a:pt x="1613989" y="86227"/>
                </a:moveTo>
                <a:lnTo>
                  <a:pt x="1565163" y="95651"/>
                </a:lnTo>
                <a:lnTo>
                  <a:pt x="1526684" y="121849"/>
                </a:lnTo>
                <a:lnTo>
                  <a:pt x="1501463" y="161709"/>
                </a:lnTo>
                <a:lnTo>
                  <a:pt x="1492409" y="212119"/>
                </a:lnTo>
                <a:lnTo>
                  <a:pt x="1501382" y="261895"/>
                </a:lnTo>
                <a:lnTo>
                  <a:pt x="1526361" y="301202"/>
                </a:lnTo>
                <a:lnTo>
                  <a:pt x="1564436" y="327010"/>
                </a:lnTo>
                <a:lnTo>
                  <a:pt x="1612696" y="336286"/>
                </a:lnTo>
                <a:lnTo>
                  <a:pt x="1636065" y="334198"/>
                </a:lnTo>
                <a:lnTo>
                  <a:pt x="1656402" y="327663"/>
                </a:lnTo>
                <a:lnTo>
                  <a:pt x="1674719" y="316279"/>
                </a:lnTo>
                <a:lnTo>
                  <a:pt x="1692025" y="299639"/>
                </a:lnTo>
                <a:lnTo>
                  <a:pt x="1744624" y="299639"/>
                </a:lnTo>
                <a:lnTo>
                  <a:pt x="1744624" y="283687"/>
                </a:lnTo>
                <a:lnTo>
                  <a:pt x="1620888" y="283687"/>
                </a:lnTo>
                <a:lnTo>
                  <a:pt x="1592197" y="278588"/>
                </a:lnTo>
                <a:lnTo>
                  <a:pt x="1569852" y="264232"/>
                </a:lnTo>
                <a:lnTo>
                  <a:pt x="1555348" y="242036"/>
                </a:lnTo>
                <a:lnTo>
                  <a:pt x="1550181" y="213412"/>
                </a:lnTo>
                <a:lnTo>
                  <a:pt x="1555335" y="183387"/>
                </a:lnTo>
                <a:lnTo>
                  <a:pt x="1569744" y="159789"/>
                </a:lnTo>
                <a:lnTo>
                  <a:pt x="1591833" y="144356"/>
                </a:lnTo>
                <a:lnTo>
                  <a:pt x="1620025" y="138825"/>
                </a:lnTo>
                <a:lnTo>
                  <a:pt x="1744624" y="138825"/>
                </a:lnTo>
                <a:lnTo>
                  <a:pt x="1744624" y="123736"/>
                </a:lnTo>
                <a:lnTo>
                  <a:pt x="1692025" y="123736"/>
                </a:lnTo>
                <a:lnTo>
                  <a:pt x="1676316" y="106780"/>
                </a:lnTo>
                <a:lnTo>
                  <a:pt x="1658504" y="95119"/>
                </a:lnTo>
                <a:lnTo>
                  <a:pt x="1637944" y="88389"/>
                </a:lnTo>
                <a:lnTo>
                  <a:pt x="1613989" y="86227"/>
                </a:lnTo>
                <a:close/>
              </a:path>
              <a:path w="2581910" h="410845">
                <a:moveTo>
                  <a:pt x="1744624" y="299639"/>
                </a:moveTo>
                <a:lnTo>
                  <a:pt x="1692025" y="299639"/>
                </a:lnTo>
                <a:lnTo>
                  <a:pt x="1692025" y="330681"/>
                </a:lnTo>
                <a:lnTo>
                  <a:pt x="1744624" y="330681"/>
                </a:lnTo>
                <a:lnTo>
                  <a:pt x="1744624" y="299639"/>
                </a:lnTo>
                <a:close/>
              </a:path>
              <a:path w="2581910" h="410845">
                <a:moveTo>
                  <a:pt x="1744624" y="138825"/>
                </a:moveTo>
                <a:lnTo>
                  <a:pt x="1620025" y="138825"/>
                </a:lnTo>
                <a:lnTo>
                  <a:pt x="1648285" y="144289"/>
                </a:lnTo>
                <a:lnTo>
                  <a:pt x="1670522" y="159574"/>
                </a:lnTo>
                <a:lnTo>
                  <a:pt x="1685080" y="183024"/>
                </a:lnTo>
                <a:lnTo>
                  <a:pt x="1690150" y="212119"/>
                </a:lnTo>
                <a:lnTo>
                  <a:pt x="1690227" y="213412"/>
                </a:lnTo>
                <a:lnTo>
                  <a:pt x="1685578" y="240762"/>
                </a:lnTo>
                <a:lnTo>
                  <a:pt x="1671923" y="263208"/>
                </a:lnTo>
                <a:lnTo>
                  <a:pt x="1650104" y="278217"/>
                </a:lnTo>
                <a:lnTo>
                  <a:pt x="1620888" y="283687"/>
                </a:lnTo>
                <a:lnTo>
                  <a:pt x="1744624" y="283687"/>
                </a:lnTo>
                <a:lnTo>
                  <a:pt x="1744624" y="138825"/>
                </a:lnTo>
                <a:close/>
              </a:path>
              <a:path w="2581910" h="410845">
                <a:moveTo>
                  <a:pt x="1744624" y="91832"/>
                </a:moveTo>
                <a:lnTo>
                  <a:pt x="1692025" y="91832"/>
                </a:lnTo>
                <a:lnTo>
                  <a:pt x="1692025" y="123736"/>
                </a:lnTo>
                <a:lnTo>
                  <a:pt x="1744624" y="123736"/>
                </a:lnTo>
                <a:lnTo>
                  <a:pt x="1744624" y="91832"/>
                </a:lnTo>
                <a:close/>
              </a:path>
              <a:path w="2581910" h="410845">
                <a:moveTo>
                  <a:pt x="1844715" y="12071"/>
                </a:moveTo>
                <a:lnTo>
                  <a:pt x="1787374" y="12071"/>
                </a:lnTo>
                <a:lnTo>
                  <a:pt x="1787374" y="330681"/>
                </a:lnTo>
                <a:lnTo>
                  <a:pt x="1844715" y="330681"/>
                </a:lnTo>
                <a:lnTo>
                  <a:pt x="1844715" y="12071"/>
                </a:lnTo>
                <a:close/>
              </a:path>
              <a:path w="2581910" h="410845">
                <a:moveTo>
                  <a:pt x="1935786" y="91832"/>
                </a:moveTo>
                <a:lnTo>
                  <a:pt x="1870253" y="91832"/>
                </a:lnTo>
                <a:lnTo>
                  <a:pt x="1957774" y="308262"/>
                </a:lnTo>
                <a:lnTo>
                  <a:pt x="1912935" y="410441"/>
                </a:lnTo>
                <a:lnTo>
                  <a:pt x="1974588" y="410441"/>
                </a:lnTo>
                <a:lnTo>
                  <a:pt x="2045530" y="246610"/>
                </a:lnTo>
                <a:lnTo>
                  <a:pt x="1988815" y="246610"/>
                </a:lnTo>
                <a:lnTo>
                  <a:pt x="1935786" y="91832"/>
                </a:lnTo>
                <a:close/>
              </a:path>
              <a:path w="2581910" h="410845">
                <a:moveTo>
                  <a:pt x="2112552" y="91832"/>
                </a:moveTo>
                <a:lnTo>
                  <a:pt x="2046588" y="91832"/>
                </a:lnTo>
                <a:lnTo>
                  <a:pt x="1988815" y="246610"/>
                </a:lnTo>
                <a:lnTo>
                  <a:pt x="2045530" y="246610"/>
                </a:lnTo>
                <a:lnTo>
                  <a:pt x="2112552" y="91832"/>
                </a:lnTo>
                <a:close/>
              </a:path>
              <a:path w="2581910" h="410845">
                <a:moveTo>
                  <a:pt x="2172776" y="254801"/>
                </a:moveTo>
                <a:lnTo>
                  <a:pt x="2115004" y="254801"/>
                </a:lnTo>
                <a:lnTo>
                  <a:pt x="2124556" y="290996"/>
                </a:lnTo>
                <a:lnTo>
                  <a:pt x="2143243" y="316400"/>
                </a:lnTo>
                <a:lnTo>
                  <a:pt x="2169691" y="331375"/>
                </a:lnTo>
                <a:lnTo>
                  <a:pt x="2202525" y="336286"/>
                </a:lnTo>
                <a:lnTo>
                  <a:pt x="2236052" y="329981"/>
                </a:lnTo>
                <a:lnTo>
                  <a:pt x="2263153" y="312681"/>
                </a:lnTo>
                <a:lnTo>
                  <a:pt x="2281281" y="286813"/>
                </a:lnTo>
                <a:lnTo>
                  <a:pt x="2281926" y="283687"/>
                </a:lnTo>
                <a:lnTo>
                  <a:pt x="2204680" y="283687"/>
                </a:lnTo>
                <a:lnTo>
                  <a:pt x="2193390" y="282023"/>
                </a:lnTo>
                <a:lnTo>
                  <a:pt x="2184525" y="276843"/>
                </a:lnTo>
                <a:lnTo>
                  <a:pt x="2177761" y="267863"/>
                </a:lnTo>
                <a:lnTo>
                  <a:pt x="2172776" y="254801"/>
                </a:lnTo>
                <a:close/>
              </a:path>
              <a:path w="2581910" h="410845">
                <a:moveTo>
                  <a:pt x="2202956" y="86227"/>
                </a:moveTo>
                <a:lnTo>
                  <a:pt x="2171826" y="91852"/>
                </a:lnTo>
                <a:lnTo>
                  <a:pt x="2146638" y="107299"/>
                </a:lnTo>
                <a:lnTo>
                  <a:pt x="2129777" y="130425"/>
                </a:lnTo>
                <a:lnTo>
                  <a:pt x="2123627" y="159089"/>
                </a:lnTo>
                <a:lnTo>
                  <a:pt x="2127332" y="182626"/>
                </a:lnTo>
                <a:lnTo>
                  <a:pt x="2139040" y="201556"/>
                </a:lnTo>
                <a:lnTo>
                  <a:pt x="2159640" y="216929"/>
                </a:lnTo>
                <a:lnTo>
                  <a:pt x="2190021" y="229795"/>
                </a:lnTo>
                <a:lnTo>
                  <a:pt x="2212542" y="238095"/>
                </a:lnTo>
                <a:lnTo>
                  <a:pt x="2224674" y="244777"/>
                </a:lnTo>
                <a:lnTo>
                  <a:pt x="2229612" y="251622"/>
                </a:lnTo>
                <a:lnTo>
                  <a:pt x="2230548" y="260406"/>
                </a:lnTo>
                <a:lnTo>
                  <a:pt x="2228568" y="269682"/>
                </a:lnTo>
                <a:lnTo>
                  <a:pt x="2223111" y="277059"/>
                </a:lnTo>
                <a:lnTo>
                  <a:pt x="2214906" y="281929"/>
                </a:lnTo>
                <a:lnTo>
                  <a:pt x="2204680" y="283687"/>
                </a:lnTo>
                <a:lnTo>
                  <a:pt x="2281926" y="283687"/>
                </a:lnTo>
                <a:lnTo>
                  <a:pt x="2287890" y="254801"/>
                </a:lnTo>
                <a:lnTo>
                  <a:pt x="2284548" y="231156"/>
                </a:lnTo>
                <a:lnTo>
                  <a:pt x="2273446" y="212442"/>
                </a:lnTo>
                <a:lnTo>
                  <a:pt x="2252967" y="197447"/>
                </a:lnTo>
                <a:lnTo>
                  <a:pt x="2221495" y="184957"/>
                </a:lnTo>
                <a:lnTo>
                  <a:pt x="2198611" y="177399"/>
                </a:lnTo>
                <a:lnTo>
                  <a:pt x="2186519" y="172023"/>
                </a:lnTo>
                <a:lnTo>
                  <a:pt x="2181783" y="166647"/>
                </a:lnTo>
                <a:lnTo>
                  <a:pt x="2180968" y="159089"/>
                </a:lnTo>
                <a:lnTo>
                  <a:pt x="2182645" y="151012"/>
                </a:lnTo>
                <a:lnTo>
                  <a:pt x="2187273" y="144592"/>
                </a:lnTo>
                <a:lnTo>
                  <a:pt x="2194245" y="140355"/>
                </a:lnTo>
                <a:lnTo>
                  <a:pt x="2202956" y="138825"/>
                </a:lnTo>
                <a:lnTo>
                  <a:pt x="2276714" y="138825"/>
                </a:lnTo>
                <a:lnTo>
                  <a:pt x="2273952" y="127697"/>
                </a:lnTo>
                <a:lnTo>
                  <a:pt x="2256578" y="105197"/>
                </a:lnTo>
                <a:lnTo>
                  <a:pt x="2232010" y="91104"/>
                </a:lnTo>
                <a:lnTo>
                  <a:pt x="2202956" y="86227"/>
                </a:lnTo>
                <a:close/>
              </a:path>
              <a:path w="2581910" h="410845">
                <a:moveTo>
                  <a:pt x="2276714" y="138825"/>
                </a:moveTo>
                <a:lnTo>
                  <a:pt x="2202956" y="138825"/>
                </a:lnTo>
                <a:lnTo>
                  <a:pt x="2211188" y="140031"/>
                </a:lnTo>
                <a:lnTo>
                  <a:pt x="2217722" y="143622"/>
                </a:lnTo>
                <a:lnTo>
                  <a:pt x="2222478" y="149557"/>
                </a:lnTo>
                <a:lnTo>
                  <a:pt x="2225375" y="157795"/>
                </a:lnTo>
                <a:lnTo>
                  <a:pt x="2281423" y="157795"/>
                </a:lnTo>
                <a:lnTo>
                  <a:pt x="2276714" y="138825"/>
                </a:lnTo>
                <a:close/>
              </a:path>
              <a:path w="2581910" h="410845">
                <a:moveTo>
                  <a:pt x="2377320" y="91832"/>
                </a:moveTo>
                <a:lnTo>
                  <a:pt x="2319979" y="91832"/>
                </a:lnTo>
                <a:lnTo>
                  <a:pt x="2319979" y="330681"/>
                </a:lnTo>
                <a:lnTo>
                  <a:pt x="2377320" y="330681"/>
                </a:lnTo>
                <a:lnTo>
                  <a:pt x="2377320" y="91832"/>
                </a:lnTo>
                <a:close/>
              </a:path>
              <a:path w="2581910" h="410845">
                <a:moveTo>
                  <a:pt x="2377751" y="0"/>
                </a:moveTo>
                <a:lnTo>
                  <a:pt x="2320410" y="0"/>
                </a:lnTo>
                <a:lnTo>
                  <a:pt x="2320410" y="57341"/>
                </a:lnTo>
                <a:lnTo>
                  <a:pt x="2377751" y="57341"/>
                </a:lnTo>
                <a:lnTo>
                  <a:pt x="2377751" y="0"/>
                </a:lnTo>
                <a:close/>
              </a:path>
              <a:path w="2581910" h="410845">
                <a:moveTo>
                  <a:pt x="2466235" y="254801"/>
                </a:moveTo>
                <a:lnTo>
                  <a:pt x="2408463" y="254801"/>
                </a:lnTo>
                <a:lnTo>
                  <a:pt x="2418015" y="290996"/>
                </a:lnTo>
                <a:lnTo>
                  <a:pt x="2436702" y="316400"/>
                </a:lnTo>
                <a:lnTo>
                  <a:pt x="2463150" y="331375"/>
                </a:lnTo>
                <a:lnTo>
                  <a:pt x="2495984" y="336286"/>
                </a:lnTo>
                <a:lnTo>
                  <a:pt x="2529511" y="329981"/>
                </a:lnTo>
                <a:lnTo>
                  <a:pt x="2556612" y="312681"/>
                </a:lnTo>
                <a:lnTo>
                  <a:pt x="2574740" y="286813"/>
                </a:lnTo>
                <a:lnTo>
                  <a:pt x="2575385" y="283687"/>
                </a:lnTo>
                <a:lnTo>
                  <a:pt x="2498139" y="283687"/>
                </a:lnTo>
                <a:lnTo>
                  <a:pt x="2486849" y="282023"/>
                </a:lnTo>
                <a:lnTo>
                  <a:pt x="2477984" y="276843"/>
                </a:lnTo>
                <a:lnTo>
                  <a:pt x="2471220" y="267863"/>
                </a:lnTo>
                <a:lnTo>
                  <a:pt x="2466235" y="254801"/>
                </a:lnTo>
                <a:close/>
              </a:path>
              <a:path w="2581910" h="410845">
                <a:moveTo>
                  <a:pt x="2496415" y="86227"/>
                </a:moveTo>
                <a:lnTo>
                  <a:pt x="2465285" y="91852"/>
                </a:lnTo>
                <a:lnTo>
                  <a:pt x="2440098" y="107299"/>
                </a:lnTo>
                <a:lnTo>
                  <a:pt x="2423236" y="130425"/>
                </a:lnTo>
                <a:lnTo>
                  <a:pt x="2417086" y="159089"/>
                </a:lnTo>
                <a:lnTo>
                  <a:pt x="2420791" y="182626"/>
                </a:lnTo>
                <a:lnTo>
                  <a:pt x="2432499" y="201556"/>
                </a:lnTo>
                <a:lnTo>
                  <a:pt x="2453099" y="216929"/>
                </a:lnTo>
                <a:lnTo>
                  <a:pt x="2483481" y="229795"/>
                </a:lnTo>
                <a:lnTo>
                  <a:pt x="2506001" y="238095"/>
                </a:lnTo>
                <a:lnTo>
                  <a:pt x="2518133" y="244777"/>
                </a:lnTo>
                <a:lnTo>
                  <a:pt x="2523071" y="251622"/>
                </a:lnTo>
                <a:lnTo>
                  <a:pt x="2524007" y="260406"/>
                </a:lnTo>
                <a:lnTo>
                  <a:pt x="2522027" y="269682"/>
                </a:lnTo>
                <a:lnTo>
                  <a:pt x="2516570" y="277059"/>
                </a:lnTo>
                <a:lnTo>
                  <a:pt x="2508365" y="281929"/>
                </a:lnTo>
                <a:lnTo>
                  <a:pt x="2498139" y="283687"/>
                </a:lnTo>
                <a:lnTo>
                  <a:pt x="2575385" y="283687"/>
                </a:lnTo>
                <a:lnTo>
                  <a:pt x="2581349" y="254801"/>
                </a:lnTo>
                <a:lnTo>
                  <a:pt x="2578007" y="231156"/>
                </a:lnTo>
                <a:lnTo>
                  <a:pt x="2566906" y="212442"/>
                </a:lnTo>
                <a:lnTo>
                  <a:pt x="2546427" y="197447"/>
                </a:lnTo>
                <a:lnTo>
                  <a:pt x="2514954" y="184957"/>
                </a:lnTo>
                <a:lnTo>
                  <a:pt x="2492070" y="177399"/>
                </a:lnTo>
                <a:lnTo>
                  <a:pt x="2479978" y="172023"/>
                </a:lnTo>
                <a:lnTo>
                  <a:pt x="2475242" y="166647"/>
                </a:lnTo>
                <a:lnTo>
                  <a:pt x="2474427" y="159089"/>
                </a:lnTo>
                <a:lnTo>
                  <a:pt x="2476104" y="151012"/>
                </a:lnTo>
                <a:lnTo>
                  <a:pt x="2480732" y="144592"/>
                </a:lnTo>
                <a:lnTo>
                  <a:pt x="2487705" y="140355"/>
                </a:lnTo>
                <a:lnTo>
                  <a:pt x="2496415" y="138825"/>
                </a:lnTo>
                <a:lnTo>
                  <a:pt x="2570173" y="138825"/>
                </a:lnTo>
                <a:lnTo>
                  <a:pt x="2567411" y="127697"/>
                </a:lnTo>
                <a:lnTo>
                  <a:pt x="2550037" y="105197"/>
                </a:lnTo>
                <a:lnTo>
                  <a:pt x="2525469" y="91104"/>
                </a:lnTo>
                <a:lnTo>
                  <a:pt x="2496415" y="86227"/>
                </a:lnTo>
                <a:close/>
              </a:path>
              <a:path w="2581910" h="410845">
                <a:moveTo>
                  <a:pt x="2570173" y="138825"/>
                </a:moveTo>
                <a:lnTo>
                  <a:pt x="2496415" y="138825"/>
                </a:lnTo>
                <a:lnTo>
                  <a:pt x="2504647" y="140031"/>
                </a:lnTo>
                <a:lnTo>
                  <a:pt x="2511181" y="143622"/>
                </a:lnTo>
                <a:lnTo>
                  <a:pt x="2515937" y="149557"/>
                </a:lnTo>
                <a:lnTo>
                  <a:pt x="2518834" y="157795"/>
                </a:lnTo>
                <a:lnTo>
                  <a:pt x="2574881" y="157795"/>
                </a:lnTo>
                <a:lnTo>
                  <a:pt x="2570173" y="1388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404" y="1426369"/>
            <a:ext cx="10909799" cy="41018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6608" y="1426369"/>
            <a:ext cx="7708975" cy="25346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404" y="6678879"/>
            <a:ext cx="6301811" cy="37779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94530" y="6678879"/>
            <a:ext cx="6536953" cy="37779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11959" y="6678879"/>
            <a:ext cx="6286135" cy="37779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180418" y="6071708"/>
            <a:ext cx="16384269" cy="19685"/>
          </a:xfrm>
          <a:custGeom>
            <a:avLst/>
            <a:gdLst/>
            <a:ahLst/>
            <a:cxnLst/>
            <a:rect l="l" t="t" r="r" b="b"/>
            <a:pathLst>
              <a:path w="16384269" h="19685">
                <a:moveTo>
                  <a:pt x="16383973" y="0"/>
                </a:moveTo>
                <a:lnTo>
                  <a:pt x="0" y="0"/>
                </a:lnTo>
                <a:lnTo>
                  <a:pt x="0" y="19275"/>
                </a:lnTo>
                <a:lnTo>
                  <a:pt x="16383973" y="19275"/>
                </a:lnTo>
                <a:lnTo>
                  <a:pt x="163839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29498" y="4268121"/>
            <a:ext cx="7323500" cy="11096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04" y="10909799"/>
            <a:ext cx="3816502" cy="123361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61840" y="10909799"/>
            <a:ext cx="3816502" cy="123361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5122" y="10909799"/>
            <a:ext cx="3816502" cy="12336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538558" y="10909799"/>
            <a:ext cx="3816502" cy="123361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615277" y="10909799"/>
            <a:ext cx="3296070" cy="1233616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18208" y="11276785"/>
            <a:ext cx="1628139" cy="551180"/>
          </a:xfrm>
          <a:custGeom>
            <a:avLst/>
            <a:gdLst/>
            <a:ahLst/>
            <a:cxnLst/>
            <a:rect l="l" t="t" r="r" b="b"/>
            <a:pathLst>
              <a:path w="1628139" h="551179">
                <a:moveTo>
                  <a:pt x="78333" y="354840"/>
                </a:moveTo>
                <a:lnTo>
                  <a:pt x="0" y="354840"/>
                </a:lnTo>
                <a:lnTo>
                  <a:pt x="0" y="362439"/>
                </a:lnTo>
                <a:lnTo>
                  <a:pt x="6402" y="398455"/>
                </a:lnTo>
                <a:lnTo>
                  <a:pt x="24917" y="430470"/>
                </a:lnTo>
                <a:lnTo>
                  <a:pt x="54502" y="456237"/>
                </a:lnTo>
                <a:lnTo>
                  <a:pt x="94117" y="473509"/>
                </a:lnTo>
                <a:lnTo>
                  <a:pt x="94117" y="550674"/>
                </a:lnTo>
                <a:lnTo>
                  <a:pt x="168359" y="550674"/>
                </a:lnTo>
                <a:lnTo>
                  <a:pt x="168359" y="473509"/>
                </a:lnTo>
                <a:lnTo>
                  <a:pt x="204721" y="456840"/>
                </a:lnTo>
                <a:lnTo>
                  <a:pt x="231712" y="430470"/>
                </a:lnTo>
                <a:lnTo>
                  <a:pt x="243948" y="405113"/>
                </a:lnTo>
                <a:lnTo>
                  <a:pt x="127438" y="405113"/>
                </a:lnTo>
                <a:lnTo>
                  <a:pt x="108174" y="401533"/>
                </a:lnTo>
                <a:lnTo>
                  <a:pt x="93021" y="391376"/>
                </a:lnTo>
                <a:lnTo>
                  <a:pt x="82800" y="375519"/>
                </a:lnTo>
                <a:lnTo>
                  <a:pt x="78333" y="354840"/>
                </a:lnTo>
                <a:close/>
              </a:path>
              <a:path w="1628139" h="551179">
                <a:moveTo>
                  <a:pt x="168359" y="0"/>
                </a:moveTo>
                <a:lnTo>
                  <a:pt x="94117" y="0"/>
                </a:lnTo>
                <a:lnTo>
                  <a:pt x="94117" y="77749"/>
                </a:lnTo>
                <a:lnTo>
                  <a:pt x="59864" y="92482"/>
                </a:lnTo>
                <a:lnTo>
                  <a:pt x="35805" y="116696"/>
                </a:lnTo>
                <a:lnTo>
                  <a:pt x="21611" y="148035"/>
                </a:lnTo>
                <a:lnTo>
                  <a:pt x="16952" y="184142"/>
                </a:lnTo>
                <a:lnTo>
                  <a:pt x="21748" y="219738"/>
                </a:lnTo>
                <a:lnTo>
                  <a:pt x="36024" y="249250"/>
                </a:lnTo>
                <a:lnTo>
                  <a:pt x="59618" y="272514"/>
                </a:lnTo>
                <a:lnTo>
                  <a:pt x="92363" y="289367"/>
                </a:lnTo>
                <a:lnTo>
                  <a:pt x="121930" y="300711"/>
                </a:lnTo>
                <a:lnTo>
                  <a:pt x="138180" y="307342"/>
                </a:lnTo>
                <a:lnTo>
                  <a:pt x="171281" y="333064"/>
                </a:lnTo>
                <a:lnTo>
                  <a:pt x="176543" y="356593"/>
                </a:lnTo>
                <a:lnTo>
                  <a:pt x="172816" y="375766"/>
                </a:lnTo>
                <a:lnTo>
                  <a:pt x="162513" y="391157"/>
                </a:lnTo>
                <a:lnTo>
                  <a:pt x="146948" y="401396"/>
                </a:lnTo>
                <a:lnTo>
                  <a:pt x="127438" y="405113"/>
                </a:lnTo>
                <a:lnTo>
                  <a:pt x="243948" y="405113"/>
                </a:lnTo>
                <a:lnTo>
                  <a:pt x="248510" y="395660"/>
                </a:lnTo>
                <a:lnTo>
                  <a:pt x="254292" y="353670"/>
                </a:lnTo>
                <a:lnTo>
                  <a:pt x="249962" y="312732"/>
                </a:lnTo>
                <a:lnTo>
                  <a:pt x="235001" y="281767"/>
                </a:lnTo>
                <a:lnTo>
                  <a:pt x="206448" y="257818"/>
                </a:lnTo>
                <a:lnTo>
                  <a:pt x="161344" y="237924"/>
                </a:lnTo>
                <a:lnTo>
                  <a:pt x="126515" y="223446"/>
                </a:lnTo>
                <a:lnTo>
                  <a:pt x="106320" y="210668"/>
                </a:lnTo>
                <a:lnTo>
                  <a:pt x="96976" y="196902"/>
                </a:lnTo>
                <a:lnTo>
                  <a:pt x="94701" y="179466"/>
                </a:lnTo>
                <a:lnTo>
                  <a:pt x="97296" y="164495"/>
                </a:lnTo>
                <a:lnTo>
                  <a:pt x="104493" y="152648"/>
                </a:lnTo>
                <a:lnTo>
                  <a:pt x="115417" y="144857"/>
                </a:lnTo>
                <a:lnTo>
                  <a:pt x="129192" y="142052"/>
                </a:lnTo>
                <a:lnTo>
                  <a:pt x="234045" y="142052"/>
                </a:lnTo>
                <a:lnTo>
                  <a:pt x="218852" y="112239"/>
                </a:lnTo>
                <a:lnTo>
                  <a:pt x="196208" y="89678"/>
                </a:lnTo>
                <a:lnTo>
                  <a:pt x="168359" y="77749"/>
                </a:lnTo>
                <a:lnTo>
                  <a:pt x="168359" y="0"/>
                </a:lnTo>
                <a:close/>
              </a:path>
              <a:path w="1628139" h="551179">
                <a:moveTo>
                  <a:pt x="234045" y="142052"/>
                </a:moveTo>
                <a:lnTo>
                  <a:pt x="129192" y="142052"/>
                </a:lnTo>
                <a:lnTo>
                  <a:pt x="142856" y="144427"/>
                </a:lnTo>
                <a:lnTo>
                  <a:pt x="153890" y="151406"/>
                </a:lnTo>
                <a:lnTo>
                  <a:pt x="162074" y="162769"/>
                </a:lnTo>
                <a:lnTo>
                  <a:pt x="167189" y="178296"/>
                </a:lnTo>
                <a:lnTo>
                  <a:pt x="240846" y="178296"/>
                </a:lnTo>
                <a:lnTo>
                  <a:pt x="234370" y="142692"/>
                </a:lnTo>
                <a:lnTo>
                  <a:pt x="234045" y="142052"/>
                </a:lnTo>
                <a:close/>
              </a:path>
              <a:path w="1628139" h="551179">
                <a:moveTo>
                  <a:pt x="577552" y="132115"/>
                </a:moveTo>
                <a:lnTo>
                  <a:pt x="456305" y="132115"/>
                </a:lnTo>
                <a:lnTo>
                  <a:pt x="481122" y="137284"/>
                </a:lnTo>
                <a:lnTo>
                  <a:pt x="500953" y="151552"/>
                </a:lnTo>
                <a:lnTo>
                  <a:pt x="514096" y="173053"/>
                </a:lnTo>
                <a:lnTo>
                  <a:pt x="518855" y="199926"/>
                </a:lnTo>
                <a:lnTo>
                  <a:pt x="516024" y="220596"/>
                </a:lnTo>
                <a:lnTo>
                  <a:pt x="507164" y="241212"/>
                </a:lnTo>
                <a:lnTo>
                  <a:pt x="491727" y="262814"/>
                </a:lnTo>
                <a:lnTo>
                  <a:pt x="469166" y="286444"/>
                </a:lnTo>
                <a:lnTo>
                  <a:pt x="315421" y="432004"/>
                </a:lnTo>
                <a:lnTo>
                  <a:pt x="315421" y="500400"/>
                </a:lnTo>
                <a:lnTo>
                  <a:pt x="594851" y="500400"/>
                </a:lnTo>
                <a:lnTo>
                  <a:pt x="594851" y="427328"/>
                </a:lnTo>
                <a:lnTo>
                  <a:pt x="424738" y="427328"/>
                </a:lnTo>
                <a:lnTo>
                  <a:pt x="513009" y="347240"/>
                </a:lnTo>
                <a:lnTo>
                  <a:pt x="553693" y="306977"/>
                </a:lnTo>
                <a:lnTo>
                  <a:pt x="579359" y="271975"/>
                </a:lnTo>
                <a:lnTo>
                  <a:pt x="592750" y="238070"/>
                </a:lnTo>
                <a:lnTo>
                  <a:pt x="596604" y="201095"/>
                </a:lnTo>
                <a:lnTo>
                  <a:pt x="589641" y="155975"/>
                </a:lnTo>
                <a:lnTo>
                  <a:pt x="577552" y="132115"/>
                </a:lnTo>
                <a:close/>
              </a:path>
              <a:path w="1628139" h="551179">
                <a:moveTo>
                  <a:pt x="455721" y="60796"/>
                </a:moveTo>
                <a:lnTo>
                  <a:pt x="408950" y="67549"/>
                </a:lnTo>
                <a:lnTo>
                  <a:pt x="369446" y="87322"/>
                </a:lnTo>
                <a:lnTo>
                  <a:pt x="339006" y="119385"/>
                </a:lnTo>
                <a:lnTo>
                  <a:pt x="319425" y="163008"/>
                </a:lnTo>
                <a:lnTo>
                  <a:pt x="312499" y="217463"/>
                </a:lnTo>
                <a:lnTo>
                  <a:pt x="389079" y="217463"/>
                </a:lnTo>
                <a:lnTo>
                  <a:pt x="393910" y="182425"/>
                </a:lnTo>
                <a:lnTo>
                  <a:pt x="407566" y="155498"/>
                </a:lnTo>
                <a:lnTo>
                  <a:pt x="428784" y="138216"/>
                </a:lnTo>
                <a:lnTo>
                  <a:pt x="456305" y="132115"/>
                </a:lnTo>
                <a:lnTo>
                  <a:pt x="577552" y="132115"/>
                </a:lnTo>
                <a:lnTo>
                  <a:pt x="570079" y="117364"/>
                </a:lnTo>
                <a:lnTo>
                  <a:pt x="539910" y="87284"/>
                </a:lnTo>
                <a:lnTo>
                  <a:pt x="501126" y="67755"/>
                </a:lnTo>
                <a:lnTo>
                  <a:pt x="455721" y="60796"/>
                </a:lnTo>
                <a:close/>
              </a:path>
              <a:path w="1628139" h="551179">
                <a:moveTo>
                  <a:pt x="739575" y="425574"/>
                </a:moveTo>
                <a:lnTo>
                  <a:pt x="661826" y="425574"/>
                </a:lnTo>
                <a:lnTo>
                  <a:pt x="661826" y="500400"/>
                </a:lnTo>
                <a:lnTo>
                  <a:pt x="739575" y="500400"/>
                </a:lnTo>
                <a:lnTo>
                  <a:pt x="739575" y="425574"/>
                </a:lnTo>
                <a:close/>
              </a:path>
              <a:path w="1628139" h="551179">
                <a:moveTo>
                  <a:pt x="1041397" y="346655"/>
                </a:moveTo>
                <a:lnTo>
                  <a:pt x="950184" y="346655"/>
                </a:lnTo>
                <a:lnTo>
                  <a:pt x="846129" y="500400"/>
                </a:lnTo>
                <a:lnTo>
                  <a:pt x="939077" y="500400"/>
                </a:lnTo>
                <a:lnTo>
                  <a:pt x="1041397" y="346655"/>
                </a:lnTo>
                <a:close/>
              </a:path>
              <a:path w="1628139" h="551179">
                <a:moveTo>
                  <a:pt x="943169" y="60796"/>
                </a:moveTo>
                <a:lnTo>
                  <a:pt x="895135" y="68264"/>
                </a:lnTo>
                <a:lnTo>
                  <a:pt x="854650" y="89398"/>
                </a:lnTo>
                <a:lnTo>
                  <a:pt x="823508" y="122289"/>
                </a:lnTo>
                <a:lnTo>
                  <a:pt x="803506" y="165029"/>
                </a:lnTo>
                <a:lnTo>
                  <a:pt x="796439" y="215710"/>
                </a:lnTo>
                <a:lnTo>
                  <a:pt x="805528" y="270313"/>
                </a:lnTo>
                <a:lnTo>
                  <a:pt x="830564" y="314065"/>
                </a:lnTo>
                <a:lnTo>
                  <a:pt x="868206" y="343130"/>
                </a:lnTo>
                <a:lnTo>
                  <a:pt x="915109" y="353670"/>
                </a:lnTo>
                <a:lnTo>
                  <a:pt x="924042" y="353314"/>
                </a:lnTo>
                <a:lnTo>
                  <a:pt x="932208" y="352136"/>
                </a:lnTo>
                <a:lnTo>
                  <a:pt x="940593" y="349971"/>
                </a:lnTo>
                <a:lnTo>
                  <a:pt x="950184" y="346655"/>
                </a:lnTo>
                <a:lnTo>
                  <a:pt x="1041397" y="346655"/>
                </a:lnTo>
                <a:lnTo>
                  <a:pt x="1051901" y="330872"/>
                </a:lnTo>
                <a:lnTo>
                  <a:pt x="1071640" y="298409"/>
                </a:lnTo>
                <a:lnTo>
                  <a:pt x="1077786" y="284690"/>
                </a:lnTo>
                <a:lnTo>
                  <a:pt x="944923" y="284690"/>
                </a:lnTo>
                <a:lnTo>
                  <a:pt x="916607" y="278972"/>
                </a:lnTo>
                <a:lnTo>
                  <a:pt x="894210" y="263061"/>
                </a:lnTo>
                <a:lnTo>
                  <a:pt x="879486" y="238819"/>
                </a:lnTo>
                <a:lnTo>
                  <a:pt x="874189" y="208110"/>
                </a:lnTo>
                <a:lnTo>
                  <a:pt x="879212" y="177493"/>
                </a:lnTo>
                <a:lnTo>
                  <a:pt x="893334" y="153452"/>
                </a:lnTo>
                <a:lnTo>
                  <a:pt x="915127" y="137741"/>
                </a:lnTo>
                <a:lnTo>
                  <a:pt x="943169" y="132115"/>
                </a:lnTo>
                <a:lnTo>
                  <a:pt x="1072156" y="132115"/>
                </a:lnTo>
                <a:lnTo>
                  <a:pt x="1066366" y="120647"/>
                </a:lnTo>
                <a:lnTo>
                  <a:pt x="1034092" y="88725"/>
                </a:lnTo>
                <a:lnTo>
                  <a:pt x="992363" y="68110"/>
                </a:lnTo>
                <a:lnTo>
                  <a:pt x="943169" y="60796"/>
                </a:lnTo>
                <a:close/>
              </a:path>
              <a:path w="1628139" h="551179">
                <a:moveTo>
                  <a:pt x="1072156" y="132115"/>
                </a:moveTo>
                <a:lnTo>
                  <a:pt x="943169" y="132115"/>
                </a:lnTo>
                <a:lnTo>
                  <a:pt x="972681" y="137741"/>
                </a:lnTo>
                <a:lnTo>
                  <a:pt x="996000" y="153452"/>
                </a:lnTo>
                <a:lnTo>
                  <a:pt x="1011318" y="177493"/>
                </a:lnTo>
                <a:lnTo>
                  <a:pt x="1016826" y="208110"/>
                </a:lnTo>
                <a:lnTo>
                  <a:pt x="1011592" y="239065"/>
                </a:lnTo>
                <a:lnTo>
                  <a:pt x="996877" y="263280"/>
                </a:lnTo>
                <a:lnTo>
                  <a:pt x="974161" y="279054"/>
                </a:lnTo>
                <a:lnTo>
                  <a:pt x="944923" y="284690"/>
                </a:lnTo>
                <a:lnTo>
                  <a:pt x="1077786" y="284690"/>
                </a:lnTo>
                <a:lnTo>
                  <a:pt x="1084857" y="268906"/>
                </a:lnTo>
                <a:lnTo>
                  <a:pt x="1092264" y="240280"/>
                </a:lnTo>
                <a:lnTo>
                  <a:pt x="1094575" y="210448"/>
                </a:lnTo>
                <a:lnTo>
                  <a:pt x="1087191" y="161886"/>
                </a:lnTo>
                <a:lnTo>
                  <a:pt x="1072156" y="132115"/>
                </a:lnTo>
                <a:close/>
              </a:path>
              <a:path w="1628139" h="551179">
                <a:moveTo>
                  <a:pt x="1213578" y="176543"/>
                </a:moveTo>
                <a:lnTo>
                  <a:pt x="1142260" y="176543"/>
                </a:lnTo>
                <a:lnTo>
                  <a:pt x="1142260" y="500400"/>
                </a:lnTo>
                <a:lnTo>
                  <a:pt x="1220009" y="500400"/>
                </a:lnTo>
                <a:lnTo>
                  <a:pt x="1220009" y="340810"/>
                </a:lnTo>
                <a:lnTo>
                  <a:pt x="1223544" y="292792"/>
                </a:lnTo>
                <a:lnTo>
                  <a:pt x="1234696" y="261818"/>
                </a:lnTo>
                <a:lnTo>
                  <a:pt x="1254289" y="245203"/>
                </a:lnTo>
                <a:lnTo>
                  <a:pt x="1283143" y="240262"/>
                </a:lnTo>
                <a:lnTo>
                  <a:pt x="1614355" y="240262"/>
                </a:lnTo>
                <a:lnTo>
                  <a:pt x="1606533" y="220587"/>
                </a:lnTo>
                <a:lnTo>
                  <a:pt x="1605272" y="219217"/>
                </a:lnTo>
                <a:lnTo>
                  <a:pt x="1393044" y="219217"/>
                </a:lnTo>
                <a:lnTo>
                  <a:pt x="1383283" y="206941"/>
                </a:lnTo>
                <a:lnTo>
                  <a:pt x="1213578" y="206941"/>
                </a:lnTo>
                <a:lnTo>
                  <a:pt x="1213578" y="176543"/>
                </a:lnTo>
                <a:close/>
              </a:path>
              <a:path w="1628139" h="551179">
                <a:moveTo>
                  <a:pt x="1489500" y="240262"/>
                </a:moveTo>
                <a:lnTo>
                  <a:pt x="1283143" y="240262"/>
                </a:lnTo>
                <a:lnTo>
                  <a:pt x="1310272" y="244180"/>
                </a:lnTo>
                <a:lnTo>
                  <a:pt x="1330056" y="257580"/>
                </a:lnTo>
                <a:lnTo>
                  <a:pt x="1342168" y="282927"/>
                </a:lnTo>
                <a:lnTo>
                  <a:pt x="1346278" y="322688"/>
                </a:lnTo>
                <a:lnTo>
                  <a:pt x="1346278" y="500400"/>
                </a:lnTo>
                <a:lnTo>
                  <a:pt x="1424027" y="500400"/>
                </a:lnTo>
                <a:lnTo>
                  <a:pt x="1424027" y="340810"/>
                </a:lnTo>
                <a:lnTo>
                  <a:pt x="1428174" y="292545"/>
                </a:lnTo>
                <a:lnTo>
                  <a:pt x="1440541" y="261599"/>
                </a:lnTo>
                <a:lnTo>
                  <a:pt x="1461020" y="245121"/>
                </a:lnTo>
                <a:lnTo>
                  <a:pt x="1489500" y="240262"/>
                </a:lnTo>
                <a:close/>
              </a:path>
              <a:path w="1628139" h="551179">
                <a:moveTo>
                  <a:pt x="1614355" y="240262"/>
                </a:moveTo>
                <a:lnTo>
                  <a:pt x="1489500" y="240262"/>
                </a:lnTo>
                <a:lnTo>
                  <a:pt x="1514290" y="244016"/>
                </a:lnTo>
                <a:lnTo>
                  <a:pt x="1533490" y="257142"/>
                </a:lnTo>
                <a:lnTo>
                  <a:pt x="1545894" y="282434"/>
                </a:lnTo>
                <a:lnTo>
                  <a:pt x="1550296" y="322688"/>
                </a:lnTo>
                <a:lnTo>
                  <a:pt x="1550296" y="500400"/>
                </a:lnTo>
                <a:lnTo>
                  <a:pt x="1628046" y="500400"/>
                </a:lnTo>
                <a:lnTo>
                  <a:pt x="1628046" y="313334"/>
                </a:lnTo>
                <a:lnTo>
                  <a:pt x="1622621" y="261054"/>
                </a:lnTo>
                <a:lnTo>
                  <a:pt x="1614355" y="240262"/>
                </a:lnTo>
                <a:close/>
              </a:path>
              <a:path w="1628139" h="551179">
                <a:moveTo>
                  <a:pt x="1497100" y="168943"/>
                </a:moveTo>
                <a:lnTo>
                  <a:pt x="1465304" y="171866"/>
                </a:lnTo>
                <a:lnTo>
                  <a:pt x="1437838" y="180927"/>
                </a:lnTo>
                <a:lnTo>
                  <a:pt x="1413989" y="196565"/>
                </a:lnTo>
                <a:lnTo>
                  <a:pt x="1393044" y="219217"/>
                </a:lnTo>
                <a:lnTo>
                  <a:pt x="1605272" y="219217"/>
                </a:lnTo>
                <a:lnTo>
                  <a:pt x="1580063" y="191821"/>
                </a:lnTo>
                <a:lnTo>
                  <a:pt x="1543492" y="174644"/>
                </a:lnTo>
                <a:lnTo>
                  <a:pt x="1497100" y="168943"/>
                </a:lnTo>
                <a:close/>
              </a:path>
              <a:path w="1628139" h="551179">
                <a:moveTo>
                  <a:pt x="1297758" y="168943"/>
                </a:moveTo>
                <a:lnTo>
                  <a:pt x="1271781" y="171017"/>
                </a:lnTo>
                <a:lnTo>
                  <a:pt x="1249968" y="177639"/>
                </a:lnTo>
                <a:lnTo>
                  <a:pt x="1231006" y="189413"/>
                </a:lnTo>
                <a:lnTo>
                  <a:pt x="1213578" y="206941"/>
                </a:lnTo>
                <a:lnTo>
                  <a:pt x="1383283" y="206941"/>
                </a:lnTo>
                <a:lnTo>
                  <a:pt x="1375032" y="196565"/>
                </a:lnTo>
                <a:lnTo>
                  <a:pt x="1353731" y="180927"/>
                </a:lnTo>
                <a:lnTo>
                  <a:pt x="1328266" y="171866"/>
                </a:lnTo>
                <a:lnTo>
                  <a:pt x="1297758" y="168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38089" y="11337581"/>
            <a:ext cx="1134110" cy="447675"/>
          </a:xfrm>
          <a:custGeom>
            <a:avLst/>
            <a:gdLst/>
            <a:ahLst/>
            <a:cxnLst/>
            <a:rect l="l" t="t" r="r" b="b"/>
            <a:pathLst>
              <a:path w="1134110" h="447675">
                <a:moveTo>
                  <a:pt x="78333" y="308658"/>
                </a:moveTo>
                <a:lnTo>
                  <a:pt x="0" y="308658"/>
                </a:lnTo>
                <a:lnTo>
                  <a:pt x="9329" y="354269"/>
                </a:lnTo>
                <a:lnTo>
                  <a:pt x="30585" y="392529"/>
                </a:lnTo>
                <a:lnTo>
                  <a:pt x="62082" y="421837"/>
                </a:lnTo>
                <a:lnTo>
                  <a:pt x="102137" y="440595"/>
                </a:lnTo>
                <a:lnTo>
                  <a:pt x="149067" y="447203"/>
                </a:lnTo>
                <a:lnTo>
                  <a:pt x="196245" y="440151"/>
                </a:lnTo>
                <a:lnTo>
                  <a:pt x="236212" y="420247"/>
                </a:lnTo>
                <a:lnTo>
                  <a:pt x="267087" y="389372"/>
                </a:lnTo>
                <a:lnTo>
                  <a:pt x="273804" y="375884"/>
                </a:lnTo>
                <a:lnTo>
                  <a:pt x="148483" y="375884"/>
                </a:lnTo>
                <a:lnTo>
                  <a:pt x="122478" y="371135"/>
                </a:lnTo>
                <a:lnTo>
                  <a:pt x="101351" y="357616"/>
                </a:lnTo>
                <a:lnTo>
                  <a:pt x="86252" y="336425"/>
                </a:lnTo>
                <a:lnTo>
                  <a:pt x="78333" y="308658"/>
                </a:lnTo>
                <a:close/>
              </a:path>
              <a:path w="1134110" h="447675">
                <a:moveTo>
                  <a:pt x="254499" y="71318"/>
                </a:moveTo>
                <a:lnTo>
                  <a:pt x="147314" y="71318"/>
                </a:lnTo>
                <a:lnTo>
                  <a:pt x="162622" y="74342"/>
                </a:lnTo>
                <a:lnTo>
                  <a:pt x="174643" y="82791"/>
                </a:lnTo>
                <a:lnTo>
                  <a:pt x="182498" y="95734"/>
                </a:lnTo>
                <a:lnTo>
                  <a:pt x="185311" y="112239"/>
                </a:lnTo>
                <a:lnTo>
                  <a:pt x="181804" y="131594"/>
                </a:lnTo>
                <a:lnTo>
                  <a:pt x="170405" y="145195"/>
                </a:lnTo>
                <a:lnTo>
                  <a:pt x="149798" y="153424"/>
                </a:lnTo>
                <a:lnTo>
                  <a:pt x="118669" y="156667"/>
                </a:lnTo>
                <a:lnTo>
                  <a:pt x="118669" y="231493"/>
                </a:lnTo>
                <a:lnTo>
                  <a:pt x="131530" y="231493"/>
                </a:lnTo>
                <a:lnTo>
                  <a:pt x="166477" y="236654"/>
                </a:lnTo>
                <a:lnTo>
                  <a:pt x="193203" y="251296"/>
                </a:lnTo>
                <a:lnTo>
                  <a:pt x="210284" y="274158"/>
                </a:lnTo>
                <a:lnTo>
                  <a:pt x="216294" y="303981"/>
                </a:lnTo>
                <a:lnTo>
                  <a:pt x="211206" y="332726"/>
                </a:lnTo>
                <a:lnTo>
                  <a:pt x="197076" y="355497"/>
                </a:lnTo>
                <a:lnTo>
                  <a:pt x="175602" y="370486"/>
                </a:lnTo>
                <a:lnTo>
                  <a:pt x="148483" y="375884"/>
                </a:lnTo>
                <a:lnTo>
                  <a:pt x="273804" y="375884"/>
                </a:lnTo>
                <a:lnTo>
                  <a:pt x="286991" y="349405"/>
                </a:lnTo>
                <a:lnTo>
                  <a:pt x="294043" y="302227"/>
                </a:lnTo>
                <a:lnTo>
                  <a:pt x="289787" y="264641"/>
                </a:lnTo>
                <a:lnTo>
                  <a:pt x="277090" y="233466"/>
                </a:lnTo>
                <a:lnTo>
                  <a:pt x="256064" y="208758"/>
                </a:lnTo>
                <a:lnTo>
                  <a:pt x="226817" y="190573"/>
                </a:lnTo>
                <a:lnTo>
                  <a:pt x="243084" y="176013"/>
                </a:lnTo>
                <a:lnTo>
                  <a:pt x="254365" y="159151"/>
                </a:lnTo>
                <a:lnTo>
                  <a:pt x="260932" y="139440"/>
                </a:lnTo>
                <a:lnTo>
                  <a:pt x="263061" y="116331"/>
                </a:lnTo>
                <a:lnTo>
                  <a:pt x="254499" y="71318"/>
                </a:lnTo>
                <a:close/>
              </a:path>
              <a:path w="1134110" h="447675">
                <a:moveTo>
                  <a:pt x="146729" y="0"/>
                </a:moveTo>
                <a:lnTo>
                  <a:pt x="104247" y="6987"/>
                </a:lnTo>
                <a:lnTo>
                  <a:pt x="69053" y="27840"/>
                </a:lnTo>
                <a:lnTo>
                  <a:pt x="44053" y="62394"/>
                </a:lnTo>
                <a:lnTo>
                  <a:pt x="32151" y="110485"/>
                </a:lnTo>
                <a:lnTo>
                  <a:pt x="111070" y="110485"/>
                </a:lnTo>
                <a:lnTo>
                  <a:pt x="115253" y="93021"/>
                </a:lnTo>
                <a:lnTo>
                  <a:pt x="122615" y="80818"/>
                </a:lnTo>
                <a:lnTo>
                  <a:pt x="133265" y="73657"/>
                </a:lnTo>
                <a:lnTo>
                  <a:pt x="147314" y="71318"/>
                </a:lnTo>
                <a:lnTo>
                  <a:pt x="254499" y="71318"/>
                </a:lnTo>
                <a:lnTo>
                  <a:pt x="254255" y="70039"/>
                </a:lnTo>
                <a:lnTo>
                  <a:pt x="229886" y="33174"/>
                </a:lnTo>
                <a:lnTo>
                  <a:pt x="193020" y="8805"/>
                </a:lnTo>
                <a:lnTo>
                  <a:pt x="146729" y="0"/>
                </a:lnTo>
                <a:close/>
              </a:path>
              <a:path w="1134110" h="447675">
                <a:moveTo>
                  <a:pt x="480858" y="0"/>
                </a:moveTo>
                <a:lnTo>
                  <a:pt x="431659" y="6687"/>
                </a:lnTo>
                <a:lnTo>
                  <a:pt x="391440" y="26002"/>
                </a:lnTo>
                <a:lnTo>
                  <a:pt x="361323" y="56821"/>
                </a:lnTo>
                <a:lnTo>
                  <a:pt x="342429" y="98022"/>
                </a:lnTo>
                <a:lnTo>
                  <a:pt x="335882" y="148483"/>
                </a:lnTo>
                <a:lnTo>
                  <a:pt x="335882" y="295212"/>
                </a:lnTo>
                <a:lnTo>
                  <a:pt x="342794" y="348283"/>
                </a:lnTo>
                <a:lnTo>
                  <a:pt x="362557" y="390635"/>
                </a:lnTo>
                <a:lnTo>
                  <a:pt x="393713" y="421650"/>
                </a:lnTo>
                <a:lnTo>
                  <a:pt x="434802" y="440712"/>
                </a:lnTo>
                <a:lnTo>
                  <a:pt x="484365" y="447203"/>
                </a:lnTo>
                <a:lnTo>
                  <a:pt x="531566" y="440712"/>
                </a:lnTo>
                <a:lnTo>
                  <a:pt x="570574" y="421650"/>
                </a:lnTo>
                <a:lnTo>
                  <a:pt x="600070" y="390635"/>
                </a:lnTo>
                <a:lnTo>
                  <a:pt x="606570" y="375884"/>
                </a:lnTo>
                <a:lnTo>
                  <a:pt x="482027" y="375884"/>
                </a:lnTo>
                <a:lnTo>
                  <a:pt x="452597" y="370477"/>
                </a:lnTo>
                <a:lnTo>
                  <a:pt x="431168" y="354547"/>
                </a:lnTo>
                <a:lnTo>
                  <a:pt x="418070" y="328533"/>
                </a:lnTo>
                <a:lnTo>
                  <a:pt x="413631" y="292874"/>
                </a:lnTo>
                <a:lnTo>
                  <a:pt x="413631" y="148483"/>
                </a:lnTo>
                <a:lnTo>
                  <a:pt x="418308" y="116203"/>
                </a:lnTo>
                <a:lnTo>
                  <a:pt x="431753" y="91925"/>
                </a:lnTo>
                <a:lnTo>
                  <a:pt x="453090" y="76634"/>
                </a:lnTo>
                <a:lnTo>
                  <a:pt x="481442" y="71318"/>
                </a:lnTo>
                <a:lnTo>
                  <a:pt x="607089" y="71318"/>
                </a:lnTo>
                <a:lnTo>
                  <a:pt x="599677" y="55684"/>
                </a:lnTo>
                <a:lnTo>
                  <a:pt x="569564" y="25571"/>
                </a:lnTo>
                <a:lnTo>
                  <a:pt x="529546" y="6598"/>
                </a:lnTo>
                <a:lnTo>
                  <a:pt x="480858" y="0"/>
                </a:lnTo>
                <a:close/>
              </a:path>
              <a:path w="1134110" h="447675">
                <a:moveTo>
                  <a:pt x="607089" y="71318"/>
                </a:moveTo>
                <a:lnTo>
                  <a:pt x="481442" y="71318"/>
                </a:lnTo>
                <a:lnTo>
                  <a:pt x="509520" y="76388"/>
                </a:lnTo>
                <a:lnTo>
                  <a:pt x="530255" y="91267"/>
                </a:lnTo>
                <a:lnTo>
                  <a:pt x="543097" y="115463"/>
                </a:lnTo>
                <a:lnTo>
                  <a:pt x="547500" y="148483"/>
                </a:lnTo>
                <a:lnTo>
                  <a:pt x="547429" y="295212"/>
                </a:lnTo>
                <a:lnTo>
                  <a:pt x="543106" y="330753"/>
                </a:lnTo>
                <a:lnTo>
                  <a:pt x="530328" y="356082"/>
                </a:lnTo>
                <a:lnTo>
                  <a:pt x="509767" y="370998"/>
                </a:lnTo>
                <a:lnTo>
                  <a:pt x="482027" y="375884"/>
                </a:lnTo>
                <a:lnTo>
                  <a:pt x="606570" y="375884"/>
                </a:lnTo>
                <a:lnTo>
                  <a:pt x="618734" y="348283"/>
                </a:lnTo>
                <a:lnTo>
                  <a:pt x="625249" y="295212"/>
                </a:lnTo>
                <a:lnTo>
                  <a:pt x="625249" y="144391"/>
                </a:lnTo>
                <a:lnTo>
                  <a:pt x="618650" y="95702"/>
                </a:lnTo>
                <a:lnTo>
                  <a:pt x="607089" y="71318"/>
                </a:lnTo>
                <a:close/>
              </a:path>
              <a:path w="1134110" h="447675">
                <a:moveTo>
                  <a:pt x="1028358" y="236170"/>
                </a:moveTo>
                <a:lnTo>
                  <a:pt x="986579" y="244400"/>
                </a:lnTo>
                <a:lnTo>
                  <a:pt x="952801" y="266933"/>
                </a:lnTo>
                <a:lnTo>
                  <a:pt x="930203" y="300538"/>
                </a:lnTo>
                <a:lnTo>
                  <a:pt x="921964" y="341979"/>
                </a:lnTo>
                <a:lnTo>
                  <a:pt x="930276" y="382835"/>
                </a:lnTo>
                <a:lnTo>
                  <a:pt x="952947" y="416294"/>
                </a:lnTo>
                <a:lnTo>
                  <a:pt x="986579" y="438900"/>
                </a:lnTo>
                <a:lnTo>
                  <a:pt x="1027773" y="447203"/>
                </a:lnTo>
                <a:lnTo>
                  <a:pt x="1068968" y="438891"/>
                </a:lnTo>
                <a:lnTo>
                  <a:pt x="1102599" y="416220"/>
                </a:lnTo>
                <a:lnTo>
                  <a:pt x="1123879" y="384653"/>
                </a:lnTo>
                <a:lnTo>
                  <a:pt x="1027773" y="384653"/>
                </a:lnTo>
                <a:lnTo>
                  <a:pt x="1011241" y="381264"/>
                </a:lnTo>
                <a:lnTo>
                  <a:pt x="997667" y="372012"/>
                </a:lnTo>
                <a:lnTo>
                  <a:pt x="988479" y="358265"/>
                </a:lnTo>
                <a:lnTo>
                  <a:pt x="985099" y="341394"/>
                </a:lnTo>
                <a:lnTo>
                  <a:pt x="988479" y="324524"/>
                </a:lnTo>
                <a:lnTo>
                  <a:pt x="997667" y="310777"/>
                </a:lnTo>
                <a:lnTo>
                  <a:pt x="1011241" y="301524"/>
                </a:lnTo>
                <a:lnTo>
                  <a:pt x="1027773" y="298135"/>
                </a:lnTo>
                <a:lnTo>
                  <a:pt x="1123398" y="298135"/>
                </a:lnTo>
                <a:lnTo>
                  <a:pt x="1102453" y="267299"/>
                </a:lnTo>
                <a:lnTo>
                  <a:pt x="1068968" y="244555"/>
                </a:lnTo>
                <a:lnTo>
                  <a:pt x="1028358" y="236170"/>
                </a:lnTo>
                <a:close/>
              </a:path>
              <a:path w="1134110" h="447675">
                <a:moveTo>
                  <a:pt x="1014328" y="7599"/>
                </a:moveTo>
                <a:lnTo>
                  <a:pt x="954116" y="7599"/>
                </a:lnTo>
                <a:lnTo>
                  <a:pt x="775819" y="439604"/>
                </a:lnTo>
                <a:lnTo>
                  <a:pt x="835446" y="439604"/>
                </a:lnTo>
                <a:lnTo>
                  <a:pt x="1014328" y="7599"/>
                </a:lnTo>
                <a:close/>
              </a:path>
              <a:path w="1134110" h="447675">
                <a:moveTo>
                  <a:pt x="1123398" y="298135"/>
                </a:moveTo>
                <a:lnTo>
                  <a:pt x="1027773" y="298135"/>
                </a:lnTo>
                <a:lnTo>
                  <a:pt x="1044397" y="301606"/>
                </a:lnTo>
                <a:lnTo>
                  <a:pt x="1058171" y="310996"/>
                </a:lnTo>
                <a:lnTo>
                  <a:pt x="1067561" y="324770"/>
                </a:lnTo>
                <a:lnTo>
                  <a:pt x="1071032" y="341394"/>
                </a:lnTo>
                <a:lnTo>
                  <a:pt x="1067561" y="358018"/>
                </a:lnTo>
                <a:lnTo>
                  <a:pt x="1058171" y="371792"/>
                </a:lnTo>
                <a:lnTo>
                  <a:pt x="1044397" y="381182"/>
                </a:lnTo>
                <a:lnTo>
                  <a:pt x="1027773" y="384653"/>
                </a:lnTo>
                <a:lnTo>
                  <a:pt x="1123879" y="384653"/>
                </a:lnTo>
                <a:lnTo>
                  <a:pt x="1125270" y="382589"/>
                </a:lnTo>
                <a:lnTo>
                  <a:pt x="1133582" y="341394"/>
                </a:lnTo>
                <a:lnTo>
                  <a:pt x="1125197" y="300784"/>
                </a:lnTo>
                <a:lnTo>
                  <a:pt x="1123398" y="298135"/>
                </a:lnTo>
                <a:close/>
              </a:path>
              <a:path w="1134110" h="447675">
                <a:moveTo>
                  <a:pt x="764128" y="0"/>
                </a:moveTo>
                <a:lnTo>
                  <a:pt x="722348" y="8229"/>
                </a:lnTo>
                <a:lnTo>
                  <a:pt x="688571" y="30763"/>
                </a:lnTo>
                <a:lnTo>
                  <a:pt x="665973" y="64367"/>
                </a:lnTo>
                <a:lnTo>
                  <a:pt x="657734" y="105808"/>
                </a:lnTo>
                <a:lnTo>
                  <a:pt x="666046" y="146665"/>
                </a:lnTo>
                <a:lnTo>
                  <a:pt x="688717" y="180123"/>
                </a:lnTo>
                <a:lnTo>
                  <a:pt x="722348" y="202730"/>
                </a:lnTo>
                <a:lnTo>
                  <a:pt x="763543" y="211033"/>
                </a:lnTo>
                <a:lnTo>
                  <a:pt x="804738" y="202721"/>
                </a:lnTo>
                <a:lnTo>
                  <a:pt x="838369" y="180050"/>
                </a:lnTo>
                <a:lnTo>
                  <a:pt x="859649" y="148483"/>
                </a:lnTo>
                <a:lnTo>
                  <a:pt x="763543" y="148483"/>
                </a:lnTo>
                <a:lnTo>
                  <a:pt x="747010" y="145094"/>
                </a:lnTo>
                <a:lnTo>
                  <a:pt x="733437" y="135841"/>
                </a:lnTo>
                <a:lnTo>
                  <a:pt x="724248" y="122095"/>
                </a:lnTo>
                <a:lnTo>
                  <a:pt x="720869" y="105224"/>
                </a:lnTo>
                <a:lnTo>
                  <a:pt x="724248" y="88353"/>
                </a:lnTo>
                <a:lnTo>
                  <a:pt x="733437" y="74607"/>
                </a:lnTo>
                <a:lnTo>
                  <a:pt x="747010" y="65354"/>
                </a:lnTo>
                <a:lnTo>
                  <a:pt x="763543" y="61965"/>
                </a:lnTo>
                <a:lnTo>
                  <a:pt x="859168" y="61965"/>
                </a:lnTo>
                <a:lnTo>
                  <a:pt x="838223" y="31128"/>
                </a:lnTo>
                <a:lnTo>
                  <a:pt x="804738" y="8385"/>
                </a:lnTo>
                <a:lnTo>
                  <a:pt x="764128" y="0"/>
                </a:lnTo>
                <a:close/>
              </a:path>
              <a:path w="1134110" h="447675">
                <a:moveTo>
                  <a:pt x="859168" y="61965"/>
                </a:moveTo>
                <a:lnTo>
                  <a:pt x="763543" y="61965"/>
                </a:lnTo>
                <a:lnTo>
                  <a:pt x="780167" y="65436"/>
                </a:lnTo>
                <a:lnTo>
                  <a:pt x="793941" y="74826"/>
                </a:lnTo>
                <a:lnTo>
                  <a:pt x="803331" y="88600"/>
                </a:lnTo>
                <a:lnTo>
                  <a:pt x="806802" y="105224"/>
                </a:lnTo>
                <a:lnTo>
                  <a:pt x="803331" y="121848"/>
                </a:lnTo>
                <a:lnTo>
                  <a:pt x="793941" y="135622"/>
                </a:lnTo>
                <a:lnTo>
                  <a:pt x="780167" y="145012"/>
                </a:lnTo>
                <a:lnTo>
                  <a:pt x="763543" y="148483"/>
                </a:lnTo>
                <a:lnTo>
                  <a:pt x="859649" y="148483"/>
                </a:lnTo>
                <a:lnTo>
                  <a:pt x="861040" y="146419"/>
                </a:lnTo>
                <a:lnTo>
                  <a:pt x="869352" y="105224"/>
                </a:lnTo>
                <a:lnTo>
                  <a:pt x="860967" y="64614"/>
                </a:lnTo>
                <a:lnTo>
                  <a:pt x="859168" y="61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853566" y="11276785"/>
            <a:ext cx="1464310" cy="551180"/>
          </a:xfrm>
          <a:custGeom>
            <a:avLst/>
            <a:gdLst/>
            <a:ahLst/>
            <a:cxnLst/>
            <a:rect l="l" t="t" r="r" b="b"/>
            <a:pathLst>
              <a:path w="1464309" h="551179">
                <a:moveTo>
                  <a:pt x="78333" y="354840"/>
                </a:moveTo>
                <a:lnTo>
                  <a:pt x="0" y="354840"/>
                </a:lnTo>
                <a:lnTo>
                  <a:pt x="0" y="362439"/>
                </a:lnTo>
                <a:lnTo>
                  <a:pt x="6402" y="398455"/>
                </a:lnTo>
                <a:lnTo>
                  <a:pt x="24917" y="430470"/>
                </a:lnTo>
                <a:lnTo>
                  <a:pt x="54502" y="456237"/>
                </a:lnTo>
                <a:lnTo>
                  <a:pt x="94117" y="473509"/>
                </a:lnTo>
                <a:lnTo>
                  <a:pt x="94117" y="550674"/>
                </a:lnTo>
                <a:lnTo>
                  <a:pt x="168359" y="550674"/>
                </a:lnTo>
                <a:lnTo>
                  <a:pt x="168359" y="473509"/>
                </a:lnTo>
                <a:lnTo>
                  <a:pt x="204721" y="456840"/>
                </a:lnTo>
                <a:lnTo>
                  <a:pt x="231712" y="430470"/>
                </a:lnTo>
                <a:lnTo>
                  <a:pt x="243948" y="405113"/>
                </a:lnTo>
                <a:lnTo>
                  <a:pt x="127438" y="405113"/>
                </a:lnTo>
                <a:lnTo>
                  <a:pt x="108174" y="401533"/>
                </a:lnTo>
                <a:lnTo>
                  <a:pt x="93021" y="391376"/>
                </a:lnTo>
                <a:lnTo>
                  <a:pt x="82800" y="375519"/>
                </a:lnTo>
                <a:lnTo>
                  <a:pt x="78333" y="354840"/>
                </a:lnTo>
                <a:close/>
              </a:path>
              <a:path w="1464309" h="551179">
                <a:moveTo>
                  <a:pt x="168359" y="0"/>
                </a:moveTo>
                <a:lnTo>
                  <a:pt x="94117" y="0"/>
                </a:lnTo>
                <a:lnTo>
                  <a:pt x="94117" y="77749"/>
                </a:lnTo>
                <a:lnTo>
                  <a:pt x="59864" y="92482"/>
                </a:lnTo>
                <a:lnTo>
                  <a:pt x="35805" y="116696"/>
                </a:lnTo>
                <a:lnTo>
                  <a:pt x="21611" y="148035"/>
                </a:lnTo>
                <a:lnTo>
                  <a:pt x="16952" y="184142"/>
                </a:lnTo>
                <a:lnTo>
                  <a:pt x="21748" y="219738"/>
                </a:lnTo>
                <a:lnTo>
                  <a:pt x="36024" y="249250"/>
                </a:lnTo>
                <a:lnTo>
                  <a:pt x="59618" y="272514"/>
                </a:lnTo>
                <a:lnTo>
                  <a:pt x="92363" y="289367"/>
                </a:lnTo>
                <a:lnTo>
                  <a:pt x="121930" y="300711"/>
                </a:lnTo>
                <a:lnTo>
                  <a:pt x="138180" y="307342"/>
                </a:lnTo>
                <a:lnTo>
                  <a:pt x="171281" y="333064"/>
                </a:lnTo>
                <a:lnTo>
                  <a:pt x="176543" y="356593"/>
                </a:lnTo>
                <a:lnTo>
                  <a:pt x="172816" y="375766"/>
                </a:lnTo>
                <a:lnTo>
                  <a:pt x="162513" y="391157"/>
                </a:lnTo>
                <a:lnTo>
                  <a:pt x="146948" y="401396"/>
                </a:lnTo>
                <a:lnTo>
                  <a:pt x="127438" y="405113"/>
                </a:lnTo>
                <a:lnTo>
                  <a:pt x="243948" y="405113"/>
                </a:lnTo>
                <a:lnTo>
                  <a:pt x="248510" y="395660"/>
                </a:lnTo>
                <a:lnTo>
                  <a:pt x="254292" y="353670"/>
                </a:lnTo>
                <a:lnTo>
                  <a:pt x="249962" y="312732"/>
                </a:lnTo>
                <a:lnTo>
                  <a:pt x="235001" y="281767"/>
                </a:lnTo>
                <a:lnTo>
                  <a:pt x="206448" y="257818"/>
                </a:lnTo>
                <a:lnTo>
                  <a:pt x="161344" y="237924"/>
                </a:lnTo>
                <a:lnTo>
                  <a:pt x="126515" y="223446"/>
                </a:lnTo>
                <a:lnTo>
                  <a:pt x="106320" y="210668"/>
                </a:lnTo>
                <a:lnTo>
                  <a:pt x="96976" y="196902"/>
                </a:lnTo>
                <a:lnTo>
                  <a:pt x="94701" y="179466"/>
                </a:lnTo>
                <a:lnTo>
                  <a:pt x="97296" y="164495"/>
                </a:lnTo>
                <a:lnTo>
                  <a:pt x="104493" y="152648"/>
                </a:lnTo>
                <a:lnTo>
                  <a:pt x="115417" y="144857"/>
                </a:lnTo>
                <a:lnTo>
                  <a:pt x="129192" y="142052"/>
                </a:lnTo>
                <a:lnTo>
                  <a:pt x="234045" y="142052"/>
                </a:lnTo>
                <a:lnTo>
                  <a:pt x="218852" y="112239"/>
                </a:lnTo>
                <a:lnTo>
                  <a:pt x="196208" y="89678"/>
                </a:lnTo>
                <a:lnTo>
                  <a:pt x="168359" y="77749"/>
                </a:lnTo>
                <a:lnTo>
                  <a:pt x="168359" y="0"/>
                </a:lnTo>
                <a:close/>
              </a:path>
              <a:path w="1464309" h="551179">
                <a:moveTo>
                  <a:pt x="234045" y="142052"/>
                </a:moveTo>
                <a:lnTo>
                  <a:pt x="129192" y="142052"/>
                </a:lnTo>
                <a:lnTo>
                  <a:pt x="142856" y="144427"/>
                </a:lnTo>
                <a:lnTo>
                  <a:pt x="153890" y="151406"/>
                </a:lnTo>
                <a:lnTo>
                  <a:pt x="162074" y="162769"/>
                </a:lnTo>
                <a:lnTo>
                  <a:pt x="167189" y="178296"/>
                </a:lnTo>
                <a:lnTo>
                  <a:pt x="240846" y="178296"/>
                </a:lnTo>
                <a:lnTo>
                  <a:pt x="234370" y="142692"/>
                </a:lnTo>
                <a:lnTo>
                  <a:pt x="234045" y="142052"/>
                </a:lnTo>
                <a:close/>
              </a:path>
              <a:path w="1464309" h="551179">
                <a:moveTo>
                  <a:pt x="379725" y="369454"/>
                </a:moveTo>
                <a:lnTo>
                  <a:pt x="301392" y="369454"/>
                </a:lnTo>
                <a:lnTo>
                  <a:pt x="310721" y="415065"/>
                </a:lnTo>
                <a:lnTo>
                  <a:pt x="331977" y="453325"/>
                </a:lnTo>
                <a:lnTo>
                  <a:pt x="363474" y="482633"/>
                </a:lnTo>
                <a:lnTo>
                  <a:pt x="403529" y="501391"/>
                </a:lnTo>
                <a:lnTo>
                  <a:pt x="450459" y="508000"/>
                </a:lnTo>
                <a:lnTo>
                  <a:pt x="497637" y="500947"/>
                </a:lnTo>
                <a:lnTo>
                  <a:pt x="537604" y="481043"/>
                </a:lnTo>
                <a:lnTo>
                  <a:pt x="568479" y="450168"/>
                </a:lnTo>
                <a:lnTo>
                  <a:pt x="575196" y="436681"/>
                </a:lnTo>
                <a:lnTo>
                  <a:pt x="449875" y="436681"/>
                </a:lnTo>
                <a:lnTo>
                  <a:pt x="423870" y="431931"/>
                </a:lnTo>
                <a:lnTo>
                  <a:pt x="402743" y="418413"/>
                </a:lnTo>
                <a:lnTo>
                  <a:pt x="387644" y="397222"/>
                </a:lnTo>
                <a:lnTo>
                  <a:pt x="379725" y="369454"/>
                </a:lnTo>
                <a:close/>
              </a:path>
              <a:path w="1464309" h="551179">
                <a:moveTo>
                  <a:pt x="555891" y="132115"/>
                </a:moveTo>
                <a:lnTo>
                  <a:pt x="448706" y="132115"/>
                </a:lnTo>
                <a:lnTo>
                  <a:pt x="464014" y="135138"/>
                </a:lnTo>
                <a:lnTo>
                  <a:pt x="476035" y="143587"/>
                </a:lnTo>
                <a:lnTo>
                  <a:pt x="483890" y="156530"/>
                </a:lnTo>
                <a:lnTo>
                  <a:pt x="486703" y="173035"/>
                </a:lnTo>
                <a:lnTo>
                  <a:pt x="483196" y="192390"/>
                </a:lnTo>
                <a:lnTo>
                  <a:pt x="471797" y="205991"/>
                </a:lnTo>
                <a:lnTo>
                  <a:pt x="451190" y="214221"/>
                </a:lnTo>
                <a:lnTo>
                  <a:pt x="420061" y="217463"/>
                </a:lnTo>
                <a:lnTo>
                  <a:pt x="420061" y="292290"/>
                </a:lnTo>
                <a:lnTo>
                  <a:pt x="432922" y="292290"/>
                </a:lnTo>
                <a:lnTo>
                  <a:pt x="467869" y="297450"/>
                </a:lnTo>
                <a:lnTo>
                  <a:pt x="494595" y="312092"/>
                </a:lnTo>
                <a:lnTo>
                  <a:pt x="511676" y="334955"/>
                </a:lnTo>
                <a:lnTo>
                  <a:pt x="517686" y="364777"/>
                </a:lnTo>
                <a:lnTo>
                  <a:pt x="512598" y="393522"/>
                </a:lnTo>
                <a:lnTo>
                  <a:pt x="498468" y="416294"/>
                </a:lnTo>
                <a:lnTo>
                  <a:pt x="476994" y="431283"/>
                </a:lnTo>
                <a:lnTo>
                  <a:pt x="449875" y="436681"/>
                </a:lnTo>
                <a:lnTo>
                  <a:pt x="575196" y="436681"/>
                </a:lnTo>
                <a:lnTo>
                  <a:pt x="588383" y="410202"/>
                </a:lnTo>
                <a:lnTo>
                  <a:pt x="595435" y="363024"/>
                </a:lnTo>
                <a:lnTo>
                  <a:pt x="591179" y="325437"/>
                </a:lnTo>
                <a:lnTo>
                  <a:pt x="578482" y="294262"/>
                </a:lnTo>
                <a:lnTo>
                  <a:pt x="557456" y="269555"/>
                </a:lnTo>
                <a:lnTo>
                  <a:pt x="528209" y="251369"/>
                </a:lnTo>
                <a:lnTo>
                  <a:pt x="544476" y="236809"/>
                </a:lnTo>
                <a:lnTo>
                  <a:pt x="555757" y="219948"/>
                </a:lnTo>
                <a:lnTo>
                  <a:pt x="562324" y="200236"/>
                </a:lnTo>
                <a:lnTo>
                  <a:pt x="564453" y="177127"/>
                </a:lnTo>
                <a:lnTo>
                  <a:pt x="555891" y="132115"/>
                </a:lnTo>
                <a:close/>
              </a:path>
              <a:path w="1464309" h="551179">
                <a:moveTo>
                  <a:pt x="448121" y="60796"/>
                </a:moveTo>
                <a:lnTo>
                  <a:pt x="405639" y="67783"/>
                </a:lnTo>
                <a:lnTo>
                  <a:pt x="370445" y="88636"/>
                </a:lnTo>
                <a:lnTo>
                  <a:pt x="345445" y="123191"/>
                </a:lnTo>
                <a:lnTo>
                  <a:pt x="333543" y="171281"/>
                </a:lnTo>
                <a:lnTo>
                  <a:pt x="412462" y="171281"/>
                </a:lnTo>
                <a:lnTo>
                  <a:pt x="416645" y="153817"/>
                </a:lnTo>
                <a:lnTo>
                  <a:pt x="424007" y="141614"/>
                </a:lnTo>
                <a:lnTo>
                  <a:pt x="434658" y="134453"/>
                </a:lnTo>
                <a:lnTo>
                  <a:pt x="448706" y="132115"/>
                </a:lnTo>
                <a:lnTo>
                  <a:pt x="555891" y="132115"/>
                </a:lnTo>
                <a:lnTo>
                  <a:pt x="555647" y="130836"/>
                </a:lnTo>
                <a:lnTo>
                  <a:pt x="531278" y="93971"/>
                </a:lnTo>
                <a:lnTo>
                  <a:pt x="494413" y="69601"/>
                </a:lnTo>
                <a:lnTo>
                  <a:pt x="448121" y="60796"/>
                </a:lnTo>
                <a:close/>
              </a:path>
              <a:path w="1464309" h="551179">
                <a:moveTo>
                  <a:pt x="880459" y="68395"/>
                </a:moveTo>
                <a:lnTo>
                  <a:pt x="787511" y="68395"/>
                </a:lnTo>
                <a:lnTo>
                  <a:pt x="674687" y="237924"/>
                </a:lnTo>
                <a:lnTo>
                  <a:pt x="654948" y="270724"/>
                </a:lnTo>
                <a:lnTo>
                  <a:pt x="641731" y="300401"/>
                </a:lnTo>
                <a:lnTo>
                  <a:pt x="634323" y="329091"/>
                </a:lnTo>
                <a:lnTo>
                  <a:pt x="632013" y="358932"/>
                </a:lnTo>
                <a:lnTo>
                  <a:pt x="639397" y="407209"/>
                </a:lnTo>
                <a:lnTo>
                  <a:pt x="660222" y="448274"/>
                </a:lnTo>
                <a:lnTo>
                  <a:pt x="692496" y="480108"/>
                </a:lnTo>
                <a:lnTo>
                  <a:pt x="734225" y="500690"/>
                </a:lnTo>
                <a:lnTo>
                  <a:pt x="783419" y="508000"/>
                </a:lnTo>
                <a:lnTo>
                  <a:pt x="831799" y="500531"/>
                </a:lnTo>
                <a:lnTo>
                  <a:pt x="872602" y="479397"/>
                </a:lnTo>
                <a:lnTo>
                  <a:pt x="904006" y="446506"/>
                </a:lnTo>
                <a:lnTo>
                  <a:pt x="908645" y="436681"/>
                </a:lnTo>
                <a:lnTo>
                  <a:pt x="783419" y="436681"/>
                </a:lnTo>
                <a:lnTo>
                  <a:pt x="753907" y="431054"/>
                </a:lnTo>
                <a:lnTo>
                  <a:pt x="730587" y="415344"/>
                </a:lnTo>
                <a:lnTo>
                  <a:pt x="715270" y="391303"/>
                </a:lnTo>
                <a:lnTo>
                  <a:pt x="709762" y="360685"/>
                </a:lnTo>
                <a:lnTo>
                  <a:pt x="715005" y="329483"/>
                </a:lnTo>
                <a:lnTo>
                  <a:pt x="729784" y="305296"/>
                </a:lnTo>
                <a:lnTo>
                  <a:pt x="752674" y="289659"/>
                </a:lnTo>
                <a:lnTo>
                  <a:pt x="782250" y="284105"/>
                </a:lnTo>
                <a:lnTo>
                  <a:pt x="914182" y="284105"/>
                </a:lnTo>
                <a:lnTo>
                  <a:pt x="897558" y="255096"/>
                </a:lnTo>
                <a:lnTo>
                  <a:pt x="859798" y="226570"/>
                </a:lnTo>
                <a:lnTo>
                  <a:pt x="839219" y="222140"/>
                </a:lnTo>
                <a:lnTo>
                  <a:pt x="776988" y="222140"/>
                </a:lnTo>
                <a:lnTo>
                  <a:pt x="880459" y="68395"/>
                </a:lnTo>
                <a:close/>
              </a:path>
              <a:path w="1464309" h="551179">
                <a:moveTo>
                  <a:pt x="914182" y="284105"/>
                </a:moveTo>
                <a:lnTo>
                  <a:pt x="782250" y="284105"/>
                </a:lnTo>
                <a:lnTo>
                  <a:pt x="810657" y="289823"/>
                </a:lnTo>
                <a:lnTo>
                  <a:pt x="833254" y="305735"/>
                </a:lnTo>
                <a:lnTo>
                  <a:pt x="848179" y="329977"/>
                </a:lnTo>
                <a:lnTo>
                  <a:pt x="853568" y="360685"/>
                </a:lnTo>
                <a:lnTo>
                  <a:pt x="848444" y="391549"/>
                </a:lnTo>
                <a:lnTo>
                  <a:pt x="834058" y="415563"/>
                </a:lnTo>
                <a:lnTo>
                  <a:pt x="811890" y="431136"/>
                </a:lnTo>
                <a:lnTo>
                  <a:pt x="783419" y="436681"/>
                </a:lnTo>
                <a:lnTo>
                  <a:pt x="908645" y="436681"/>
                </a:lnTo>
                <a:lnTo>
                  <a:pt x="924186" y="403767"/>
                </a:lnTo>
                <a:lnTo>
                  <a:pt x="931318" y="353086"/>
                </a:lnTo>
                <a:lnTo>
                  <a:pt x="922384" y="298418"/>
                </a:lnTo>
                <a:lnTo>
                  <a:pt x="914182" y="284105"/>
                </a:lnTo>
                <a:close/>
              </a:path>
              <a:path w="1464309" h="551179">
                <a:moveTo>
                  <a:pt x="812063" y="216294"/>
                </a:moveTo>
                <a:lnTo>
                  <a:pt x="802884" y="216550"/>
                </a:lnTo>
                <a:lnTo>
                  <a:pt x="794745" y="217463"/>
                </a:lnTo>
                <a:lnTo>
                  <a:pt x="786497" y="219254"/>
                </a:lnTo>
                <a:lnTo>
                  <a:pt x="776988" y="222140"/>
                </a:lnTo>
                <a:lnTo>
                  <a:pt x="839219" y="222140"/>
                </a:lnTo>
                <a:lnTo>
                  <a:pt x="812063" y="216294"/>
                </a:lnTo>
                <a:close/>
              </a:path>
              <a:path w="1464309" h="551179">
                <a:moveTo>
                  <a:pt x="1049736" y="176543"/>
                </a:moveTo>
                <a:lnTo>
                  <a:pt x="978417" y="176543"/>
                </a:lnTo>
                <a:lnTo>
                  <a:pt x="978417" y="500400"/>
                </a:lnTo>
                <a:lnTo>
                  <a:pt x="1056166" y="500400"/>
                </a:lnTo>
                <a:lnTo>
                  <a:pt x="1056166" y="340810"/>
                </a:lnTo>
                <a:lnTo>
                  <a:pt x="1059701" y="292792"/>
                </a:lnTo>
                <a:lnTo>
                  <a:pt x="1070854" y="261818"/>
                </a:lnTo>
                <a:lnTo>
                  <a:pt x="1090447" y="245203"/>
                </a:lnTo>
                <a:lnTo>
                  <a:pt x="1119301" y="240262"/>
                </a:lnTo>
                <a:lnTo>
                  <a:pt x="1450512" y="240262"/>
                </a:lnTo>
                <a:lnTo>
                  <a:pt x="1442691" y="220587"/>
                </a:lnTo>
                <a:lnTo>
                  <a:pt x="1441430" y="219217"/>
                </a:lnTo>
                <a:lnTo>
                  <a:pt x="1229202" y="219217"/>
                </a:lnTo>
                <a:lnTo>
                  <a:pt x="1219440" y="206941"/>
                </a:lnTo>
                <a:lnTo>
                  <a:pt x="1049736" y="206941"/>
                </a:lnTo>
                <a:lnTo>
                  <a:pt x="1049736" y="176543"/>
                </a:lnTo>
                <a:close/>
              </a:path>
              <a:path w="1464309" h="551179">
                <a:moveTo>
                  <a:pt x="1325658" y="240262"/>
                </a:moveTo>
                <a:lnTo>
                  <a:pt x="1119301" y="240262"/>
                </a:lnTo>
                <a:lnTo>
                  <a:pt x="1146429" y="244180"/>
                </a:lnTo>
                <a:lnTo>
                  <a:pt x="1166214" y="257580"/>
                </a:lnTo>
                <a:lnTo>
                  <a:pt x="1178325" y="282927"/>
                </a:lnTo>
                <a:lnTo>
                  <a:pt x="1182436" y="322688"/>
                </a:lnTo>
                <a:lnTo>
                  <a:pt x="1182436" y="500400"/>
                </a:lnTo>
                <a:lnTo>
                  <a:pt x="1260185" y="500400"/>
                </a:lnTo>
                <a:lnTo>
                  <a:pt x="1260185" y="340810"/>
                </a:lnTo>
                <a:lnTo>
                  <a:pt x="1264332" y="292545"/>
                </a:lnTo>
                <a:lnTo>
                  <a:pt x="1276699" y="261599"/>
                </a:lnTo>
                <a:lnTo>
                  <a:pt x="1297178" y="245121"/>
                </a:lnTo>
                <a:lnTo>
                  <a:pt x="1325658" y="240262"/>
                </a:lnTo>
                <a:close/>
              </a:path>
              <a:path w="1464309" h="551179">
                <a:moveTo>
                  <a:pt x="1450512" y="240262"/>
                </a:moveTo>
                <a:lnTo>
                  <a:pt x="1325658" y="240262"/>
                </a:lnTo>
                <a:lnTo>
                  <a:pt x="1350448" y="244016"/>
                </a:lnTo>
                <a:lnTo>
                  <a:pt x="1369647" y="257142"/>
                </a:lnTo>
                <a:lnTo>
                  <a:pt x="1382051" y="282434"/>
                </a:lnTo>
                <a:lnTo>
                  <a:pt x="1386454" y="322688"/>
                </a:lnTo>
                <a:lnTo>
                  <a:pt x="1386454" y="500400"/>
                </a:lnTo>
                <a:lnTo>
                  <a:pt x="1464203" y="500400"/>
                </a:lnTo>
                <a:lnTo>
                  <a:pt x="1464203" y="313334"/>
                </a:lnTo>
                <a:lnTo>
                  <a:pt x="1458778" y="261054"/>
                </a:lnTo>
                <a:lnTo>
                  <a:pt x="1450512" y="240262"/>
                </a:lnTo>
                <a:close/>
              </a:path>
              <a:path w="1464309" h="551179">
                <a:moveTo>
                  <a:pt x="1333257" y="168943"/>
                </a:moveTo>
                <a:lnTo>
                  <a:pt x="1301462" y="171866"/>
                </a:lnTo>
                <a:lnTo>
                  <a:pt x="1273995" y="180927"/>
                </a:lnTo>
                <a:lnTo>
                  <a:pt x="1250146" y="196565"/>
                </a:lnTo>
                <a:lnTo>
                  <a:pt x="1229202" y="219217"/>
                </a:lnTo>
                <a:lnTo>
                  <a:pt x="1441430" y="219217"/>
                </a:lnTo>
                <a:lnTo>
                  <a:pt x="1416221" y="191821"/>
                </a:lnTo>
                <a:lnTo>
                  <a:pt x="1379650" y="174644"/>
                </a:lnTo>
                <a:lnTo>
                  <a:pt x="1333257" y="168943"/>
                </a:lnTo>
                <a:close/>
              </a:path>
              <a:path w="1464309" h="551179">
                <a:moveTo>
                  <a:pt x="1133916" y="168943"/>
                </a:moveTo>
                <a:lnTo>
                  <a:pt x="1107938" y="171017"/>
                </a:lnTo>
                <a:lnTo>
                  <a:pt x="1086126" y="177639"/>
                </a:lnTo>
                <a:lnTo>
                  <a:pt x="1067164" y="189413"/>
                </a:lnTo>
                <a:lnTo>
                  <a:pt x="1049736" y="206941"/>
                </a:lnTo>
                <a:lnTo>
                  <a:pt x="1219440" y="206941"/>
                </a:lnTo>
                <a:lnTo>
                  <a:pt x="1211190" y="196565"/>
                </a:lnTo>
                <a:lnTo>
                  <a:pt x="1189889" y="180927"/>
                </a:lnTo>
                <a:lnTo>
                  <a:pt x="1164423" y="171866"/>
                </a:lnTo>
                <a:lnTo>
                  <a:pt x="1133916" y="1689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258590" y="11337581"/>
            <a:ext cx="803275" cy="447675"/>
          </a:xfrm>
          <a:custGeom>
            <a:avLst/>
            <a:gdLst/>
            <a:ahLst/>
            <a:cxnLst/>
            <a:rect l="l" t="t" r="r" b="b"/>
            <a:pathLst>
              <a:path w="803275" h="447675">
                <a:moveTo>
                  <a:pt x="248446" y="7599"/>
                </a:moveTo>
                <a:lnTo>
                  <a:pt x="155498" y="7599"/>
                </a:lnTo>
                <a:lnTo>
                  <a:pt x="42674" y="177127"/>
                </a:lnTo>
                <a:lnTo>
                  <a:pt x="22935" y="209928"/>
                </a:lnTo>
                <a:lnTo>
                  <a:pt x="9718" y="239604"/>
                </a:lnTo>
                <a:lnTo>
                  <a:pt x="2310" y="268294"/>
                </a:lnTo>
                <a:lnTo>
                  <a:pt x="0" y="298135"/>
                </a:lnTo>
                <a:lnTo>
                  <a:pt x="7384" y="346412"/>
                </a:lnTo>
                <a:lnTo>
                  <a:pt x="28209" y="387478"/>
                </a:lnTo>
                <a:lnTo>
                  <a:pt x="60482" y="419312"/>
                </a:lnTo>
                <a:lnTo>
                  <a:pt x="102212" y="439894"/>
                </a:lnTo>
                <a:lnTo>
                  <a:pt x="151406" y="447203"/>
                </a:lnTo>
                <a:lnTo>
                  <a:pt x="199786" y="439735"/>
                </a:lnTo>
                <a:lnTo>
                  <a:pt x="240589" y="418601"/>
                </a:lnTo>
                <a:lnTo>
                  <a:pt x="271993" y="385710"/>
                </a:lnTo>
                <a:lnTo>
                  <a:pt x="276632" y="375884"/>
                </a:lnTo>
                <a:lnTo>
                  <a:pt x="151406" y="375884"/>
                </a:lnTo>
                <a:lnTo>
                  <a:pt x="121894" y="370258"/>
                </a:lnTo>
                <a:lnTo>
                  <a:pt x="98574" y="354547"/>
                </a:lnTo>
                <a:lnTo>
                  <a:pt x="83256" y="330506"/>
                </a:lnTo>
                <a:lnTo>
                  <a:pt x="77749" y="299889"/>
                </a:lnTo>
                <a:lnTo>
                  <a:pt x="82992" y="268687"/>
                </a:lnTo>
                <a:lnTo>
                  <a:pt x="97770" y="244500"/>
                </a:lnTo>
                <a:lnTo>
                  <a:pt x="120660" y="228863"/>
                </a:lnTo>
                <a:lnTo>
                  <a:pt x="150237" y="223309"/>
                </a:lnTo>
                <a:lnTo>
                  <a:pt x="282169" y="223309"/>
                </a:lnTo>
                <a:lnTo>
                  <a:pt x="265545" y="194299"/>
                </a:lnTo>
                <a:lnTo>
                  <a:pt x="227785" y="165774"/>
                </a:lnTo>
                <a:lnTo>
                  <a:pt x="207206" y="161344"/>
                </a:lnTo>
                <a:lnTo>
                  <a:pt x="144975" y="161344"/>
                </a:lnTo>
                <a:lnTo>
                  <a:pt x="248446" y="7599"/>
                </a:lnTo>
                <a:close/>
              </a:path>
              <a:path w="803275" h="447675">
                <a:moveTo>
                  <a:pt x="282169" y="223309"/>
                </a:moveTo>
                <a:lnTo>
                  <a:pt x="150237" y="223309"/>
                </a:lnTo>
                <a:lnTo>
                  <a:pt x="178643" y="229027"/>
                </a:lnTo>
                <a:lnTo>
                  <a:pt x="201241" y="244938"/>
                </a:lnTo>
                <a:lnTo>
                  <a:pt x="216166" y="269180"/>
                </a:lnTo>
                <a:lnTo>
                  <a:pt x="221555" y="299889"/>
                </a:lnTo>
                <a:lnTo>
                  <a:pt x="216431" y="330753"/>
                </a:lnTo>
                <a:lnTo>
                  <a:pt x="202045" y="354766"/>
                </a:lnTo>
                <a:lnTo>
                  <a:pt x="179877" y="370340"/>
                </a:lnTo>
                <a:lnTo>
                  <a:pt x="151406" y="375884"/>
                </a:lnTo>
                <a:lnTo>
                  <a:pt x="276632" y="375884"/>
                </a:lnTo>
                <a:lnTo>
                  <a:pt x="292173" y="342970"/>
                </a:lnTo>
                <a:lnTo>
                  <a:pt x="299304" y="292289"/>
                </a:lnTo>
                <a:lnTo>
                  <a:pt x="290371" y="237622"/>
                </a:lnTo>
                <a:lnTo>
                  <a:pt x="282169" y="223309"/>
                </a:lnTo>
                <a:close/>
              </a:path>
              <a:path w="803275" h="447675">
                <a:moveTo>
                  <a:pt x="180050" y="155498"/>
                </a:moveTo>
                <a:lnTo>
                  <a:pt x="170870" y="155754"/>
                </a:lnTo>
                <a:lnTo>
                  <a:pt x="162732" y="156667"/>
                </a:lnTo>
                <a:lnTo>
                  <a:pt x="154484" y="158457"/>
                </a:lnTo>
                <a:lnTo>
                  <a:pt x="144975" y="161344"/>
                </a:lnTo>
                <a:lnTo>
                  <a:pt x="207206" y="161344"/>
                </a:lnTo>
                <a:lnTo>
                  <a:pt x="180050" y="155498"/>
                </a:lnTo>
                <a:close/>
              </a:path>
              <a:path w="803275" h="447675">
                <a:moveTo>
                  <a:pt x="697737" y="236170"/>
                </a:moveTo>
                <a:lnTo>
                  <a:pt x="655958" y="244400"/>
                </a:lnTo>
                <a:lnTo>
                  <a:pt x="622180" y="266933"/>
                </a:lnTo>
                <a:lnTo>
                  <a:pt x="599582" y="300538"/>
                </a:lnTo>
                <a:lnTo>
                  <a:pt x="591343" y="341979"/>
                </a:lnTo>
                <a:lnTo>
                  <a:pt x="599655" y="382835"/>
                </a:lnTo>
                <a:lnTo>
                  <a:pt x="622326" y="416294"/>
                </a:lnTo>
                <a:lnTo>
                  <a:pt x="655958" y="438900"/>
                </a:lnTo>
                <a:lnTo>
                  <a:pt x="697152" y="447203"/>
                </a:lnTo>
                <a:lnTo>
                  <a:pt x="738347" y="438891"/>
                </a:lnTo>
                <a:lnTo>
                  <a:pt x="771978" y="416220"/>
                </a:lnTo>
                <a:lnTo>
                  <a:pt x="793258" y="384653"/>
                </a:lnTo>
                <a:lnTo>
                  <a:pt x="697152" y="384653"/>
                </a:lnTo>
                <a:lnTo>
                  <a:pt x="680620" y="381264"/>
                </a:lnTo>
                <a:lnTo>
                  <a:pt x="667046" y="372012"/>
                </a:lnTo>
                <a:lnTo>
                  <a:pt x="657857" y="358265"/>
                </a:lnTo>
                <a:lnTo>
                  <a:pt x="654478" y="341394"/>
                </a:lnTo>
                <a:lnTo>
                  <a:pt x="657857" y="324524"/>
                </a:lnTo>
                <a:lnTo>
                  <a:pt x="667046" y="310777"/>
                </a:lnTo>
                <a:lnTo>
                  <a:pt x="680620" y="301524"/>
                </a:lnTo>
                <a:lnTo>
                  <a:pt x="697152" y="298135"/>
                </a:lnTo>
                <a:lnTo>
                  <a:pt x="792777" y="298135"/>
                </a:lnTo>
                <a:lnTo>
                  <a:pt x="771832" y="267299"/>
                </a:lnTo>
                <a:lnTo>
                  <a:pt x="738347" y="244555"/>
                </a:lnTo>
                <a:lnTo>
                  <a:pt x="697737" y="236170"/>
                </a:lnTo>
                <a:close/>
              </a:path>
              <a:path w="803275" h="447675">
                <a:moveTo>
                  <a:pt x="683707" y="7599"/>
                </a:moveTo>
                <a:lnTo>
                  <a:pt x="623495" y="7599"/>
                </a:lnTo>
                <a:lnTo>
                  <a:pt x="445198" y="439604"/>
                </a:lnTo>
                <a:lnTo>
                  <a:pt x="504825" y="439604"/>
                </a:lnTo>
                <a:lnTo>
                  <a:pt x="683707" y="7599"/>
                </a:lnTo>
                <a:close/>
              </a:path>
              <a:path w="803275" h="447675">
                <a:moveTo>
                  <a:pt x="792777" y="298135"/>
                </a:moveTo>
                <a:lnTo>
                  <a:pt x="697152" y="298135"/>
                </a:lnTo>
                <a:lnTo>
                  <a:pt x="713776" y="301606"/>
                </a:lnTo>
                <a:lnTo>
                  <a:pt x="727550" y="310996"/>
                </a:lnTo>
                <a:lnTo>
                  <a:pt x="736940" y="324770"/>
                </a:lnTo>
                <a:lnTo>
                  <a:pt x="740411" y="341394"/>
                </a:lnTo>
                <a:lnTo>
                  <a:pt x="736940" y="358018"/>
                </a:lnTo>
                <a:lnTo>
                  <a:pt x="727550" y="371792"/>
                </a:lnTo>
                <a:lnTo>
                  <a:pt x="713776" y="381182"/>
                </a:lnTo>
                <a:lnTo>
                  <a:pt x="697152" y="384653"/>
                </a:lnTo>
                <a:lnTo>
                  <a:pt x="793258" y="384653"/>
                </a:lnTo>
                <a:lnTo>
                  <a:pt x="794649" y="382589"/>
                </a:lnTo>
                <a:lnTo>
                  <a:pt x="802961" y="341394"/>
                </a:lnTo>
                <a:lnTo>
                  <a:pt x="794576" y="300784"/>
                </a:lnTo>
                <a:lnTo>
                  <a:pt x="792777" y="298135"/>
                </a:lnTo>
                <a:close/>
              </a:path>
              <a:path w="803275" h="447675">
                <a:moveTo>
                  <a:pt x="433507" y="0"/>
                </a:moveTo>
                <a:lnTo>
                  <a:pt x="391727" y="8229"/>
                </a:lnTo>
                <a:lnTo>
                  <a:pt x="357950" y="30763"/>
                </a:lnTo>
                <a:lnTo>
                  <a:pt x="335352" y="64367"/>
                </a:lnTo>
                <a:lnTo>
                  <a:pt x="327113" y="105808"/>
                </a:lnTo>
                <a:lnTo>
                  <a:pt x="335425" y="146665"/>
                </a:lnTo>
                <a:lnTo>
                  <a:pt x="358096" y="180123"/>
                </a:lnTo>
                <a:lnTo>
                  <a:pt x="391727" y="202730"/>
                </a:lnTo>
                <a:lnTo>
                  <a:pt x="432922" y="211033"/>
                </a:lnTo>
                <a:lnTo>
                  <a:pt x="474117" y="202721"/>
                </a:lnTo>
                <a:lnTo>
                  <a:pt x="507748" y="180050"/>
                </a:lnTo>
                <a:lnTo>
                  <a:pt x="529028" y="148483"/>
                </a:lnTo>
                <a:lnTo>
                  <a:pt x="432922" y="148483"/>
                </a:lnTo>
                <a:lnTo>
                  <a:pt x="416389" y="145094"/>
                </a:lnTo>
                <a:lnTo>
                  <a:pt x="402816" y="135841"/>
                </a:lnTo>
                <a:lnTo>
                  <a:pt x="393627" y="122095"/>
                </a:lnTo>
                <a:lnTo>
                  <a:pt x="390248" y="105224"/>
                </a:lnTo>
                <a:lnTo>
                  <a:pt x="393627" y="88353"/>
                </a:lnTo>
                <a:lnTo>
                  <a:pt x="402816" y="74607"/>
                </a:lnTo>
                <a:lnTo>
                  <a:pt x="416389" y="65354"/>
                </a:lnTo>
                <a:lnTo>
                  <a:pt x="432922" y="61965"/>
                </a:lnTo>
                <a:lnTo>
                  <a:pt x="528547" y="61965"/>
                </a:lnTo>
                <a:lnTo>
                  <a:pt x="507602" y="31128"/>
                </a:lnTo>
                <a:lnTo>
                  <a:pt x="474117" y="8385"/>
                </a:lnTo>
                <a:lnTo>
                  <a:pt x="433507" y="0"/>
                </a:lnTo>
                <a:close/>
              </a:path>
              <a:path w="803275" h="447675">
                <a:moveTo>
                  <a:pt x="528547" y="61965"/>
                </a:moveTo>
                <a:lnTo>
                  <a:pt x="432922" y="61965"/>
                </a:lnTo>
                <a:lnTo>
                  <a:pt x="449546" y="65436"/>
                </a:lnTo>
                <a:lnTo>
                  <a:pt x="463320" y="74826"/>
                </a:lnTo>
                <a:lnTo>
                  <a:pt x="472710" y="88600"/>
                </a:lnTo>
                <a:lnTo>
                  <a:pt x="476181" y="105224"/>
                </a:lnTo>
                <a:lnTo>
                  <a:pt x="472710" y="121848"/>
                </a:lnTo>
                <a:lnTo>
                  <a:pt x="463320" y="135622"/>
                </a:lnTo>
                <a:lnTo>
                  <a:pt x="449546" y="145012"/>
                </a:lnTo>
                <a:lnTo>
                  <a:pt x="432922" y="148483"/>
                </a:lnTo>
                <a:lnTo>
                  <a:pt x="529028" y="148483"/>
                </a:lnTo>
                <a:lnTo>
                  <a:pt x="530419" y="146419"/>
                </a:lnTo>
                <a:lnTo>
                  <a:pt x="538731" y="105224"/>
                </a:lnTo>
                <a:lnTo>
                  <a:pt x="530346" y="64614"/>
                </a:lnTo>
                <a:lnTo>
                  <a:pt x="528547" y="61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094714" y="11337581"/>
            <a:ext cx="1053465" cy="447675"/>
          </a:xfrm>
          <a:custGeom>
            <a:avLst/>
            <a:gdLst/>
            <a:ahLst/>
            <a:cxnLst/>
            <a:rect l="l" t="t" r="r" b="b"/>
            <a:pathLst>
              <a:path w="1053465" h="447675">
                <a:moveTo>
                  <a:pt x="132115" y="7599"/>
                </a:moveTo>
                <a:lnTo>
                  <a:pt x="0" y="7599"/>
                </a:lnTo>
                <a:lnTo>
                  <a:pt x="0" y="80672"/>
                </a:lnTo>
                <a:lnTo>
                  <a:pt x="54365" y="80672"/>
                </a:lnTo>
                <a:lnTo>
                  <a:pt x="54365" y="439604"/>
                </a:lnTo>
                <a:lnTo>
                  <a:pt x="132115" y="439604"/>
                </a:lnTo>
                <a:lnTo>
                  <a:pt x="132115" y="7599"/>
                </a:lnTo>
                <a:close/>
              </a:path>
              <a:path w="1053465" h="447675">
                <a:moveTo>
                  <a:pt x="501902" y="374715"/>
                </a:moveTo>
                <a:lnTo>
                  <a:pt x="424153" y="374715"/>
                </a:lnTo>
                <a:lnTo>
                  <a:pt x="424153" y="439604"/>
                </a:lnTo>
                <a:lnTo>
                  <a:pt x="501902" y="439604"/>
                </a:lnTo>
                <a:lnTo>
                  <a:pt x="501902" y="374715"/>
                </a:lnTo>
                <a:close/>
              </a:path>
              <a:path w="1053465" h="447675">
                <a:moveTo>
                  <a:pt x="501902" y="7599"/>
                </a:moveTo>
                <a:lnTo>
                  <a:pt x="436429" y="7599"/>
                </a:lnTo>
                <a:lnTo>
                  <a:pt x="237672" y="311581"/>
                </a:lnTo>
                <a:lnTo>
                  <a:pt x="237672" y="374715"/>
                </a:lnTo>
                <a:lnTo>
                  <a:pt x="547500" y="374715"/>
                </a:lnTo>
                <a:lnTo>
                  <a:pt x="547500" y="305150"/>
                </a:lnTo>
                <a:lnTo>
                  <a:pt x="316591" y="305150"/>
                </a:lnTo>
                <a:lnTo>
                  <a:pt x="424153" y="138545"/>
                </a:lnTo>
                <a:lnTo>
                  <a:pt x="501902" y="138545"/>
                </a:lnTo>
                <a:lnTo>
                  <a:pt x="501902" y="7599"/>
                </a:lnTo>
                <a:close/>
              </a:path>
              <a:path w="1053465" h="447675">
                <a:moveTo>
                  <a:pt x="501902" y="138545"/>
                </a:moveTo>
                <a:lnTo>
                  <a:pt x="424153" y="138545"/>
                </a:lnTo>
                <a:lnTo>
                  <a:pt x="424153" y="305150"/>
                </a:lnTo>
                <a:lnTo>
                  <a:pt x="501902" y="305150"/>
                </a:lnTo>
                <a:lnTo>
                  <a:pt x="501902" y="138545"/>
                </a:lnTo>
                <a:close/>
              </a:path>
              <a:path w="1053465" h="447675">
                <a:moveTo>
                  <a:pt x="947686" y="236170"/>
                </a:moveTo>
                <a:lnTo>
                  <a:pt x="905907" y="244400"/>
                </a:lnTo>
                <a:lnTo>
                  <a:pt x="872129" y="266933"/>
                </a:lnTo>
                <a:lnTo>
                  <a:pt x="849531" y="300538"/>
                </a:lnTo>
                <a:lnTo>
                  <a:pt x="841292" y="341979"/>
                </a:lnTo>
                <a:lnTo>
                  <a:pt x="849604" y="382835"/>
                </a:lnTo>
                <a:lnTo>
                  <a:pt x="872275" y="416294"/>
                </a:lnTo>
                <a:lnTo>
                  <a:pt x="905907" y="438900"/>
                </a:lnTo>
                <a:lnTo>
                  <a:pt x="947101" y="447203"/>
                </a:lnTo>
                <a:lnTo>
                  <a:pt x="988296" y="438891"/>
                </a:lnTo>
                <a:lnTo>
                  <a:pt x="1021927" y="416220"/>
                </a:lnTo>
                <a:lnTo>
                  <a:pt x="1043207" y="384653"/>
                </a:lnTo>
                <a:lnTo>
                  <a:pt x="947101" y="384653"/>
                </a:lnTo>
                <a:lnTo>
                  <a:pt x="930569" y="381264"/>
                </a:lnTo>
                <a:lnTo>
                  <a:pt x="916995" y="372012"/>
                </a:lnTo>
                <a:lnTo>
                  <a:pt x="907806" y="358265"/>
                </a:lnTo>
                <a:lnTo>
                  <a:pt x="904427" y="341394"/>
                </a:lnTo>
                <a:lnTo>
                  <a:pt x="907806" y="324524"/>
                </a:lnTo>
                <a:lnTo>
                  <a:pt x="916995" y="310777"/>
                </a:lnTo>
                <a:lnTo>
                  <a:pt x="930569" y="301524"/>
                </a:lnTo>
                <a:lnTo>
                  <a:pt x="947101" y="298135"/>
                </a:lnTo>
                <a:lnTo>
                  <a:pt x="1042726" y="298135"/>
                </a:lnTo>
                <a:lnTo>
                  <a:pt x="1021781" y="267299"/>
                </a:lnTo>
                <a:lnTo>
                  <a:pt x="988296" y="244555"/>
                </a:lnTo>
                <a:lnTo>
                  <a:pt x="947686" y="236170"/>
                </a:lnTo>
                <a:close/>
              </a:path>
              <a:path w="1053465" h="447675">
                <a:moveTo>
                  <a:pt x="933656" y="7599"/>
                </a:moveTo>
                <a:lnTo>
                  <a:pt x="873444" y="7599"/>
                </a:lnTo>
                <a:lnTo>
                  <a:pt x="695147" y="439604"/>
                </a:lnTo>
                <a:lnTo>
                  <a:pt x="754774" y="439604"/>
                </a:lnTo>
                <a:lnTo>
                  <a:pt x="933656" y="7599"/>
                </a:lnTo>
                <a:close/>
              </a:path>
              <a:path w="1053465" h="447675">
                <a:moveTo>
                  <a:pt x="1042726" y="298135"/>
                </a:moveTo>
                <a:lnTo>
                  <a:pt x="947101" y="298135"/>
                </a:lnTo>
                <a:lnTo>
                  <a:pt x="963725" y="301606"/>
                </a:lnTo>
                <a:lnTo>
                  <a:pt x="977499" y="310996"/>
                </a:lnTo>
                <a:lnTo>
                  <a:pt x="986889" y="324770"/>
                </a:lnTo>
                <a:lnTo>
                  <a:pt x="990360" y="341394"/>
                </a:lnTo>
                <a:lnTo>
                  <a:pt x="986889" y="358018"/>
                </a:lnTo>
                <a:lnTo>
                  <a:pt x="977499" y="371792"/>
                </a:lnTo>
                <a:lnTo>
                  <a:pt x="963725" y="381182"/>
                </a:lnTo>
                <a:lnTo>
                  <a:pt x="947101" y="384653"/>
                </a:lnTo>
                <a:lnTo>
                  <a:pt x="1043207" y="384653"/>
                </a:lnTo>
                <a:lnTo>
                  <a:pt x="1044598" y="382589"/>
                </a:lnTo>
                <a:lnTo>
                  <a:pt x="1052910" y="341394"/>
                </a:lnTo>
                <a:lnTo>
                  <a:pt x="1044525" y="300784"/>
                </a:lnTo>
                <a:lnTo>
                  <a:pt x="1042726" y="298135"/>
                </a:lnTo>
                <a:close/>
              </a:path>
              <a:path w="1053465" h="447675">
                <a:moveTo>
                  <a:pt x="683456" y="0"/>
                </a:moveTo>
                <a:lnTo>
                  <a:pt x="641676" y="8229"/>
                </a:lnTo>
                <a:lnTo>
                  <a:pt x="607899" y="30763"/>
                </a:lnTo>
                <a:lnTo>
                  <a:pt x="585301" y="64367"/>
                </a:lnTo>
                <a:lnTo>
                  <a:pt x="577062" y="105808"/>
                </a:lnTo>
                <a:lnTo>
                  <a:pt x="585374" y="146665"/>
                </a:lnTo>
                <a:lnTo>
                  <a:pt x="608045" y="180123"/>
                </a:lnTo>
                <a:lnTo>
                  <a:pt x="641676" y="202730"/>
                </a:lnTo>
                <a:lnTo>
                  <a:pt x="682871" y="211033"/>
                </a:lnTo>
                <a:lnTo>
                  <a:pt x="724066" y="202721"/>
                </a:lnTo>
                <a:lnTo>
                  <a:pt x="757697" y="180050"/>
                </a:lnTo>
                <a:lnTo>
                  <a:pt x="778977" y="148483"/>
                </a:lnTo>
                <a:lnTo>
                  <a:pt x="682871" y="148483"/>
                </a:lnTo>
                <a:lnTo>
                  <a:pt x="666338" y="145094"/>
                </a:lnTo>
                <a:lnTo>
                  <a:pt x="652765" y="135841"/>
                </a:lnTo>
                <a:lnTo>
                  <a:pt x="643576" y="122095"/>
                </a:lnTo>
                <a:lnTo>
                  <a:pt x="640197" y="105224"/>
                </a:lnTo>
                <a:lnTo>
                  <a:pt x="643576" y="88353"/>
                </a:lnTo>
                <a:lnTo>
                  <a:pt x="652765" y="74607"/>
                </a:lnTo>
                <a:lnTo>
                  <a:pt x="666338" y="65354"/>
                </a:lnTo>
                <a:lnTo>
                  <a:pt x="682871" y="61965"/>
                </a:lnTo>
                <a:lnTo>
                  <a:pt x="778496" y="61965"/>
                </a:lnTo>
                <a:lnTo>
                  <a:pt x="757551" y="31128"/>
                </a:lnTo>
                <a:lnTo>
                  <a:pt x="724066" y="8385"/>
                </a:lnTo>
                <a:lnTo>
                  <a:pt x="683456" y="0"/>
                </a:lnTo>
                <a:close/>
              </a:path>
              <a:path w="1053465" h="447675">
                <a:moveTo>
                  <a:pt x="778496" y="61965"/>
                </a:moveTo>
                <a:lnTo>
                  <a:pt x="682871" y="61965"/>
                </a:lnTo>
                <a:lnTo>
                  <a:pt x="699495" y="65436"/>
                </a:lnTo>
                <a:lnTo>
                  <a:pt x="713269" y="74826"/>
                </a:lnTo>
                <a:lnTo>
                  <a:pt x="722659" y="88600"/>
                </a:lnTo>
                <a:lnTo>
                  <a:pt x="726130" y="105224"/>
                </a:lnTo>
                <a:lnTo>
                  <a:pt x="722659" y="121848"/>
                </a:lnTo>
                <a:lnTo>
                  <a:pt x="713269" y="135622"/>
                </a:lnTo>
                <a:lnTo>
                  <a:pt x="699495" y="145012"/>
                </a:lnTo>
                <a:lnTo>
                  <a:pt x="682871" y="148483"/>
                </a:lnTo>
                <a:lnTo>
                  <a:pt x="778977" y="148483"/>
                </a:lnTo>
                <a:lnTo>
                  <a:pt x="780368" y="146419"/>
                </a:lnTo>
                <a:lnTo>
                  <a:pt x="788680" y="105224"/>
                </a:lnTo>
                <a:lnTo>
                  <a:pt x="780295" y="64614"/>
                </a:lnTo>
                <a:lnTo>
                  <a:pt x="778496" y="619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16964" y="11138480"/>
            <a:ext cx="1263864" cy="80215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38188" y="11174130"/>
            <a:ext cx="1475939" cy="72108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89213" y="11388404"/>
            <a:ext cx="1640251" cy="3623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398818" y="11108912"/>
            <a:ext cx="1138074" cy="78643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606795" y="11108912"/>
            <a:ext cx="1279317" cy="819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26542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600" y="657132"/>
            <a:ext cx="7949369" cy="4570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871" y="1879338"/>
            <a:ext cx="1175791" cy="1011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871" y="5503087"/>
            <a:ext cx="1175791" cy="1011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871" y="9126837"/>
            <a:ext cx="1175791" cy="10119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9792" y="1879338"/>
            <a:ext cx="1175791" cy="10119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9792" y="5503087"/>
            <a:ext cx="1175791" cy="10119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39792" y="9126837"/>
            <a:ext cx="1175791" cy="10119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028530" y="1561296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60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28530" y="5185045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59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28530" y="8808795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59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791451" y="1561296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60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791451" y="5185045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59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791451" y="8808795"/>
            <a:ext cx="5898515" cy="3286760"/>
          </a:xfrm>
          <a:custGeom>
            <a:avLst/>
            <a:gdLst/>
            <a:ahLst/>
            <a:cxnLst/>
            <a:rect l="l" t="t" r="r" b="b"/>
            <a:pathLst>
              <a:path w="5898515" h="3286759">
                <a:moveTo>
                  <a:pt x="0" y="3286432"/>
                </a:moveTo>
                <a:lnTo>
                  <a:pt x="5898229" y="3286432"/>
                </a:lnTo>
                <a:lnTo>
                  <a:pt x="5898229" y="0"/>
                </a:lnTo>
                <a:lnTo>
                  <a:pt x="0" y="0"/>
                </a:lnTo>
                <a:lnTo>
                  <a:pt x="0" y="3286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4418" y="1561296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89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4418" y="5185045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89" h="3286759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4418" y="8808795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89" h="3286759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177339" y="1561296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90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177339" y="5185045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90" h="3286759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177339" y="8808795"/>
            <a:ext cx="1812289" cy="3286760"/>
          </a:xfrm>
          <a:custGeom>
            <a:avLst/>
            <a:gdLst/>
            <a:ahLst/>
            <a:cxnLst/>
            <a:rect l="l" t="t" r="r" b="b"/>
            <a:pathLst>
              <a:path w="1812290" h="3286759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5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26292" y="1561296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4" h="3286760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26292" y="5185045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4" h="3286759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26292" y="8808795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4" h="3286759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989213" y="1561296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5" h="3286760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989213" y="5185045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5" h="3286759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989213" y="8808795"/>
            <a:ext cx="1802764" cy="3286760"/>
          </a:xfrm>
          <a:custGeom>
            <a:avLst/>
            <a:gdLst/>
            <a:ahLst/>
            <a:cxnLst/>
            <a:rect l="l" t="t" r="r" b="b"/>
            <a:pathLst>
              <a:path w="1802765" h="3286759">
                <a:moveTo>
                  <a:pt x="1802237" y="0"/>
                </a:moveTo>
                <a:lnTo>
                  <a:pt x="0" y="0"/>
                </a:lnTo>
                <a:lnTo>
                  <a:pt x="0" y="3286432"/>
                </a:lnTo>
                <a:lnTo>
                  <a:pt x="1802237" y="3286432"/>
                </a:lnTo>
                <a:lnTo>
                  <a:pt x="1802237" y="0"/>
                </a:lnTo>
                <a:close/>
              </a:path>
            </a:pathLst>
          </a:custGeom>
          <a:solidFill>
            <a:srgbClr val="61A5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0184" y="1979472"/>
            <a:ext cx="5148741" cy="242492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77990" y="5651410"/>
            <a:ext cx="5204127" cy="242492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65557" y="9236609"/>
            <a:ext cx="4984423" cy="236883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04191" y="2046936"/>
            <a:ext cx="5183424" cy="24249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104191" y="5651410"/>
            <a:ext cx="5143323" cy="236883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132816" y="9072770"/>
            <a:ext cx="5185108" cy="2901332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197444" y="2854743"/>
            <a:ext cx="200660" cy="567055"/>
          </a:xfrm>
          <a:custGeom>
            <a:avLst/>
            <a:gdLst/>
            <a:ahLst/>
            <a:cxnLst/>
            <a:rect l="l" t="t" r="r" b="b"/>
            <a:pathLst>
              <a:path w="200659" h="567054">
                <a:moveTo>
                  <a:pt x="200461" y="0"/>
                </a:moveTo>
                <a:lnTo>
                  <a:pt x="147234" y="0"/>
                </a:lnTo>
                <a:lnTo>
                  <a:pt x="0" y="83275"/>
                </a:lnTo>
                <a:lnTo>
                  <a:pt x="0" y="185867"/>
                </a:lnTo>
                <a:lnTo>
                  <a:pt x="93148" y="135215"/>
                </a:lnTo>
                <a:lnTo>
                  <a:pt x="93148" y="566615"/>
                </a:lnTo>
                <a:lnTo>
                  <a:pt x="200461" y="566615"/>
                </a:lnTo>
                <a:lnTo>
                  <a:pt x="200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06040" y="6468190"/>
            <a:ext cx="406400" cy="587375"/>
          </a:xfrm>
          <a:custGeom>
            <a:avLst/>
            <a:gdLst/>
            <a:ahLst/>
            <a:cxnLst/>
            <a:rect l="l" t="t" r="r" b="b"/>
            <a:pathLst>
              <a:path w="406400" h="587375">
                <a:moveTo>
                  <a:pt x="205612" y="0"/>
                </a:moveTo>
                <a:lnTo>
                  <a:pt x="163760" y="3112"/>
                </a:lnTo>
                <a:lnTo>
                  <a:pt x="111606" y="18860"/>
                </a:lnTo>
                <a:lnTo>
                  <a:pt x="71685" y="42925"/>
                </a:lnTo>
                <a:lnTo>
                  <a:pt x="43515" y="70934"/>
                </a:lnTo>
                <a:lnTo>
                  <a:pt x="22240" y="107179"/>
                </a:lnTo>
                <a:lnTo>
                  <a:pt x="19745" y="114610"/>
                </a:lnTo>
                <a:lnTo>
                  <a:pt x="107742" y="156248"/>
                </a:lnTo>
                <a:lnTo>
                  <a:pt x="108601" y="151669"/>
                </a:lnTo>
                <a:lnTo>
                  <a:pt x="111033" y="145660"/>
                </a:lnTo>
                <a:lnTo>
                  <a:pt x="138810" y="109298"/>
                </a:lnTo>
                <a:lnTo>
                  <a:pt x="181467" y="89177"/>
                </a:lnTo>
                <a:lnTo>
                  <a:pt x="204325" y="87138"/>
                </a:lnTo>
                <a:lnTo>
                  <a:pt x="223883" y="88533"/>
                </a:lnTo>
                <a:lnTo>
                  <a:pt x="267425" y="109459"/>
                </a:lnTo>
                <a:lnTo>
                  <a:pt x="287546" y="148495"/>
                </a:lnTo>
                <a:lnTo>
                  <a:pt x="288888" y="163975"/>
                </a:lnTo>
                <a:lnTo>
                  <a:pt x="288190" y="175404"/>
                </a:lnTo>
                <a:lnTo>
                  <a:pt x="271664" y="213285"/>
                </a:lnTo>
                <a:lnTo>
                  <a:pt x="238021" y="235741"/>
                </a:lnTo>
                <a:lnTo>
                  <a:pt x="206471" y="240811"/>
                </a:lnTo>
                <a:lnTo>
                  <a:pt x="191876" y="240811"/>
                </a:lnTo>
                <a:lnTo>
                  <a:pt x="191876" y="318936"/>
                </a:lnTo>
                <a:lnTo>
                  <a:pt x="203037" y="318936"/>
                </a:lnTo>
                <a:lnTo>
                  <a:pt x="215673" y="319499"/>
                </a:lnTo>
                <a:lnTo>
                  <a:pt x="261094" y="332860"/>
                </a:lnTo>
                <a:lnTo>
                  <a:pt x="291893" y="364812"/>
                </a:lnTo>
                <a:lnTo>
                  <a:pt x="299619" y="401353"/>
                </a:lnTo>
                <a:lnTo>
                  <a:pt x="298895" y="414311"/>
                </a:lnTo>
                <a:lnTo>
                  <a:pt x="281617" y="458765"/>
                </a:lnTo>
                <a:lnTo>
                  <a:pt x="243682" y="486881"/>
                </a:lnTo>
                <a:lnTo>
                  <a:pt x="203037" y="493642"/>
                </a:lnTo>
                <a:lnTo>
                  <a:pt x="189086" y="492784"/>
                </a:lnTo>
                <a:lnTo>
                  <a:pt x="152385" y="479906"/>
                </a:lnTo>
                <a:lnTo>
                  <a:pt x="117186" y="445566"/>
                </a:lnTo>
                <a:lnTo>
                  <a:pt x="98299" y="406504"/>
                </a:lnTo>
                <a:lnTo>
                  <a:pt x="0" y="455868"/>
                </a:lnTo>
                <a:lnTo>
                  <a:pt x="22052" y="499571"/>
                </a:lnTo>
                <a:lnTo>
                  <a:pt x="47191" y="529324"/>
                </a:lnTo>
                <a:lnTo>
                  <a:pt x="80887" y="555079"/>
                </a:lnTo>
                <a:lnTo>
                  <a:pt x="123222" y="575388"/>
                </a:lnTo>
                <a:lnTo>
                  <a:pt x="174518" y="585905"/>
                </a:lnTo>
                <a:lnTo>
                  <a:pt x="203466" y="587220"/>
                </a:lnTo>
                <a:lnTo>
                  <a:pt x="232226" y="585744"/>
                </a:lnTo>
                <a:lnTo>
                  <a:pt x="284595" y="573940"/>
                </a:lnTo>
                <a:lnTo>
                  <a:pt x="329908" y="550706"/>
                </a:lnTo>
                <a:lnTo>
                  <a:pt x="365751" y="518298"/>
                </a:lnTo>
                <a:lnTo>
                  <a:pt x="391345" y="477465"/>
                </a:lnTo>
                <a:lnTo>
                  <a:pt x="404438" y="430461"/>
                </a:lnTo>
                <a:lnTo>
                  <a:pt x="406074" y="404787"/>
                </a:lnTo>
                <a:lnTo>
                  <a:pt x="405108" y="385926"/>
                </a:lnTo>
                <a:lnTo>
                  <a:pt x="390621" y="337394"/>
                </a:lnTo>
                <a:lnTo>
                  <a:pt x="363337" y="301417"/>
                </a:lnTo>
                <a:lnTo>
                  <a:pt x="329882" y="279122"/>
                </a:lnTo>
                <a:lnTo>
                  <a:pt x="307775" y="273005"/>
                </a:lnTo>
                <a:lnTo>
                  <a:pt x="317514" y="270108"/>
                </a:lnTo>
                <a:lnTo>
                  <a:pt x="353705" y="243709"/>
                </a:lnTo>
                <a:lnTo>
                  <a:pt x="374309" y="211193"/>
                </a:lnTo>
                <a:lnTo>
                  <a:pt x="385175" y="170950"/>
                </a:lnTo>
                <a:lnTo>
                  <a:pt x="385899" y="156248"/>
                </a:lnTo>
                <a:lnTo>
                  <a:pt x="384477" y="133954"/>
                </a:lnTo>
                <a:lnTo>
                  <a:pt x="373102" y="93389"/>
                </a:lnTo>
                <a:lnTo>
                  <a:pt x="350835" y="58485"/>
                </a:lnTo>
                <a:lnTo>
                  <a:pt x="319284" y="31013"/>
                </a:lnTo>
                <a:lnTo>
                  <a:pt x="279015" y="11348"/>
                </a:lnTo>
                <a:lnTo>
                  <a:pt x="231797" y="1260"/>
                </a:lnTo>
                <a:lnTo>
                  <a:pt x="2056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14675" y="10102242"/>
            <a:ext cx="396240" cy="577215"/>
          </a:xfrm>
          <a:custGeom>
            <a:avLst/>
            <a:gdLst/>
            <a:ahLst/>
            <a:cxnLst/>
            <a:rect l="l" t="t" r="r" b="b"/>
            <a:pathLst>
              <a:path w="396240" h="577215">
                <a:moveTo>
                  <a:pt x="370017" y="0"/>
                </a:moveTo>
                <a:lnTo>
                  <a:pt x="65246" y="0"/>
                </a:lnTo>
                <a:lnTo>
                  <a:pt x="15882" y="304341"/>
                </a:lnTo>
                <a:lnTo>
                  <a:pt x="106025" y="336535"/>
                </a:lnTo>
                <a:lnTo>
                  <a:pt x="108816" y="330874"/>
                </a:lnTo>
                <a:lnTo>
                  <a:pt x="112464" y="325052"/>
                </a:lnTo>
                <a:lnTo>
                  <a:pt x="144229" y="296185"/>
                </a:lnTo>
                <a:lnTo>
                  <a:pt x="185840" y="282610"/>
                </a:lnTo>
                <a:lnTo>
                  <a:pt x="198315" y="282020"/>
                </a:lnTo>
                <a:lnTo>
                  <a:pt x="217658" y="283603"/>
                </a:lnTo>
                <a:lnTo>
                  <a:pt x="263133" y="307346"/>
                </a:lnTo>
                <a:lnTo>
                  <a:pt x="285910" y="356925"/>
                </a:lnTo>
                <a:lnTo>
                  <a:pt x="287600" y="378602"/>
                </a:lnTo>
                <a:lnTo>
                  <a:pt x="286151" y="401513"/>
                </a:lnTo>
                <a:lnTo>
                  <a:pt x="273274" y="440576"/>
                </a:lnTo>
                <a:lnTo>
                  <a:pt x="247679" y="469684"/>
                </a:lnTo>
                <a:lnTo>
                  <a:pt x="211622" y="484494"/>
                </a:lnTo>
                <a:lnTo>
                  <a:pt x="189730" y="486345"/>
                </a:lnTo>
                <a:lnTo>
                  <a:pt x="178543" y="485942"/>
                </a:lnTo>
                <a:lnTo>
                  <a:pt x="134356" y="472609"/>
                </a:lnTo>
                <a:lnTo>
                  <a:pt x="102591" y="442132"/>
                </a:lnTo>
                <a:lnTo>
                  <a:pt x="92289" y="420240"/>
                </a:lnTo>
                <a:lnTo>
                  <a:pt x="0" y="462307"/>
                </a:lnTo>
                <a:lnTo>
                  <a:pt x="20604" y="499652"/>
                </a:lnTo>
                <a:lnTo>
                  <a:pt x="46922" y="528063"/>
                </a:lnTo>
                <a:lnTo>
                  <a:pt x="83704" y="552987"/>
                </a:lnTo>
                <a:lnTo>
                  <a:pt x="132264" y="570640"/>
                </a:lnTo>
                <a:lnTo>
                  <a:pt x="171755" y="576220"/>
                </a:lnTo>
                <a:lnTo>
                  <a:pt x="193593" y="576918"/>
                </a:lnTo>
                <a:lnTo>
                  <a:pt x="222917" y="575335"/>
                </a:lnTo>
                <a:lnTo>
                  <a:pt x="275930" y="562672"/>
                </a:lnTo>
                <a:lnTo>
                  <a:pt x="321109" y="537641"/>
                </a:lnTo>
                <a:lnTo>
                  <a:pt x="356522" y="502013"/>
                </a:lnTo>
                <a:lnTo>
                  <a:pt x="381526" y="456217"/>
                </a:lnTo>
                <a:lnTo>
                  <a:pt x="394189" y="402345"/>
                </a:lnTo>
                <a:lnTo>
                  <a:pt x="395772" y="372592"/>
                </a:lnTo>
                <a:lnTo>
                  <a:pt x="394082" y="343296"/>
                </a:lnTo>
                <a:lnTo>
                  <a:pt x="381848" y="293073"/>
                </a:lnTo>
                <a:lnTo>
                  <a:pt x="358400" y="253716"/>
                </a:lnTo>
                <a:lnTo>
                  <a:pt x="327279" y="224741"/>
                </a:lnTo>
                <a:lnTo>
                  <a:pt x="289907" y="205934"/>
                </a:lnTo>
                <a:lnTo>
                  <a:pt x="249987" y="196491"/>
                </a:lnTo>
                <a:lnTo>
                  <a:pt x="229221" y="195310"/>
                </a:lnTo>
                <a:lnTo>
                  <a:pt x="215915" y="195740"/>
                </a:lnTo>
                <a:lnTo>
                  <a:pt x="171567" y="205505"/>
                </a:lnTo>
                <a:lnTo>
                  <a:pt x="136646" y="225644"/>
                </a:lnTo>
                <a:lnTo>
                  <a:pt x="135215" y="227934"/>
                </a:lnTo>
                <a:lnTo>
                  <a:pt x="156248" y="94006"/>
                </a:lnTo>
                <a:lnTo>
                  <a:pt x="370017" y="94006"/>
                </a:lnTo>
                <a:lnTo>
                  <a:pt x="3700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859389" y="2854078"/>
            <a:ext cx="415290" cy="577215"/>
          </a:xfrm>
          <a:custGeom>
            <a:avLst/>
            <a:gdLst/>
            <a:ahLst/>
            <a:cxnLst/>
            <a:rect l="l" t="t" r="r" b="b"/>
            <a:pathLst>
              <a:path w="415290" h="577214">
                <a:moveTo>
                  <a:pt x="219778" y="0"/>
                </a:moveTo>
                <a:lnTo>
                  <a:pt x="173633" y="3434"/>
                </a:lnTo>
                <a:lnTo>
                  <a:pt x="133927" y="13736"/>
                </a:lnTo>
                <a:lnTo>
                  <a:pt x="85475" y="37559"/>
                </a:lnTo>
                <a:lnTo>
                  <a:pt x="49149" y="67714"/>
                </a:lnTo>
                <a:lnTo>
                  <a:pt x="23689" y="99265"/>
                </a:lnTo>
                <a:lnTo>
                  <a:pt x="3290" y="137218"/>
                </a:lnTo>
                <a:lnTo>
                  <a:pt x="0" y="147234"/>
                </a:lnTo>
                <a:lnTo>
                  <a:pt x="92289" y="189301"/>
                </a:lnTo>
                <a:lnTo>
                  <a:pt x="92862" y="187584"/>
                </a:lnTo>
                <a:lnTo>
                  <a:pt x="95866" y="181717"/>
                </a:lnTo>
                <a:lnTo>
                  <a:pt x="118286" y="147234"/>
                </a:lnTo>
                <a:lnTo>
                  <a:pt x="153941" y="113189"/>
                </a:lnTo>
                <a:lnTo>
                  <a:pt x="190696" y="95401"/>
                </a:lnTo>
                <a:lnTo>
                  <a:pt x="219778" y="91860"/>
                </a:lnTo>
                <a:lnTo>
                  <a:pt x="239604" y="93094"/>
                </a:lnTo>
                <a:lnTo>
                  <a:pt x="284595" y="111606"/>
                </a:lnTo>
                <a:lnTo>
                  <a:pt x="305924" y="156275"/>
                </a:lnTo>
                <a:lnTo>
                  <a:pt x="307346" y="178140"/>
                </a:lnTo>
                <a:lnTo>
                  <a:pt x="306165" y="191957"/>
                </a:lnTo>
                <a:lnTo>
                  <a:pt x="288459" y="236948"/>
                </a:lnTo>
                <a:lnTo>
                  <a:pt x="267103" y="268606"/>
                </a:lnTo>
                <a:lnTo>
                  <a:pt x="239953" y="300907"/>
                </a:lnTo>
                <a:lnTo>
                  <a:pt x="209046" y="333101"/>
                </a:lnTo>
                <a:lnTo>
                  <a:pt x="175565" y="364437"/>
                </a:lnTo>
                <a:lnTo>
                  <a:pt x="141653" y="394162"/>
                </a:lnTo>
                <a:lnTo>
                  <a:pt x="108601" y="421527"/>
                </a:lnTo>
                <a:lnTo>
                  <a:pt x="78017" y="445780"/>
                </a:lnTo>
                <a:lnTo>
                  <a:pt x="18028" y="491067"/>
                </a:lnTo>
                <a:lnTo>
                  <a:pt x="18028" y="576918"/>
                </a:lnTo>
                <a:lnTo>
                  <a:pt x="410367" y="576918"/>
                </a:lnTo>
                <a:lnTo>
                  <a:pt x="410367" y="482911"/>
                </a:lnTo>
                <a:lnTo>
                  <a:pt x="181145" y="482911"/>
                </a:lnTo>
                <a:lnTo>
                  <a:pt x="184203" y="480577"/>
                </a:lnTo>
                <a:lnTo>
                  <a:pt x="225036" y="450824"/>
                </a:lnTo>
                <a:lnTo>
                  <a:pt x="262837" y="420079"/>
                </a:lnTo>
                <a:lnTo>
                  <a:pt x="304770" y="381607"/>
                </a:lnTo>
                <a:lnTo>
                  <a:pt x="332564" y="352203"/>
                </a:lnTo>
                <a:lnTo>
                  <a:pt x="358427" y="320653"/>
                </a:lnTo>
                <a:lnTo>
                  <a:pt x="381285" y="286956"/>
                </a:lnTo>
                <a:lnTo>
                  <a:pt x="399206" y="251972"/>
                </a:lnTo>
                <a:lnTo>
                  <a:pt x="414096" y="197805"/>
                </a:lnTo>
                <a:lnTo>
                  <a:pt x="415089" y="179428"/>
                </a:lnTo>
                <a:lnTo>
                  <a:pt x="414445" y="163170"/>
                </a:lnTo>
                <a:lnTo>
                  <a:pt x="404787" y="115040"/>
                </a:lnTo>
                <a:lnTo>
                  <a:pt x="382734" y="70370"/>
                </a:lnTo>
                <a:lnTo>
                  <a:pt x="345979" y="33589"/>
                </a:lnTo>
                <a:lnTo>
                  <a:pt x="312068" y="15453"/>
                </a:lnTo>
                <a:lnTo>
                  <a:pt x="270323" y="3863"/>
                </a:lnTo>
                <a:lnTo>
                  <a:pt x="246150" y="965"/>
                </a:lnTo>
                <a:lnTo>
                  <a:pt x="2197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870077" y="6488130"/>
            <a:ext cx="408305" cy="567055"/>
          </a:xfrm>
          <a:custGeom>
            <a:avLst/>
            <a:gdLst/>
            <a:ahLst/>
            <a:cxnLst/>
            <a:rect l="l" t="t" r="r" b="b"/>
            <a:pathLst>
              <a:path w="408304" h="567054">
                <a:moveTo>
                  <a:pt x="342115" y="447283"/>
                </a:moveTo>
                <a:lnTo>
                  <a:pt x="235231" y="447283"/>
                </a:lnTo>
                <a:lnTo>
                  <a:pt x="235231" y="566615"/>
                </a:lnTo>
                <a:lnTo>
                  <a:pt x="342115" y="566615"/>
                </a:lnTo>
                <a:lnTo>
                  <a:pt x="342115" y="447283"/>
                </a:lnTo>
                <a:close/>
              </a:path>
              <a:path w="408304" h="567054">
                <a:moveTo>
                  <a:pt x="342115" y="0"/>
                </a:moveTo>
                <a:lnTo>
                  <a:pt x="221066" y="0"/>
                </a:lnTo>
                <a:lnTo>
                  <a:pt x="0" y="361432"/>
                </a:lnTo>
                <a:lnTo>
                  <a:pt x="0" y="447283"/>
                </a:lnTo>
                <a:lnTo>
                  <a:pt x="407791" y="447283"/>
                </a:lnTo>
                <a:lnTo>
                  <a:pt x="407791" y="352847"/>
                </a:lnTo>
                <a:lnTo>
                  <a:pt x="109030" y="352847"/>
                </a:lnTo>
                <a:lnTo>
                  <a:pt x="234372" y="143800"/>
                </a:lnTo>
                <a:lnTo>
                  <a:pt x="342115" y="143800"/>
                </a:lnTo>
                <a:lnTo>
                  <a:pt x="342115" y="0"/>
                </a:lnTo>
                <a:close/>
              </a:path>
              <a:path w="408304" h="567054">
                <a:moveTo>
                  <a:pt x="342115" y="143800"/>
                </a:moveTo>
                <a:lnTo>
                  <a:pt x="235231" y="143800"/>
                </a:lnTo>
                <a:lnTo>
                  <a:pt x="235231" y="352847"/>
                </a:lnTo>
                <a:lnTo>
                  <a:pt x="342115" y="352847"/>
                </a:lnTo>
                <a:lnTo>
                  <a:pt x="342115" y="143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869672" y="10111880"/>
            <a:ext cx="412750" cy="577215"/>
          </a:xfrm>
          <a:custGeom>
            <a:avLst/>
            <a:gdLst/>
            <a:ahLst/>
            <a:cxnLst/>
            <a:rect l="l" t="t" r="r" b="b"/>
            <a:pathLst>
              <a:path w="412750" h="577215">
                <a:moveTo>
                  <a:pt x="345979" y="0"/>
                </a:moveTo>
                <a:lnTo>
                  <a:pt x="219778" y="0"/>
                </a:lnTo>
                <a:lnTo>
                  <a:pt x="73831" y="180286"/>
                </a:lnTo>
                <a:lnTo>
                  <a:pt x="46359" y="218597"/>
                </a:lnTo>
                <a:lnTo>
                  <a:pt x="22321" y="262274"/>
                </a:lnTo>
                <a:lnTo>
                  <a:pt x="5580" y="313570"/>
                </a:lnTo>
                <a:lnTo>
                  <a:pt x="0" y="375597"/>
                </a:lnTo>
                <a:lnTo>
                  <a:pt x="1717" y="405484"/>
                </a:lnTo>
                <a:lnTo>
                  <a:pt x="15453" y="459141"/>
                </a:lnTo>
                <a:lnTo>
                  <a:pt x="42603" y="504159"/>
                </a:lnTo>
                <a:lnTo>
                  <a:pt x="79948" y="538929"/>
                </a:lnTo>
                <a:lnTo>
                  <a:pt x="126227" y="563155"/>
                </a:lnTo>
                <a:lnTo>
                  <a:pt x="178382" y="575388"/>
                </a:lnTo>
                <a:lnTo>
                  <a:pt x="206471" y="576918"/>
                </a:lnTo>
                <a:lnTo>
                  <a:pt x="234185" y="575335"/>
                </a:lnTo>
                <a:lnTo>
                  <a:pt x="285910" y="562672"/>
                </a:lnTo>
                <a:lnTo>
                  <a:pt x="332135" y="537748"/>
                </a:lnTo>
                <a:lnTo>
                  <a:pt x="369480" y="502978"/>
                </a:lnTo>
                <a:lnTo>
                  <a:pt x="379956" y="488491"/>
                </a:lnTo>
                <a:lnTo>
                  <a:pt x="206471" y="488491"/>
                </a:lnTo>
                <a:lnTo>
                  <a:pt x="192386" y="487606"/>
                </a:lnTo>
                <a:lnTo>
                  <a:pt x="153673" y="474326"/>
                </a:lnTo>
                <a:lnTo>
                  <a:pt x="123571" y="447766"/>
                </a:lnTo>
                <a:lnTo>
                  <a:pt x="105274" y="411225"/>
                </a:lnTo>
                <a:lnTo>
                  <a:pt x="101733" y="383324"/>
                </a:lnTo>
                <a:lnTo>
                  <a:pt x="102618" y="369266"/>
                </a:lnTo>
                <a:lnTo>
                  <a:pt x="115898" y="330955"/>
                </a:lnTo>
                <a:lnTo>
                  <a:pt x="142458" y="300853"/>
                </a:lnTo>
                <a:lnTo>
                  <a:pt x="178891" y="282556"/>
                </a:lnTo>
                <a:lnTo>
                  <a:pt x="206471" y="279015"/>
                </a:lnTo>
                <a:lnTo>
                  <a:pt x="384846" y="279015"/>
                </a:lnTo>
                <a:lnTo>
                  <a:pt x="372485" y="261120"/>
                </a:lnTo>
                <a:lnTo>
                  <a:pt x="356710" y="243494"/>
                </a:lnTo>
                <a:lnTo>
                  <a:pt x="339003" y="228282"/>
                </a:lnTo>
                <a:lnTo>
                  <a:pt x="319365" y="215485"/>
                </a:lnTo>
                <a:lnTo>
                  <a:pt x="314105" y="212910"/>
                </a:lnTo>
                <a:lnTo>
                  <a:pt x="166550" y="212910"/>
                </a:lnTo>
                <a:lnTo>
                  <a:pt x="345979" y="0"/>
                </a:lnTo>
                <a:close/>
              </a:path>
              <a:path w="412750" h="577215">
                <a:moveTo>
                  <a:pt x="384846" y="279015"/>
                </a:moveTo>
                <a:lnTo>
                  <a:pt x="206471" y="279015"/>
                </a:lnTo>
                <a:lnTo>
                  <a:pt x="220717" y="279900"/>
                </a:lnTo>
                <a:lnTo>
                  <a:pt x="234265" y="282556"/>
                </a:lnTo>
                <a:lnTo>
                  <a:pt x="270484" y="300853"/>
                </a:lnTo>
                <a:lnTo>
                  <a:pt x="297044" y="330955"/>
                </a:lnTo>
                <a:lnTo>
                  <a:pt x="310324" y="369266"/>
                </a:lnTo>
                <a:lnTo>
                  <a:pt x="311209" y="383324"/>
                </a:lnTo>
                <a:lnTo>
                  <a:pt x="310324" y="397597"/>
                </a:lnTo>
                <a:lnTo>
                  <a:pt x="297044" y="436551"/>
                </a:lnTo>
                <a:lnTo>
                  <a:pt x="270484" y="466653"/>
                </a:lnTo>
                <a:lnTo>
                  <a:pt x="234265" y="484950"/>
                </a:lnTo>
                <a:lnTo>
                  <a:pt x="206471" y="488491"/>
                </a:lnTo>
                <a:lnTo>
                  <a:pt x="379956" y="488491"/>
                </a:lnTo>
                <a:lnTo>
                  <a:pt x="405538" y="434620"/>
                </a:lnTo>
                <a:lnTo>
                  <a:pt x="412513" y="380748"/>
                </a:lnTo>
                <a:lnTo>
                  <a:pt x="410877" y="352954"/>
                </a:lnTo>
                <a:lnTo>
                  <a:pt x="405967" y="327091"/>
                </a:lnTo>
                <a:lnTo>
                  <a:pt x="397784" y="303161"/>
                </a:lnTo>
                <a:lnTo>
                  <a:pt x="386329" y="281161"/>
                </a:lnTo>
                <a:lnTo>
                  <a:pt x="384846" y="279015"/>
                </a:lnTo>
                <a:close/>
              </a:path>
              <a:path w="412750" h="577215">
                <a:moveTo>
                  <a:pt x="232655" y="192306"/>
                </a:moveTo>
                <a:lnTo>
                  <a:pt x="190096" y="198771"/>
                </a:lnTo>
                <a:lnTo>
                  <a:pt x="166550" y="212910"/>
                </a:lnTo>
                <a:lnTo>
                  <a:pt x="314105" y="212910"/>
                </a:lnTo>
                <a:lnTo>
                  <a:pt x="298653" y="205344"/>
                </a:lnTo>
                <a:lnTo>
                  <a:pt x="277298" y="198100"/>
                </a:lnTo>
                <a:lnTo>
                  <a:pt x="255299" y="193754"/>
                </a:lnTo>
                <a:lnTo>
                  <a:pt x="232655" y="1923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92522" y="2737087"/>
            <a:ext cx="1069777" cy="106977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44334" y="6331923"/>
            <a:ext cx="1166153" cy="116615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92522" y="9936398"/>
            <a:ext cx="1040864" cy="104086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393994" y="2611798"/>
            <a:ext cx="992676" cy="99267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65081" y="6303011"/>
            <a:ext cx="1060139" cy="106013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365081" y="9936398"/>
            <a:ext cx="1060139" cy="1060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2023-02-28T18:12:35Z</dcterms:created>
  <dcterms:modified xsi:type="dcterms:W3CDTF">2023-02-28T18:12:35Z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2076138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S9.2.0</vt:lpwstr>
  </property>
</Properties>
</file>