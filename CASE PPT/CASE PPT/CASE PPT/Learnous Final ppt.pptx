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1.xml" ContentType="application/vnd.openxmlformats-officedocument.drawingml.chartshape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7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7"/>
  </p:notesMasterIdLst>
  <p:sldIdLst>
    <p:sldId id="256" r:id="rId2"/>
    <p:sldId id="314" r:id="rId3"/>
    <p:sldId id="257" r:id="rId4"/>
    <p:sldId id="315" r:id="rId5"/>
    <p:sldId id="321" r:id="rId6"/>
    <p:sldId id="349" r:id="rId7"/>
    <p:sldId id="319" r:id="rId8"/>
    <p:sldId id="268" r:id="rId9"/>
    <p:sldId id="261" r:id="rId10"/>
    <p:sldId id="360" r:id="rId11"/>
    <p:sldId id="339" r:id="rId12"/>
    <p:sldId id="350" r:id="rId13"/>
    <p:sldId id="322" r:id="rId14"/>
    <p:sldId id="324" r:id="rId15"/>
    <p:sldId id="323" r:id="rId16"/>
    <p:sldId id="325" r:id="rId17"/>
    <p:sldId id="344" r:id="rId18"/>
    <p:sldId id="355" r:id="rId19"/>
    <p:sldId id="351" r:id="rId20"/>
    <p:sldId id="358" r:id="rId21"/>
    <p:sldId id="341" r:id="rId22"/>
    <p:sldId id="346" r:id="rId23"/>
    <p:sldId id="345" r:id="rId24"/>
    <p:sldId id="359" r:id="rId25"/>
    <p:sldId id="356" r:id="rId26"/>
  </p:sldIdLst>
  <p:sldSz cx="9144000" cy="5143500" type="screen16x9"/>
  <p:notesSz cx="6858000" cy="9144000"/>
  <p:embeddedFontLst>
    <p:embeddedFont>
      <p:font typeface="Agency FB" panose="020B0503020202020204" pitchFamily="34" charset="0"/>
      <p:regular r:id="rId28"/>
      <p:bold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Didact Gothic" panose="020B0604020202020204" charset="0"/>
      <p:regular r:id="rId34"/>
    </p:embeddedFont>
    <p:embeddedFont>
      <p:font typeface="Julius Sans One" panose="020B0604020202020204" charset="0"/>
      <p:regular r:id="rId35"/>
    </p:embeddedFont>
    <p:embeddedFont>
      <p:font typeface="Lucida Bright" panose="02040602050505020304" pitchFamily="18" charset="0"/>
      <p:regular r:id="rId36"/>
      <p:bold r:id="rId37"/>
      <p:italic r:id="rId38"/>
      <p:boldItalic r:id="rId39"/>
    </p:embeddedFont>
    <p:embeddedFont>
      <p:font typeface="Questrial" panose="020B0604020202020204" charset="0"/>
      <p:regular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464">
          <p15:clr>
            <a:srgbClr val="9AA0A6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FFFF66"/>
    <a:srgbClr val="FF9933"/>
    <a:srgbClr val="660033"/>
    <a:srgbClr val="0066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43C5598-24B1-454F-920A-CC2AD8ADA023}">
  <a:tblStyle styleId="{C43C5598-24B1-454F-920A-CC2AD8ADA0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/>
  </p:normalViewPr>
  <p:slideViewPr>
    <p:cSldViewPr snapToGrid="0">
      <p:cViewPr varScale="1">
        <p:scale>
          <a:sx n="85" d="100"/>
          <a:sy n="85" d="100"/>
        </p:scale>
        <p:origin x="306" y="60"/>
      </p:cViewPr>
      <p:guideLst>
        <p:guide pos="4464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AKASH1778@GMAIL.COM" userId="2b0f162eb5de2807" providerId="LiveId" clId="{B99F328E-37D9-4753-A0E6-499722183760}"/>
    <pc:docChg chg="modSld">
      <pc:chgData name="GUPTAAKASH1778@GMAIL.COM" userId="2b0f162eb5de2807" providerId="LiveId" clId="{B99F328E-37D9-4753-A0E6-499722183760}" dt="2021-06-25T09:54:57.525" v="174" actId="20577"/>
      <pc:docMkLst>
        <pc:docMk/>
      </pc:docMkLst>
      <pc:sldChg chg="modSp mod">
        <pc:chgData name="GUPTAAKASH1778@GMAIL.COM" userId="2b0f162eb5de2807" providerId="LiveId" clId="{B99F328E-37D9-4753-A0E6-499722183760}" dt="2021-06-25T09:54:57.525" v="174" actId="20577"/>
        <pc:sldMkLst>
          <pc:docMk/>
          <pc:sldMk cId="0" sldId="256"/>
        </pc:sldMkLst>
        <pc:spChg chg="mod">
          <ac:chgData name="GUPTAAKASH1778@GMAIL.COM" userId="2b0f162eb5de2807" providerId="LiveId" clId="{B99F328E-37D9-4753-A0E6-499722183760}" dt="2021-06-25T09:54:57.525" v="174" actId="20577"/>
          <ac:spMkLst>
            <pc:docMk/>
            <pc:sldMk cId="0" sldId="256"/>
            <ac:spMk id="2" creationId="{990D195D-2958-4553-ADA7-6C048753EF7C}"/>
          </ac:spMkLst>
        </pc:spChg>
      </pc:sldChg>
      <pc:sldChg chg="modSp">
        <pc:chgData name="GUPTAAKASH1778@GMAIL.COM" userId="2b0f162eb5de2807" providerId="LiveId" clId="{B99F328E-37D9-4753-A0E6-499722183760}" dt="2021-06-25T09:46:49.513" v="17" actId="20577"/>
        <pc:sldMkLst>
          <pc:docMk/>
          <pc:sldMk cId="1751367636" sldId="324"/>
        </pc:sldMkLst>
        <pc:graphicFrameChg chg="mod">
          <ac:chgData name="GUPTAAKASH1778@GMAIL.COM" userId="2b0f162eb5de2807" providerId="LiveId" clId="{B99F328E-37D9-4753-A0E6-499722183760}" dt="2021-06-25T09:46:49.513" v="17" actId="20577"/>
          <ac:graphicFrameMkLst>
            <pc:docMk/>
            <pc:sldMk cId="1751367636" sldId="324"/>
            <ac:graphicFrameMk id="5" creationId="{7C1780A2-B433-4A44-BD68-626A49289CD6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UPTA\Desktop\Learnous%20CaseStudy\Learnous%20case%20study%20SOl%20update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sz="1400" b="1" u="none" baseline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Annual Price willing to pay for ECAs(in Rs</a:t>
            </a:r>
            <a:r>
              <a:rPr lang="en-US" sz="1400" u="none" baseline="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c:rich>
      </c:tx>
      <c:layout>
        <c:manualLayout>
          <c:xMode val="edge"/>
          <c:yMode val="edge"/>
          <c:x val="0.14785311518514177"/>
          <c:y val="8.251836831291214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"/>
          <c:y val="0.22737916073486544"/>
          <c:w val="0.94067718878667228"/>
          <c:h val="0.57358280794522409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solidFill>
                <a:schemeClr val="accent6">
                  <a:lumMod val="95000"/>
                </a:schemeClr>
              </a:solidFill>
            </a:ln>
          </c:spPr>
          <c:dPt>
            <c:idx val="0"/>
            <c:bubble3D val="0"/>
            <c:spPr>
              <a:solidFill>
                <a:schemeClr val="accent3">
                  <a:lumMod val="20000"/>
                  <a:lumOff val="80000"/>
                </a:schemeClr>
              </a:solidFill>
              <a:ln w="25400">
                <a:solidFill>
                  <a:schemeClr val="accent6">
                    <a:lumMod val="95000"/>
                  </a:schemeClr>
                </a:solidFill>
              </a:ln>
              <a:effectLst/>
              <a:sp3d contourW="25400">
                <a:contourClr>
                  <a:schemeClr val="accent6">
                    <a:lumMod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8349-4CD0-9864-081BAA197589}"/>
              </c:ext>
            </c:extLst>
          </c:dPt>
          <c:dPt>
            <c:idx val="1"/>
            <c:bubble3D val="0"/>
            <c:spPr>
              <a:solidFill>
                <a:schemeClr val="accent6">
                  <a:lumMod val="50000"/>
                </a:schemeClr>
              </a:solidFill>
              <a:ln w="25400">
                <a:solidFill>
                  <a:schemeClr val="accent6">
                    <a:lumMod val="95000"/>
                  </a:schemeClr>
                </a:solidFill>
              </a:ln>
              <a:effectLst/>
              <a:sp3d contourW="25400">
                <a:contourClr>
                  <a:schemeClr val="accent6">
                    <a:lumMod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8349-4CD0-9864-081BAA197589}"/>
              </c:ext>
            </c:extLst>
          </c:dPt>
          <c:dPt>
            <c:idx val="2"/>
            <c:bubble3D val="0"/>
            <c:spPr>
              <a:solidFill>
                <a:schemeClr val="bg1">
                  <a:lumMod val="25000"/>
                </a:schemeClr>
              </a:solidFill>
              <a:ln w="25400">
                <a:solidFill>
                  <a:schemeClr val="accent6">
                    <a:lumMod val="95000"/>
                  </a:schemeClr>
                </a:solidFill>
              </a:ln>
              <a:effectLst/>
              <a:sp3d contourW="25400">
                <a:contourClr>
                  <a:schemeClr val="accent6">
                    <a:lumMod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8349-4CD0-9864-081BAA19758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accent6">
                    <a:lumMod val="95000"/>
                  </a:schemeClr>
                </a:solidFill>
              </a:ln>
              <a:effectLst/>
              <a:sp3d contourW="25400">
                <a:contourClr>
                  <a:schemeClr val="accent6">
                    <a:lumMod val="95000"/>
                  </a:schemeClr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2F64-491B-9B5B-B1E86B0A40C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6"/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2,000-5,000</c:v>
                </c:pt>
                <c:pt idx="1">
                  <c:v>5,000-10,000</c:v>
                </c:pt>
                <c:pt idx="2">
                  <c:v>More than10,000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26</c:v>
                </c:pt>
                <c:pt idx="2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49-4CD0-9864-081BAA1975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608882469496156E-2"/>
          <c:y val="0.80957155447088336"/>
          <c:w val="0.89999997717504165"/>
          <c:h val="8.280862314419361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pPr>
            <a:r>
              <a:rPr lang="en-US" sz="1400" b="1" baseline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Time Students Can Dedicate per Day</a:t>
            </a:r>
          </a:p>
        </c:rich>
      </c:tx>
      <c:layout>
        <c:manualLayout>
          <c:xMode val="edge"/>
          <c:yMode val="edge"/>
          <c:x val="0.19161069439396933"/>
          <c:y val="5.624532765191553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774993817809327"/>
          <c:y val="0.18767722445103971"/>
          <c:w val="0.48819599528561719"/>
          <c:h val="0.6429227729507509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Time Students Can Dedicate per Day</c:v>
                </c:pt>
              </c:strCache>
            </c:strRef>
          </c:tx>
          <c:spPr>
            <a:solidFill>
              <a:srgbClr val="0066FF"/>
            </a:solidFill>
          </c:spPr>
          <c:dPt>
            <c:idx val="0"/>
            <c:bubble3D val="0"/>
            <c:spPr>
              <a:solidFill>
                <a:schemeClr val="accent6">
                  <a:lumMod val="6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28FF-4F2C-9013-BD74057F207F}"/>
              </c:ext>
            </c:extLst>
          </c:dPt>
          <c:dPt>
            <c:idx val="1"/>
            <c:bubble3D val="0"/>
            <c:spPr>
              <a:solidFill>
                <a:schemeClr val="bg1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8FF-4F2C-9013-BD74057F207F}"/>
              </c:ext>
            </c:extLst>
          </c:dPt>
          <c:dPt>
            <c:idx val="2"/>
            <c:bubble3D val="0"/>
            <c:spPr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CD7-47D3-8C19-E9E037C8ED2C}"/>
              </c:ext>
            </c:extLst>
          </c:dPt>
          <c:dPt>
            <c:idx val="3"/>
            <c:bubble3D val="0"/>
            <c:spPr>
              <a:solidFill>
                <a:schemeClr val="tx2">
                  <a:lumMod val="5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28FF-4F2C-9013-BD74057F207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accent2">
                        <a:lumMod val="50000"/>
                      </a:schemeClr>
                    </a:solidFill>
                    <a:latin typeface="Calibri" panose="020F0502020204030204" pitchFamily="34" charset="0"/>
                    <a:ea typeface="+mn-ea"/>
                    <a:cs typeface="Calibri" panose="020F050202020403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1-2 Hours</c:v>
                </c:pt>
                <c:pt idx="1">
                  <c:v>2-5 Hours</c:v>
                </c:pt>
                <c:pt idx="2">
                  <c:v>5-7 Hours</c:v>
                </c:pt>
                <c:pt idx="3">
                  <c:v>More than 7 Hours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23</c:v>
                </c:pt>
                <c:pt idx="2">
                  <c:v>4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FF-4F2C-9013-BD74057F20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2659680436230614"/>
          <c:y val="0.35590773758557853"/>
          <c:w val="0.33354123728559343"/>
          <c:h val="0.2885217015436906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Distribution as per school</a:t>
            </a:r>
            <a:r>
              <a:rPr lang="en-US" baseline="0" dirty="0"/>
              <a:t> type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1650159103431203"/>
          <c:y val="0.27412924264146554"/>
          <c:w val="0.84863838804468472"/>
          <c:h val="0.54952051158120707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Enrollments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2.3002318796743269E-2"/>
                  <c:y val="-2.0091446137996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E87-4A2E-BAF8-1E25D0785A75}"/>
                </c:ext>
              </c:extLst>
            </c:dLbl>
            <c:dLbl>
              <c:idx val="1"/>
              <c:layout>
                <c:manualLayout>
                  <c:x val="2.012702894715036E-2"/>
                  <c:y val="-4.018131027236127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3282657293070828E-2"/>
                      <c:h val="6.7346527454565638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2E87-4A2E-BAF8-1E25D0785A7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2"/>
                <c:pt idx="0">
                  <c:v>Private Schools</c:v>
                </c:pt>
                <c:pt idx="1">
                  <c:v>Govt. Schools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119</c:v>
                </c:pt>
                <c:pt idx="1">
                  <c:v>131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E87-4A2E-BAF8-1E25D0785A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18487296"/>
        <c:axId val="218485632"/>
        <c:axId val="419336400"/>
      </c:bar3DChart>
      <c:catAx>
        <c:axId val="2184872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8485632"/>
        <c:crosses val="autoZero"/>
        <c:auto val="1"/>
        <c:lblAlgn val="ctr"/>
        <c:lblOffset val="100"/>
        <c:noMultiLvlLbl val="0"/>
      </c:catAx>
      <c:valAx>
        <c:axId val="21848563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8487296"/>
        <c:crosses val="autoZero"/>
        <c:crossBetween val="between"/>
      </c:valAx>
      <c:serAx>
        <c:axId val="419336400"/>
        <c:scaling>
          <c:orientation val="minMax"/>
        </c:scaling>
        <c:delete val="1"/>
        <c:axPos val="b"/>
        <c:majorTickMark val="none"/>
        <c:minorTickMark val="none"/>
        <c:tickLblPos val="nextTo"/>
        <c:crossAx val="218485632"/>
        <c:crosses val="autoZero"/>
      </c:ser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Break</a:t>
            </a:r>
            <a:r>
              <a:rPr lang="en-US" b="1" baseline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Even Analysis</a:t>
            </a:r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'C&amp;B'!$G$5</c:f>
              <c:strCache>
                <c:ptCount val="1"/>
                <c:pt idx="0">
                  <c:v>Revenue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92D050"/>
                </a:solidFill>
              </a:ln>
              <a:effectLst/>
            </c:spPr>
          </c:marker>
          <c:cat>
            <c:strRef>
              <c:f>'C&amp;B'!$H$4:$J$4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'C&amp;B'!$H$5:$J$5</c:f>
              <c:numCache>
                <c:formatCode>General</c:formatCode>
                <c:ptCount val="3"/>
                <c:pt idx="0" formatCode="#,##0">
                  <c:v>110844000</c:v>
                </c:pt>
                <c:pt idx="1">
                  <c:v>166258800</c:v>
                </c:pt>
                <c:pt idx="2">
                  <c:v>232765200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726-4E32-B027-92B04E90259E}"/>
            </c:ext>
          </c:extLst>
        </c:ser>
        <c:ser>
          <c:idx val="1"/>
          <c:order val="1"/>
          <c:tx>
            <c:strRef>
              <c:f>'C&amp;B'!$G$6</c:f>
              <c:strCache>
                <c:ptCount val="1"/>
                <c:pt idx="0">
                  <c:v>Cost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rgbClr val="FF0000"/>
                </a:solidFill>
              </a:ln>
              <a:effectLst/>
            </c:spPr>
          </c:marker>
          <c:cat>
            <c:strRef>
              <c:f>'C&amp;B'!$H$4:$J$4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'C&amp;B'!$H$6:$J$6</c:f>
              <c:numCache>
                <c:formatCode>General</c:formatCode>
                <c:ptCount val="3"/>
                <c:pt idx="0" formatCode="#,##0">
                  <c:v>212246000</c:v>
                </c:pt>
                <c:pt idx="1">
                  <c:v>222520600</c:v>
                </c:pt>
                <c:pt idx="2">
                  <c:v>231421424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726-4E32-B027-92B04E9025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77407120"/>
        <c:axId val="1269096064"/>
      </c:lineChart>
      <c:catAx>
        <c:axId val="1377407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9096064"/>
        <c:crosses val="autoZero"/>
        <c:auto val="1"/>
        <c:lblAlgn val="ctr"/>
        <c:lblOffset val="100"/>
        <c:noMultiLvlLbl val="0"/>
      </c:catAx>
      <c:valAx>
        <c:axId val="1269096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7407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g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png"/><Relationship Id="rId4" Type="http://schemas.openxmlformats.org/officeDocument/2006/relationships/image" Target="../media/image80.png"/></Relationships>
</file>

<file path=ppt/diagrams/_rels/data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image" Target="../media/image90.pn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image" Target="../media/image92.pn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image" Target="../media/image96.jpg"/><Relationship Id="rId1" Type="http://schemas.openxmlformats.org/officeDocument/2006/relationships/image" Target="../media/image95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g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png"/><Relationship Id="rId4" Type="http://schemas.openxmlformats.org/officeDocument/2006/relationships/image" Target="../media/image80.png"/></Relationships>
</file>

<file path=ppt/diagrams/_rels/drawing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image" Target="../media/image90.pn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image" Target="../media/image92.pn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g"/><Relationship Id="rId2" Type="http://schemas.openxmlformats.org/officeDocument/2006/relationships/image" Target="../media/image96.jpg"/><Relationship Id="rId1" Type="http://schemas.openxmlformats.org/officeDocument/2006/relationships/image" Target="../media/image9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51828F-64DE-4C61-94A9-1FF567F2EF0F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2977224D-B156-4BF0-843E-DE8608F249D7}">
      <dgm:prSet phldrT="[Text]" custT="1"/>
      <dgm:sp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b="100000"/>
          </a:path>
          <a:tileRect t="-100000" r="-100000"/>
        </a:gradFill>
      </dgm:spPr>
      <dgm:t>
        <a:bodyPr/>
        <a:lstStyle/>
        <a:p>
          <a:pPr algn="l"/>
          <a:r>
            <a:rPr lang="en-US" sz="10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Investors bet big on EdTech startups that bring extracurriculars online.</a:t>
          </a:r>
          <a:endParaRPr lang="en-IN" sz="1000" b="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9110519-049D-46BB-8160-D290A95729AB}" type="parTrans" cxnId="{7BF10855-93C1-4B85-A331-68F01969321F}">
      <dgm:prSet/>
      <dgm:spPr/>
      <dgm:t>
        <a:bodyPr/>
        <a:lstStyle/>
        <a:p>
          <a:endParaRPr lang="en-IN"/>
        </a:p>
      </dgm:t>
    </dgm:pt>
    <dgm:pt modelId="{74F4CCB3-E687-42EB-9AC1-1747DD808A65}" type="sibTrans" cxnId="{7BF10855-93C1-4B85-A331-68F01969321F}">
      <dgm:prSet/>
      <dgm:spPr/>
      <dgm:t>
        <a:bodyPr/>
        <a:lstStyle/>
        <a:p>
          <a:endParaRPr lang="en-IN"/>
        </a:p>
      </dgm:t>
    </dgm:pt>
    <dgm:pt modelId="{DE3260A5-709F-4179-BCF3-B6D753268C92}" type="pres">
      <dgm:prSet presAssocID="{A851828F-64DE-4C61-94A9-1FF567F2EF0F}" presName="linearFlow" presStyleCnt="0">
        <dgm:presLayoutVars>
          <dgm:dir/>
          <dgm:resizeHandles val="exact"/>
        </dgm:presLayoutVars>
      </dgm:prSet>
      <dgm:spPr/>
    </dgm:pt>
    <dgm:pt modelId="{31013E7C-6FA9-4C3E-8D80-9F0576F9CCA6}" type="pres">
      <dgm:prSet presAssocID="{2977224D-B156-4BF0-843E-DE8608F249D7}" presName="composite" presStyleCnt="0"/>
      <dgm:spPr/>
    </dgm:pt>
    <dgm:pt modelId="{C012E839-CCFC-48B5-9841-9F28FF93ADEE}" type="pres">
      <dgm:prSet presAssocID="{2977224D-B156-4BF0-843E-DE8608F249D7}" presName="imgShp" presStyleLbl="fgImgPlac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</dgm:spPr>
    </dgm:pt>
    <dgm:pt modelId="{36EA5B9F-E3CE-4844-B4F2-494CB96D1480}" type="pres">
      <dgm:prSet presAssocID="{2977224D-B156-4BF0-843E-DE8608F249D7}" presName="txShp" presStyleLbl="node1" presStyleIdx="0" presStyleCnt="1">
        <dgm:presLayoutVars>
          <dgm:bulletEnabled val="1"/>
        </dgm:presLayoutVars>
      </dgm:prSet>
      <dgm:spPr/>
    </dgm:pt>
  </dgm:ptLst>
  <dgm:cxnLst>
    <dgm:cxn modelId="{CB4A5348-FB7D-4139-944F-B4D642A7F9FA}" type="presOf" srcId="{2977224D-B156-4BF0-843E-DE8608F249D7}" destId="{36EA5B9F-E3CE-4844-B4F2-494CB96D1480}" srcOrd="0" destOrd="0" presId="urn:microsoft.com/office/officeart/2005/8/layout/vList3"/>
    <dgm:cxn modelId="{7BF10855-93C1-4B85-A331-68F01969321F}" srcId="{A851828F-64DE-4C61-94A9-1FF567F2EF0F}" destId="{2977224D-B156-4BF0-843E-DE8608F249D7}" srcOrd="0" destOrd="0" parTransId="{39110519-049D-46BB-8160-D290A95729AB}" sibTransId="{74F4CCB3-E687-42EB-9AC1-1747DD808A65}"/>
    <dgm:cxn modelId="{4553FCFC-7578-470E-A620-2BFC526575FC}" type="presOf" srcId="{A851828F-64DE-4C61-94A9-1FF567F2EF0F}" destId="{DE3260A5-709F-4179-BCF3-B6D753268C92}" srcOrd="0" destOrd="0" presId="urn:microsoft.com/office/officeart/2005/8/layout/vList3"/>
    <dgm:cxn modelId="{16FF301D-61E0-4AAA-9C22-DA098E1E33AC}" type="presParOf" srcId="{DE3260A5-709F-4179-BCF3-B6D753268C92}" destId="{31013E7C-6FA9-4C3E-8D80-9F0576F9CCA6}" srcOrd="0" destOrd="0" presId="urn:microsoft.com/office/officeart/2005/8/layout/vList3"/>
    <dgm:cxn modelId="{8A786E8B-2BEB-42E6-888E-DBF9BA3FEB20}" type="presParOf" srcId="{31013E7C-6FA9-4C3E-8D80-9F0576F9CCA6}" destId="{C012E839-CCFC-48B5-9841-9F28FF93ADEE}" srcOrd="0" destOrd="0" presId="urn:microsoft.com/office/officeart/2005/8/layout/vList3"/>
    <dgm:cxn modelId="{006D880E-A579-4EAA-8C2F-1554F8DE0D3C}" type="presParOf" srcId="{31013E7C-6FA9-4C3E-8D80-9F0576F9CCA6}" destId="{36EA5B9F-E3CE-4844-B4F2-494CB96D148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B7EFC4-4233-45AC-AFB1-A4B42529A4CE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30665A05-82A0-4C8C-9544-29DA582B56E9}">
      <dgm:prSet phldrT="[Text]" custT="1"/>
      <dgm:spPr>
        <a:gradFill flip="none" rotWithShape="0">
          <a:gsLst>
            <a:gs pos="0">
              <a:schemeClr val="bg1">
                <a:shade val="30000"/>
                <a:satMod val="115000"/>
              </a:schemeClr>
            </a:gs>
            <a:gs pos="50000">
              <a:schemeClr val="bg1">
                <a:shade val="67500"/>
                <a:satMod val="115000"/>
              </a:schemeClr>
            </a:gs>
            <a:gs pos="100000">
              <a:schemeClr val="bg1">
                <a:shade val="100000"/>
                <a:satMod val="115000"/>
              </a:schemeClr>
            </a:gs>
          </a:gsLst>
          <a:path path="circle">
            <a:fillToRect l="100000" t="100000"/>
          </a:path>
          <a:tileRect r="-100000" b="-100000"/>
        </a:gradFill>
      </dgm:spPr>
      <dgm:t>
        <a:bodyPr/>
        <a:lstStyle/>
        <a:p>
          <a:pPr algn="l"/>
          <a:r>
            <a:rPr lang="en-IN" sz="10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Extracurricular engagement was positively related to academic performance, motivation, social skills, and educational resilience, and negatively related to behavioural problems, and school dropout </a:t>
          </a:r>
          <a:endParaRPr lang="en-IN" sz="1000" dirty="0"/>
        </a:p>
      </dgm:t>
    </dgm:pt>
    <dgm:pt modelId="{88D13E5A-8CC1-469A-85EC-6774C515821B}" type="parTrans" cxnId="{FAE33C32-AEA9-40C3-90F6-C0536647DD1C}">
      <dgm:prSet/>
      <dgm:spPr/>
      <dgm:t>
        <a:bodyPr/>
        <a:lstStyle/>
        <a:p>
          <a:endParaRPr lang="en-IN"/>
        </a:p>
      </dgm:t>
    </dgm:pt>
    <dgm:pt modelId="{53F51968-C35A-4326-925C-06AE5B8DF005}" type="sibTrans" cxnId="{FAE33C32-AEA9-40C3-90F6-C0536647DD1C}">
      <dgm:prSet/>
      <dgm:spPr/>
      <dgm:t>
        <a:bodyPr/>
        <a:lstStyle/>
        <a:p>
          <a:endParaRPr lang="en-IN"/>
        </a:p>
      </dgm:t>
    </dgm:pt>
    <dgm:pt modelId="{014EEE94-526D-4E45-9D9B-9016B75CA23D}" type="pres">
      <dgm:prSet presAssocID="{40B7EFC4-4233-45AC-AFB1-A4B42529A4CE}" presName="linearFlow" presStyleCnt="0">
        <dgm:presLayoutVars>
          <dgm:dir/>
          <dgm:resizeHandles val="exact"/>
        </dgm:presLayoutVars>
      </dgm:prSet>
      <dgm:spPr/>
    </dgm:pt>
    <dgm:pt modelId="{C2F54DEC-D625-4D60-91A0-28675E8844DE}" type="pres">
      <dgm:prSet presAssocID="{30665A05-82A0-4C8C-9544-29DA582B56E9}" presName="composite" presStyleCnt="0"/>
      <dgm:spPr/>
    </dgm:pt>
    <dgm:pt modelId="{973F4A13-3B53-4321-A6BF-E860FAB35A1A}" type="pres">
      <dgm:prSet presAssocID="{30665A05-82A0-4C8C-9544-29DA582B56E9}" presName="imgShp" presStyleLbl="fgImgPlac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000" b="-12000"/>
          </a:stretch>
        </a:blipFill>
      </dgm:spPr>
    </dgm:pt>
    <dgm:pt modelId="{F9EFB687-B381-4BC7-BD51-F7C140FF2326}" type="pres">
      <dgm:prSet presAssocID="{30665A05-82A0-4C8C-9544-29DA582B56E9}" presName="txShp" presStyleLbl="node1" presStyleIdx="0" presStyleCnt="1" custScaleX="98018">
        <dgm:presLayoutVars>
          <dgm:bulletEnabled val="1"/>
        </dgm:presLayoutVars>
      </dgm:prSet>
      <dgm:spPr/>
    </dgm:pt>
  </dgm:ptLst>
  <dgm:cxnLst>
    <dgm:cxn modelId="{FAE33C32-AEA9-40C3-90F6-C0536647DD1C}" srcId="{40B7EFC4-4233-45AC-AFB1-A4B42529A4CE}" destId="{30665A05-82A0-4C8C-9544-29DA582B56E9}" srcOrd="0" destOrd="0" parTransId="{88D13E5A-8CC1-469A-85EC-6774C515821B}" sibTransId="{53F51968-C35A-4326-925C-06AE5B8DF005}"/>
    <dgm:cxn modelId="{113A2940-39E0-401C-86D5-8559BAD06FBB}" type="presOf" srcId="{40B7EFC4-4233-45AC-AFB1-A4B42529A4CE}" destId="{014EEE94-526D-4E45-9D9B-9016B75CA23D}" srcOrd="0" destOrd="0" presId="urn:microsoft.com/office/officeart/2005/8/layout/vList3"/>
    <dgm:cxn modelId="{C7FDA776-4E1E-49EE-BAB2-56C2AED84F9F}" type="presOf" srcId="{30665A05-82A0-4C8C-9544-29DA582B56E9}" destId="{F9EFB687-B381-4BC7-BD51-F7C140FF2326}" srcOrd="0" destOrd="0" presId="urn:microsoft.com/office/officeart/2005/8/layout/vList3"/>
    <dgm:cxn modelId="{4DDDF79B-447B-44B1-882D-3B14910A02A5}" type="presParOf" srcId="{014EEE94-526D-4E45-9D9B-9016B75CA23D}" destId="{C2F54DEC-D625-4D60-91A0-28675E8844DE}" srcOrd="0" destOrd="0" presId="urn:microsoft.com/office/officeart/2005/8/layout/vList3"/>
    <dgm:cxn modelId="{543CAD42-E3F2-4A34-A95E-3FD3B99BDF1F}" type="presParOf" srcId="{C2F54DEC-D625-4D60-91A0-28675E8844DE}" destId="{973F4A13-3B53-4321-A6BF-E860FAB35A1A}" srcOrd="0" destOrd="0" presId="urn:microsoft.com/office/officeart/2005/8/layout/vList3"/>
    <dgm:cxn modelId="{0AADB92D-1D4E-4DDD-A23F-CF6EDA756C83}" type="presParOf" srcId="{C2F54DEC-D625-4D60-91A0-28675E8844DE}" destId="{F9EFB687-B381-4BC7-BD51-F7C140FF232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5DC77FA-F5F0-46CD-BB67-3F9B1678DB0C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</dgm:pt>
    <dgm:pt modelId="{A228890C-DB1D-4B9B-9A1B-C1620333EB41}">
      <dgm:prSet phldrT="[Text]" custT="1"/>
      <dgm:spPr>
        <a:gradFill flip="none" rotWithShape="0">
          <a:gsLst>
            <a:gs pos="0">
              <a:schemeClr val="accent1">
                <a:hueOff val="0"/>
                <a:satOff val="0"/>
                <a:lumOff val="0"/>
                <a:tint val="66000"/>
                <a:satMod val="160000"/>
              </a:schemeClr>
            </a:gs>
            <a:gs pos="50000">
              <a:schemeClr val="accent1">
                <a:hueOff val="0"/>
                <a:satOff val="0"/>
                <a:lumOff val="0"/>
                <a:tint val="44500"/>
                <a:satMod val="160000"/>
              </a:schemeClr>
            </a:gs>
            <a:gs pos="100000">
              <a:schemeClr val="accent1">
                <a:hueOff val="0"/>
                <a:satOff val="0"/>
                <a:lumOff val="0"/>
                <a:tint val="23500"/>
                <a:satMod val="160000"/>
              </a:schemeClr>
            </a:gs>
          </a:gsLst>
          <a:lin ang="10800000" scaled="1"/>
          <a:tileRect/>
        </a:gradFill>
      </dgm:spPr>
      <dgm:t>
        <a:bodyPr/>
        <a:lstStyle/>
        <a:p>
          <a:pPr algn="l"/>
          <a:r>
            <a:rPr lang="en-US" sz="1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Middle Childhood (6-18) Years </a:t>
          </a:r>
          <a:r>
            <a:rPr lang="en-IN" sz="10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is the gateway between childhood and early adolescence and a time during which developmental trajectories are shaped.</a:t>
          </a:r>
          <a:endParaRPr lang="en-IN" sz="1000" dirty="0">
            <a:solidFill>
              <a:schemeClr val="tx1"/>
            </a:solidFill>
          </a:endParaRPr>
        </a:p>
      </dgm:t>
    </dgm:pt>
    <dgm:pt modelId="{52C260F0-DBDE-4E06-9976-0440BEB28CA4}" type="parTrans" cxnId="{9BE91FDB-92E7-4F20-913C-10F94E5A8362}">
      <dgm:prSet/>
      <dgm:spPr/>
      <dgm:t>
        <a:bodyPr/>
        <a:lstStyle/>
        <a:p>
          <a:endParaRPr lang="en-IN"/>
        </a:p>
      </dgm:t>
    </dgm:pt>
    <dgm:pt modelId="{2F363A9B-CE78-48D9-92AB-B163BCC0B377}" type="sibTrans" cxnId="{9BE91FDB-92E7-4F20-913C-10F94E5A8362}">
      <dgm:prSet/>
      <dgm:spPr/>
      <dgm:t>
        <a:bodyPr/>
        <a:lstStyle/>
        <a:p>
          <a:endParaRPr lang="en-IN"/>
        </a:p>
      </dgm:t>
    </dgm:pt>
    <dgm:pt modelId="{C5B1C4DB-7553-4644-9239-7582543B6052}" type="pres">
      <dgm:prSet presAssocID="{85DC77FA-F5F0-46CD-BB67-3F9B1678DB0C}" presName="linearFlow" presStyleCnt="0">
        <dgm:presLayoutVars>
          <dgm:dir/>
          <dgm:resizeHandles val="exact"/>
        </dgm:presLayoutVars>
      </dgm:prSet>
      <dgm:spPr/>
    </dgm:pt>
    <dgm:pt modelId="{ABFB7CF8-14D3-43ED-9532-77C0F0F95CE3}" type="pres">
      <dgm:prSet presAssocID="{A228890C-DB1D-4B9B-9A1B-C1620333EB41}" presName="composite" presStyleCnt="0"/>
      <dgm:spPr/>
    </dgm:pt>
    <dgm:pt modelId="{70B56081-7DC4-4A8D-8843-4A125F0C5863}" type="pres">
      <dgm:prSet presAssocID="{A228890C-DB1D-4B9B-9A1B-C1620333EB41}" presName="imgShp" presStyleLbl="fgImgPlac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EBD83284-F51E-4031-BA7F-66D97BA9A29C}" type="pres">
      <dgm:prSet presAssocID="{A228890C-DB1D-4B9B-9A1B-C1620333EB41}" presName="txShp" presStyleLbl="node1" presStyleIdx="0" presStyleCnt="1">
        <dgm:presLayoutVars>
          <dgm:bulletEnabled val="1"/>
        </dgm:presLayoutVars>
      </dgm:prSet>
      <dgm:spPr/>
    </dgm:pt>
  </dgm:ptLst>
  <dgm:cxnLst>
    <dgm:cxn modelId="{71D1EB53-841B-48A5-9299-68CD22D9FCC2}" type="presOf" srcId="{A228890C-DB1D-4B9B-9A1B-C1620333EB41}" destId="{EBD83284-F51E-4031-BA7F-66D97BA9A29C}" srcOrd="0" destOrd="0" presId="urn:microsoft.com/office/officeart/2005/8/layout/vList3"/>
    <dgm:cxn modelId="{74DDEB93-8B8A-4068-9547-CCF705246B11}" type="presOf" srcId="{85DC77FA-F5F0-46CD-BB67-3F9B1678DB0C}" destId="{C5B1C4DB-7553-4644-9239-7582543B6052}" srcOrd="0" destOrd="0" presId="urn:microsoft.com/office/officeart/2005/8/layout/vList3"/>
    <dgm:cxn modelId="{9BE91FDB-92E7-4F20-913C-10F94E5A8362}" srcId="{85DC77FA-F5F0-46CD-BB67-3F9B1678DB0C}" destId="{A228890C-DB1D-4B9B-9A1B-C1620333EB41}" srcOrd="0" destOrd="0" parTransId="{52C260F0-DBDE-4E06-9976-0440BEB28CA4}" sibTransId="{2F363A9B-CE78-48D9-92AB-B163BCC0B377}"/>
    <dgm:cxn modelId="{F94BC2FA-C7B8-4796-8048-2F6ECA9322CE}" type="presParOf" srcId="{C5B1C4DB-7553-4644-9239-7582543B6052}" destId="{ABFB7CF8-14D3-43ED-9532-77C0F0F95CE3}" srcOrd="0" destOrd="0" presId="urn:microsoft.com/office/officeart/2005/8/layout/vList3"/>
    <dgm:cxn modelId="{0E1D149D-9B95-44AD-80EA-B6716DC42746}" type="presParOf" srcId="{ABFB7CF8-14D3-43ED-9532-77C0F0F95CE3}" destId="{70B56081-7DC4-4A8D-8843-4A125F0C5863}" srcOrd="0" destOrd="0" presId="urn:microsoft.com/office/officeart/2005/8/layout/vList3"/>
    <dgm:cxn modelId="{FF1A0BEA-575A-4828-88DD-38F8CD8FB2B4}" type="presParOf" srcId="{ABFB7CF8-14D3-43ED-9532-77C0F0F95CE3}" destId="{EBD83284-F51E-4031-BA7F-66D97BA9A29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4C42C3F-BCA4-4DE2-9B94-87246DA22BF9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065B4CE-8F0E-4C08-8037-AFC299698FEE}">
      <dgm:prSet phldrT="[Text]" custT="1"/>
      <dgm:spPr/>
      <dgm:t>
        <a:bodyPr/>
        <a:lstStyle/>
        <a:p>
          <a:r>
            <a:rPr lang="en-US" sz="1200" dirty="0"/>
            <a:t>Literary Activities</a:t>
          </a:r>
          <a:endParaRPr lang="en-IN" sz="1200" dirty="0"/>
        </a:p>
      </dgm:t>
    </dgm:pt>
    <dgm:pt modelId="{3E233C02-7AB1-47EF-ADD1-4B20FFB2B76D}" type="parTrans" cxnId="{4EE17D13-E125-4F06-8104-9C3C56037EB2}">
      <dgm:prSet/>
      <dgm:spPr/>
      <dgm:t>
        <a:bodyPr/>
        <a:lstStyle/>
        <a:p>
          <a:endParaRPr lang="en-IN"/>
        </a:p>
      </dgm:t>
    </dgm:pt>
    <dgm:pt modelId="{16BC9956-39D8-498D-AF75-A54ED84F9DC8}" type="sibTrans" cxnId="{4EE17D13-E125-4F06-8104-9C3C56037EB2}">
      <dgm:prSet/>
      <dgm:spPr/>
      <dgm:t>
        <a:bodyPr/>
        <a:lstStyle/>
        <a:p>
          <a:endParaRPr lang="en-IN"/>
        </a:p>
      </dgm:t>
    </dgm:pt>
    <dgm:pt modelId="{F9C474A8-80B3-4B5A-8A56-B36515A6CBB0}">
      <dgm:prSet phldrT="[Text]"/>
      <dgm:spPr/>
      <dgm:t>
        <a:bodyPr/>
        <a:lstStyle/>
        <a:p>
          <a:r>
            <a:rPr lang="en-US" dirty="0"/>
            <a:t>Poem</a:t>
          </a:r>
          <a:endParaRPr lang="en-IN" dirty="0"/>
        </a:p>
      </dgm:t>
    </dgm:pt>
    <dgm:pt modelId="{1ED7F9A5-7C8D-4B1D-B44C-96A98FDEADA4}" type="parTrans" cxnId="{28491DC5-2C5E-47F9-913B-606608189DFE}">
      <dgm:prSet/>
      <dgm:spPr/>
      <dgm:t>
        <a:bodyPr/>
        <a:lstStyle/>
        <a:p>
          <a:endParaRPr lang="en-IN"/>
        </a:p>
      </dgm:t>
    </dgm:pt>
    <dgm:pt modelId="{7BC351A4-FE07-4EB1-AE8F-135362078BFF}" type="sibTrans" cxnId="{28491DC5-2C5E-47F9-913B-606608189DFE}">
      <dgm:prSet/>
      <dgm:spPr/>
      <dgm:t>
        <a:bodyPr/>
        <a:lstStyle/>
        <a:p>
          <a:endParaRPr lang="en-IN"/>
        </a:p>
      </dgm:t>
    </dgm:pt>
    <dgm:pt modelId="{09A60BBE-B5FA-4971-99FC-6E19AB0C3FB4}">
      <dgm:prSet phldrT="[Text]" custT="1"/>
      <dgm:spPr/>
      <dgm:t>
        <a:bodyPr/>
        <a:lstStyle/>
        <a:p>
          <a:r>
            <a:rPr lang="en-US" sz="800" dirty="0"/>
            <a:t>Story writing</a:t>
          </a:r>
          <a:endParaRPr lang="en-IN" sz="800" dirty="0"/>
        </a:p>
      </dgm:t>
    </dgm:pt>
    <dgm:pt modelId="{B400A819-FC03-44D0-B2DD-6DBDBB08FAAD}" type="parTrans" cxnId="{71BDB8C4-91B4-4742-A039-B9FE61689F58}">
      <dgm:prSet/>
      <dgm:spPr/>
      <dgm:t>
        <a:bodyPr/>
        <a:lstStyle/>
        <a:p>
          <a:endParaRPr lang="en-IN"/>
        </a:p>
      </dgm:t>
    </dgm:pt>
    <dgm:pt modelId="{DC8F377C-CB74-4B36-B7CD-D6FE9A6DD448}" type="sibTrans" cxnId="{71BDB8C4-91B4-4742-A039-B9FE61689F58}">
      <dgm:prSet/>
      <dgm:spPr/>
      <dgm:t>
        <a:bodyPr/>
        <a:lstStyle/>
        <a:p>
          <a:endParaRPr lang="en-IN"/>
        </a:p>
      </dgm:t>
    </dgm:pt>
    <dgm:pt modelId="{4EDE475E-EEA4-4756-A5B8-4C41E9A8DF6B}">
      <dgm:prSet phldrT="[Text]" custT="1"/>
      <dgm:spPr/>
      <dgm:t>
        <a:bodyPr/>
        <a:lstStyle/>
        <a:p>
          <a:r>
            <a:rPr lang="en-US" sz="1000" dirty="0"/>
            <a:t>Acting/Drama</a:t>
          </a:r>
          <a:endParaRPr lang="en-IN" sz="1000" dirty="0"/>
        </a:p>
      </dgm:t>
    </dgm:pt>
    <dgm:pt modelId="{990745CB-818F-4AB2-8D9E-569C5C511454}" type="parTrans" cxnId="{571D594E-832B-424A-8C79-AEA1368D1629}">
      <dgm:prSet/>
      <dgm:spPr/>
      <dgm:t>
        <a:bodyPr/>
        <a:lstStyle/>
        <a:p>
          <a:endParaRPr lang="en-IN"/>
        </a:p>
      </dgm:t>
    </dgm:pt>
    <dgm:pt modelId="{013B84EC-2B6F-47ED-8649-796DCBC78843}" type="sibTrans" cxnId="{571D594E-832B-424A-8C79-AEA1368D1629}">
      <dgm:prSet/>
      <dgm:spPr/>
      <dgm:t>
        <a:bodyPr/>
        <a:lstStyle/>
        <a:p>
          <a:endParaRPr lang="en-IN"/>
        </a:p>
      </dgm:t>
    </dgm:pt>
    <dgm:pt modelId="{DC5A1F3A-E3D9-44FA-A60E-73EF100B6908}">
      <dgm:prSet phldrT="[Text]" custT="1"/>
      <dgm:spPr/>
      <dgm:t>
        <a:bodyPr/>
        <a:lstStyle/>
        <a:p>
          <a:r>
            <a:rPr lang="en-US" sz="900" dirty="0"/>
            <a:t>Creative Writing</a:t>
          </a:r>
          <a:endParaRPr lang="en-IN" sz="900" dirty="0"/>
        </a:p>
      </dgm:t>
    </dgm:pt>
    <dgm:pt modelId="{9D99F4EF-7BF2-4036-B529-816A76E62CC7}" type="parTrans" cxnId="{EB980D4F-5843-46AD-9CC4-8275945B6A48}">
      <dgm:prSet/>
      <dgm:spPr/>
      <dgm:t>
        <a:bodyPr/>
        <a:lstStyle/>
        <a:p>
          <a:endParaRPr lang="en-IN"/>
        </a:p>
      </dgm:t>
    </dgm:pt>
    <dgm:pt modelId="{CC7A02ED-52FA-477B-B63F-B3E6E54B9FA7}" type="sibTrans" cxnId="{EB980D4F-5843-46AD-9CC4-8275945B6A48}">
      <dgm:prSet/>
      <dgm:spPr/>
      <dgm:t>
        <a:bodyPr/>
        <a:lstStyle/>
        <a:p>
          <a:endParaRPr lang="en-IN"/>
        </a:p>
      </dgm:t>
    </dgm:pt>
    <dgm:pt modelId="{F4918FA8-363C-479C-8E16-A40C8C1CB4D5}">
      <dgm:prSet/>
      <dgm:spPr/>
      <dgm:t>
        <a:bodyPr/>
        <a:lstStyle/>
        <a:p>
          <a:endParaRPr lang="en-IN"/>
        </a:p>
      </dgm:t>
    </dgm:pt>
    <dgm:pt modelId="{624BAF53-5874-4207-A4D5-6B9A563D5F87}" type="parTrans" cxnId="{AF6F8931-FF1C-4BBD-91B3-3E151BDBE921}">
      <dgm:prSet/>
      <dgm:spPr/>
      <dgm:t>
        <a:bodyPr/>
        <a:lstStyle/>
        <a:p>
          <a:endParaRPr lang="en-IN"/>
        </a:p>
      </dgm:t>
    </dgm:pt>
    <dgm:pt modelId="{80622D04-45FA-4F60-AD3F-E741FA98BF39}" type="sibTrans" cxnId="{AF6F8931-FF1C-4BBD-91B3-3E151BDBE921}">
      <dgm:prSet/>
      <dgm:spPr/>
      <dgm:t>
        <a:bodyPr/>
        <a:lstStyle/>
        <a:p>
          <a:endParaRPr lang="en-IN"/>
        </a:p>
      </dgm:t>
    </dgm:pt>
    <dgm:pt modelId="{81ADFB39-921D-4194-A149-5EB8A2AFBB66}" type="pres">
      <dgm:prSet presAssocID="{64C42C3F-BCA4-4DE2-9B94-87246DA22BF9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D1C3154-277E-4D36-A0FA-AC896FBF5CC1}" type="pres">
      <dgm:prSet presAssocID="{3065B4CE-8F0E-4C08-8037-AFC299698FEE}" presName="centerShape" presStyleLbl="node0" presStyleIdx="0" presStyleCnt="1"/>
      <dgm:spPr/>
    </dgm:pt>
    <dgm:pt modelId="{3CD700DE-8257-4C23-AD33-BFE5E22D5B73}" type="pres">
      <dgm:prSet presAssocID="{F9C474A8-80B3-4B5A-8A56-B36515A6CBB0}" presName="node" presStyleLbl="node1" presStyleIdx="0" presStyleCnt="4">
        <dgm:presLayoutVars>
          <dgm:bulletEnabled val="1"/>
        </dgm:presLayoutVars>
      </dgm:prSet>
      <dgm:spPr/>
    </dgm:pt>
    <dgm:pt modelId="{32B4E6DC-B756-48E7-8A87-8B0320E5E2E2}" type="pres">
      <dgm:prSet presAssocID="{F9C474A8-80B3-4B5A-8A56-B36515A6CBB0}" presName="dummy" presStyleCnt="0"/>
      <dgm:spPr/>
    </dgm:pt>
    <dgm:pt modelId="{95C7870D-21F4-4A14-B172-3E20A1F6D1CB}" type="pres">
      <dgm:prSet presAssocID="{7BC351A4-FE07-4EB1-AE8F-135362078BFF}" presName="sibTrans" presStyleLbl="sibTrans2D1" presStyleIdx="0" presStyleCnt="4"/>
      <dgm:spPr/>
    </dgm:pt>
    <dgm:pt modelId="{59232B29-33EA-4F9E-881C-0B0FBFF85343}" type="pres">
      <dgm:prSet presAssocID="{09A60BBE-B5FA-4971-99FC-6E19AB0C3FB4}" presName="node" presStyleLbl="node1" presStyleIdx="1" presStyleCnt="4">
        <dgm:presLayoutVars>
          <dgm:bulletEnabled val="1"/>
        </dgm:presLayoutVars>
      </dgm:prSet>
      <dgm:spPr/>
    </dgm:pt>
    <dgm:pt modelId="{D183E531-D852-45DB-A3A8-9A1584034EFD}" type="pres">
      <dgm:prSet presAssocID="{09A60BBE-B5FA-4971-99FC-6E19AB0C3FB4}" presName="dummy" presStyleCnt="0"/>
      <dgm:spPr/>
    </dgm:pt>
    <dgm:pt modelId="{4F1BF1E8-57B0-408E-89A1-49C8E5C26B95}" type="pres">
      <dgm:prSet presAssocID="{DC8F377C-CB74-4B36-B7CD-D6FE9A6DD448}" presName="sibTrans" presStyleLbl="sibTrans2D1" presStyleIdx="1" presStyleCnt="4"/>
      <dgm:spPr/>
    </dgm:pt>
    <dgm:pt modelId="{D6539A16-51E1-4D9C-BA6A-8FA30C17DC18}" type="pres">
      <dgm:prSet presAssocID="{4EDE475E-EEA4-4756-A5B8-4C41E9A8DF6B}" presName="node" presStyleLbl="node1" presStyleIdx="2" presStyleCnt="4">
        <dgm:presLayoutVars>
          <dgm:bulletEnabled val="1"/>
        </dgm:presLayoutVars>
      </dgm:prSet>
      <dgm:spPr/>
    </dgm:pt>
    <dgm:pt modelId="{170D2A6F-3954-4F17-B822-537F529BF2B2}" type="pres">
      <dgm:prSet presAssocID="{4EDE475E-EEA4-4756-A5B8-4C41E9A8DF6B}" presName="dummy" presStyleCnt="0"/>
      <dgm:spPr/>
    </dgm:pt>
    <dgm:pt modelId="{F4AF0787-9BDC-42A3-B23F-FA90641E6AE1}" type="pres">
      <dgm:prSet presAssocID="{013B84EC-2B6F-47ED-8649-796DCBC78843}" presName="sibTrans" presStyleLbl="sibTrans2D1" presStyleIdx="2" presStyleCnt="4"/>
      <dgm:spPr/>
    </dgm:pt>
    <dgm:pt modelId="{0BD1CA23-53B4-46C1-A65F-79FEF6226B9B}" type="pres">
      <dgm:prSet presAssocID="{DC5A1F3A-E3D9-44FA-A60E-73EF100B6908}" presName="node" presStyleLbl="node1" presStyleIdx="3" presStyleCnt="4">
        <dgm:presLayoutVars>
          <dgm:bulletEnabled val="1"/>
        </dgm:presLayoutVars>
      </dgm:prSet>
      <dgm:spPr/>
    </dgm:pt>
    <dgm:pt modelId="{32C7C9F9-7A2A-4BDD-BAB4-96D541E6A817}" type="pres">
      <dgm:prSet presAssocID="{DC5A1F3A-E3D9-44FA-A60E-73EF100B6908}" presName="dummy" presStyleCnt="0"/>
      <dgm:spPr/>
    </dgm:pt>
    <dgm:pt modelId="{67DC300C-CE5A-4639-A98E-A709EDB8A7F2}" type="pres">
      <dgm:prSet presAssocID="{CC7A02ED-52FA-477B-B63F-B3E6E54B9FA7}" presName="sibTrans" presStyleLbl="sibTrans2D1" presStyleIdx="3" presStyleCnt="4"/>
      <dgm:spPr/>
    </dgm:pt>
  </dgm:ptLst>
  <dgm:cxnLst>
    <dgm:cxn modelId="{2B206803-F8EE-4636-A425-74A2F56462F4}" type="presOf" srcId="{013B84EC-2B6F-47ED-8649-796DCBC78843}" destId="{F4AF0787-9BDC-42A3-B23F-FA90641E6AE1}" srcOrd="0" destOrd="0" presId="urn:microsoft.com/office/officeart/2005/8/layout/radial6"/>
    <dgm:cxn modelId="{E2F3DE05-6B75-4793-A88A-0D53FA3C79C8}" type="presOf" srcId="{09A60BBE-B5FA-4971-99FC-6E19AB0C3FB4}" destId="{59232B29-33EA-4F9E-881C-0B0FBFF85343}" srcOrd="0" destOrd="0" presId="urn:microsoft.com/office/officeart/2005/8/layout/radial6"/>
    <dgm:cxn modelId="{4EE17D13-E125-4F06-8104-9C3C56037EB2}" srcId="{64C42C3F-BCA4-4DE2-9B94-87246DA22BF9}" destId="{3065B4CE-8F0E-4C08-8037-AFC299698FEE}" srcOrd="0" destOrd="0" parTransId="{3E233C02-7AB1-47EF-ADD1-4B20FFB2B76D}" sibTransId="{16BC9956-39D8-498D-AF75-A54ED84F9DC8}"/>
    <dgm:cxn modelId="{FA495719-5D03-413C-AC2A-F406E2F64277}" type="presOf" srcId="{F9C474A8-80B3-4B5A-8A56-B36515A6CBB0}" destId="{3CD700DE-8257-4C23-AD33-BFE5E22D5B73}" srcOrd="0" destOrd="0" presId="urn:microsoft.com/office/officeart/2005/8/layout/radial6"/>
    <dgm:cxn modelId="{EA007820-438C-463D-9C59-6947B793EE04}" type="presOf" srcId="{CC7A02ED-52FA-477B-B63F-B3E6E54B9FA7}" destId="{67DC300C-CE5A-4639-A98E-A709EDB8A7F2}" srcOrd="0" destOrd="0" presId="urn:microsoft.com/office/officeart/2005/8/layout/radial6"/>
    <dgm:cxn modelId="{DC72302E-15DB-43C2-9155-B7F7E6DD42BD}" type="presOf" srcId="{4EDE475E-EEA4-4756-A5B8-4C41E9A8DF6B}" destId="{D6539A16-51E1-4D9C-BA6A-8FA30C17DC18}" srcOrd="0" destOrd="0" presId="urn:microsoft.com/office/officeart/2005/8/layout/radial6"/>
    <dgm:cxn modelId="{AF6F8931-FF1C-4BBD-91B3-3E151BDBE921}" srcId="{64C42C3F-BCA4-4DE2-9B94-87246DA22BF9}" destId="{F4918FA8-363C-479C-8E16-A40C8C1CB4D5}" srcOrd="1" destOrd="0" parTransId="{624BAF53-5874-4207-A4D5-6B9A563D5F87}" sibTransId="{80622D04-45FA-4F60-AD3F-E741FA98BF39}"/>
    <dgm:cxn modelId="{DC8F8232-CFDD-4F61-AD57-1D60935EEA66}" type="presOf" srcId="{7BC351A4-FE07-4EB1-AE8F-135362078BFF}" destId="{95C7870D-21F4-4A14-B172-3E20A1F6D1CB}" srcOrd="0" destOrd="0" presId="urn:microsoft.com/office/officeart/2005/8/layout/radial6"/>
    <dgm:cxn modelId="{571D594E-832B-424A-8C79-AEA1368D1629}" srcId="{3065B4CE-8F0E-4C08-8037-AFC299698FEE}" destId="{4EDE475E-EEA4-4756-A5B8-4C41E9A8DF6B}" srcOrd="2" destOrd="0" parTransId="{990745CB-818F-4AB2-8D9E-569C5C511454}" sibTransId="{013B84EC-2B6F-47ED-8649-796DCBC78843}"/>
    <dgm:cxn modelId="{EB980D4F-5843-46AD-9CC4-8275945B6A48}" srcId="{3065B4CE-8F0E-4C08-8037-AFC299698FEE}" destId="{DC5A1F3A-E3D9-44FA-A60E-73EF100B6908}" srcOrd="3" destOrd="0" parTransId="{9D99F4EF-7BF2-4036-B529-816A76E62CC7}" sibTransId="{CC7A02ED-52FA-477B-B63F-B3E6E54B9FA7}"/>
    <dgm:cxn modelId="{C0E88F89-2ED9-429F-898B-E17DD89D5BD3}" type="presOf" srcId="{64C42C3F-BCA4-4DE2-9B94-87246DA22BF9}" destId="{81ADFB39-921D-4194-A149-5EB8A2AFBB66}" srcOrd="0" destOrd="0" presId="urn:microsoft.com/office/officeart/2005/8/layout/radial6"/>
    <dgm:cxn modelId="{CF6E6393-1172-4CDB-80C9-43C945C6B006}" type="presOf" srcId="{3065B4CE-8F0E-4C08-8037-AFC299698FEE}" destId="{0D1C3154-277E-4D36-A0FA-AC896FBF5CC1}" srcOrd="0" destOrd="0" presId="urn:microsoft.com/office/officeart/2005/8/layout/radial6"/>
    <dgm:cxn modelId="{9BD285A9-7085-40DC-8450-F2CF88A5DF1D}" type="presOf" srcId="{DC5A1F3A-E3D9-44FA-A60E-73EF100B6908}" destId="{0BD1CA23-53B4-46C1-A65F-79FEF6226B9B}" srcOrd="0" destOrd="0" presId="urn:microsoft.com/office/officeart/2005/8/layout/radial6"/>
    <dgm:cxn modelId="{3B9823B4-9B0C-4DEF-A9BF-8DCB8305D1C6}" type="presOf" srcId="{DC8F377C-CB74-4B36-B7CD-D6FE9A6DD448}" destId="{4F1BF1E8-57B0-408E-89A1-49C8E5C26B95}" srcOrd="0" destOrd="0" presId="urn:microsoft.com/office/officeart/2005/8/layout/radial6"/>
    <dgm:cxn modelId="{71BDB8C4-91B4-4742-A039-B9FE61689F58}" srcId="{3065B4CE-8F0E-4C08-8037-AFC299698FEE}" destId="{09A60BBE-B5FA-4971-99FC-6E19AB0C3FB4}" srcOrd="1" destOrd="0" parTransId="{B400A819-FC03-44D0-B2DD-6DBDBB08FAAD}" sibTransId="{DC8F377C-CB74-4B36-B7CD-D6FE9A6DD448}"/>
    <dgm:cxn modelId="{28491DC5-2C5E-47F9-913B-606608189DFE}" srcId="{3065B4CE-8F0E-4C08-8037-AFC299698FEE}" destId="{F9C474A8-80B3-4B5A-8A56-B36515A6CBB0}" srcOrd="0" destOrd="0" parTransId="{1ED7F9A5-7C8D-4B1D-B44C-96A98FDEADA4}" sibTransId="{7BC351A4-FE07-4EB1-AE8F-135362078BFF}"/>
    <dgm:cxn modelId="{4251E5DF-141E-4584-84A3-56A172ECE02C}" type="presParOf" srcId="{81ADFB39-921D-4194-A149-5EB8A2AFBB66}" destId="{0D1C3154-277E-4D36-A0FA-AC896FBF5CC1}" srcOrd="0" destOrd="0" presId="urn:microsoft.com/office/officeart/2005/8/layout/radial6"/>
    <dgm:cxn modelId="{DB052E2F-E313-4FC0-BAF4-47707BC1185F}" type="presParOf" srcId="{81ADFB39-921D-4194-A149-5EB8A2AFBB66}" destId="{3CD700DE-8257-4C23-AD33-BFE5E22D5B73}" srcOrd="1" destOrd="0" presId="urn:microsoft.com/office/officeart/2005/8/layout/radial6"/>
    <dgm:cxn modelId="{F3559D42-3481-4556-B279-6808A0086C05}" type="presParOf" srcId="{81ADFB39-921D-4194-A149-5EB8A2AFBB66}" destId="{32B4E6DC-B756-48E7-8A87-8B0320E5E2E2}" srcOrd="2" destOrd="0" presId="urn:microsoft.com/office/officeart/2005/8/layout/radial6"/>
    <dgm:cxn modelId="{B5EBD6D2-03AA-4731-8C34-ADE4841E5847}" type="presParOf" srcId="{81ADFB39-921D-4194-A149-5EB8A2AFBB66}" destId="{95C7870D-21F4-4A14-B172-3E20A1F6D1CB}" srcOrd="3" destOrd="0" presId="urn:microsoft.com/office/officeart/2005/8/layout/radial6"/>
    <dgm:cxn modelId="{4D24843C-1A2B-4997-A7C1-9C639042211E}" type="presParOf" srcId="{81ADFB39-921D-4194-A149-5EB8A2AFBB66}" destId="{59232B29-33EA-4F9E-881C-0B0FBFF85343}" srcOrd="4" destOrd="0" presId="urn:microsoft.com/office/officeart/2005/8/layout/radial6"/>
    <dgm:cxn modelId="{7460EB74-094C-4CC9-82A8-60C85F802827}" type="presParOf" srcId="{81ADFB39-921D-4194-A149-5EB8A2AFBB66}" destId="{D183E531-D852-45DB-A3A8-9A1584034EFD}" srcOrd="5" destOrd="0" presId="urn:microsoft.com/office/officeart/2005/8/layout/radial6"/>
    <dgm:cxn modelId="{A09AF1F2-BC18-428B-90EF-8B67ED3D5ABE}" type="presParOf" srcId="{81ADFB39-921D-4194-A149-5EB8A2AFBB66}" destId="{4F1BF1E8-57B0-408E-89A1-49C8E5C26B95}" srcOrd="6" destOrd="0" presId="urn:microsoft.com/office/officeart/2005/8/layout/radial6"/>
    <dgm:cxn modelId="{A63B5727-5200-49AC-8406-1DAC4DB01A5E}" type="presParOf" srcId="{81ADFB39-921D-4194-A149-5EB8A2AFBB66}" destId="{D6539A16-51E1-4D9C-BA6A-8FA30C17DC18}" srcOrd="7" destOrd="0" presId="urn:microsoft.com/office/officeart/2005/8/layout/radial6"/>
    <dgm:cxn modelId="{A41CFEF7-7D97-402D-A3EB-636E455320DF}" type="presParOf" srcId="{81ADFB39-921D-4194-A149-5EB8A2AFBB66}" destId="{170D2A6F-3954-4F17-B822-537F529BF2B2}" srcOrd="8" destOrd="0" presId="urn:microsoft.com/office/officeart/2005/8/layout/radial6"/>
    <dgm:cxn modelId="{57D92B53-7A05-498B-9F30-87895867D52D}" type="presParOf" srcId="{81ADFB39-921D-4194-A149-5EB8A2AFBB66}" destId="{F4AF0787-9BDC-42A3-B23F-FA90641E6AE1}" srcOrd="9" destOrd="0" presId="urn:microsoft.com/office/officeart/2005/8/layout/radial6"/>
    <dgm:cxn modelId="{6203D2E8-9199-4B53-BBAF-D70A9DA0B643}" type="presParOf" srcId="{81ADFB39-921D-4194-A149-5EB8A2AFBB66}" destId="{0BD1CA23-53B4-46C1-A65F-79FEF6226B9B}" srcOrd="10" destOrd="0" presId="urn:microsoft.com/office/officeart/2005/8/layout/radial6"/>
    <dgm:cxn modelId="{65495447-03BC-4617-92BD-FBB91B28931D}" type="presParOf" srcId="{81ADFB39-921D-4194-A149-5EB8A2AFBB66}" destId="{32C7C9F9-7A2A-4BDD-BAB4-96D541E6A817}" srcOrd="11" destOrd="0" presId="urn:microsoft.com/office/officeart/2005/8/layout/radial6"/>
    <dgm:cxn modelId="{89BAB660-E6ED-411A-A7DB-E4545E482385}" type="presParOf" srcId="{81ADFB39-921D-4194-A149-5EB8A2AFBB66}" destId="{67DC300C-CE5A-4639-A98E-A709EDB8A7F2}" srcOrd="12" destOrd="0" presId="urn:microsoft.com/office/officeart/2005/8/layout/radial6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B029CFC-91C0-4E23-9443-46291D308328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1AF2AB1-2963-4729-94E7-5040B4A04DF0}">
      <dgm:prSet phldrT="[Text]"/>
      <dgm:spPr/>
      <dgm:t>
        <a:bodyPr/>
        <a:lstStyle/>
        <a:p>
          <a:r>
            <a:rPr lang="en-US" dirty="0"/>
            <a:t>Craft Activities</a:t>
          </a:r>
          <a:endParaRPr lang="en-IN" dirty="0"/>
        </a:p>
      </dgm:t>
    </dgm:pt>
    <dgm:pt modelId="{6912CA4A-950A-414D-8CE1-08850AC86B96}" type="parTrans" cxnId="{82FC2496-DA4F-4302-A7D4-1685CA3B8217}">
      <dgm:prSet/>
      <dgm:spPr/>
      <dgm:t>
        <a:bodyPr/>
        <a:lstStyle/>
        <a:p>
          <a:endParaRPr lang="en-IN"/>
        </a:p>
      </dgm:t>
    </dgm:pt>
    <dgm:pt modelId="{77932A8D-E3FF-4D41-9A39-18603E9FEAC9}" type="sibTrans" cxnId="{82FC2496-DA4F-4302-A7D4-1685CA3B8217}">
      <dgm:prSet/>
      <dgm:spPr/>
      <dgm:t>
        <a:bodyPr/>
        <a:lstStyle/>
        <a:p>
          <a:endParaRPr lang="en-IN"/>
        </a:p>
      </dgm:t>
    </dgm:pt>
    <dgm:pt modelId="{E6C13D34-6C9F-4C7B-9431-5116452FB2DF}">
      <dgm:prSet phldrT="[Text]"/>
      <dgm:spPr/>
      <dgm:t>
        <a:bodyPr/>
        <a:lstStyle/>
        <a:p>
          <a:r>
            <a:rPr lang="en-US" dirty="0"/>
            <a:t>Painting</a:t>
          </a:r>
          <a:endParaRPr lang="en-IN" dirty="0"/>
        </a:p>
      </dgm:t>
    </dgm:pt>
    <dgm:pt modelId="{BA262A4A-8FF5-47F1-BC73-2290D4A18077}" type="parTrans" cxnId="{5135B76C-6A41-4799-B3DC-44A359D29A6F}">
      <dgm:prSet/>
      <dgm:spPr/>
      <dgm:t>
        <a:bodyPr/>
        <a:lstStyle/>
        <a:p>
          <a:endParaRPr lang="en-IN"/>
        </a:p>
      </dgm:t>
    </dgm:pt>
    <dgm:pt modelId="{3AEB1A89-3C5C-46AA-8859-E1D75ED83974}" type="sibTrans" cxnId="{5135B76C-6A41-4799-B3DC-44A359D29A6F}">
      <dgm:prSet/>
      <dgm:spPr/>
      <dgm:t>
        <a:bodyPr/>
        <a:lstStyle/>
        <a:p>
          <a:endParaRPr lang="en-IN"/>
        </a:p>
      </dgm:t>
    </dgm:pt>
    <dgm:pt modelId="{61B0D8CF-3A6F-40D9-B60A-E4B1C3053F17}">
      <dgm:prSet phldrT="[Text]"/>
      <dgm:spPr/>
      <dgm:t>
        <a:bodyPr/>
        <a:lstStyle/>
        <a:p>
          <a:r>
            <a:rPr lang="en-US" dirty="0"/>
            <a:t>Decoration</a:t>
          </a:r>
          <a:endParaRPr lang="en-IN" dirty="0"/>
        </a:p>
      </dgm:t>
    </dgm:pt>
    <dgm:pt modelId="{216541CE-E026-40B7-B60B-07496221F947}" type="parTrans" cxnId="{6D704DAA-09F2-4361-96F4-CB2CF3EF3FDA}">
      <dgm:prSet/>
      <dgm:spPr/>
      <dgm:t>
        <a:bodyPr/>
        <a:lstStyle/>
        <a:p>
          <a:endParaRPr lang="en-IN"/>
        </a:p>
      </dgm:t>
    </dgm:pt>
    <dgm:pt modelId="{1F7E3EE3-CA84-4BC0-8433-19B03896EEB6}" type="sibTrans" cxnId="{6D704DAA-09F2-4361-96F4-CB2CF3EF3FDA}">
      <dgm:prSet/>
      <dgm:spPr/>
      <dgm:t>
        <a:bodyPr/>
        <a:lstStyle/>
        <a:p>
          <a:endParaRPr lang="en-IN"/>
        </a:p>
      </dgm:t>
    </dgm:pt>
    <dgm:pt modelId="{15F818D5-E579-49D5-9346-02C866DF7EE9}">
      <dgm:prSet phldrT="[Text]"/>
      <dgm:spPr/>
      <dgm:t>
        <a:bodyPr/>
        <a:lstStyle/>
        <a:p>
          <a:r>
            <a:rPr lang="en-US" dirty="0"/>
            <a:t>Embroidery</a:t>
          </a:r>
          <a:endParaRPr lang="en-IN" dirty="0"/>
        </a:p>
      </dgm:t>
    </dgm:pt>
    <dgm:pt modelId="{46B88D08-81D1-4B43-9651-E0EF03F94627}" type="parTrans" cxnId="{FC5FFC60-AF0A-489A-94C5-2106D63C3019}">
      <dgm:prSet/>
      <dgm:spPr/>
      <dgm:t>
        <a:bodyPr/>
        <a:lstStyle/>
        <a:p>
          <a:endParaRPr lang="en-IN"/>
        </a:p>
      </dgm:t>
    </dgm:pt>
    <dgm:pt modelId="{9FC9BAB7-87EE-4ADB-9538-AAC387A902EA}" type="sibTrans" cxnId="{FC5FFC60-AF0A-489A-94C5-2106D63C3019}">
      <dgm:prSet/>
      <dgm:spPr/>
      <dgm:t>
        <a:bodyPr/>
        <a:lstStyle/>
        <a:p>
          <a:endParaRPr lang="en-IN"/>
        </a:p>
      </dgm:t>
    </dgm:pt>
    <dgm:pt modelId="{7F4E5BF6-2618-45DB-9D0D-324EBAEB27E2}">
      <dgm:prSet phldrT="[Text]"/>
      <dgm:spPr/>
      <dgm:t>
        <a:bodyPr/>
        <a:lstStyle/>
        <a:p>
          <a:r>
            <a:rPr lang="en-US" dirty="0"/>
            <a:t>Weaving</a:t>
          </a:r>
          <a:endParaRPr lang="en-IN" dirty="0"/>
        </a:p>
      </dgm:t>
    </dgm:pt>
    <dgm:pt modelId="{084FD700-210C-4B76-9F57-BCB0E7CCDC87}" type="parTrans" cxnId="{234352C2-A293-4045-A8D5-17F91DD39A36}">
      <dgm:prSet/>
      <dgm:spPr/>
      <dgm:t>
        <a:bodyPr/>
        <a:lstStyle/>
        <a:p>
          <a:endParaRPr lang="en-IN"/>
        </a:p>
      </dgm:t>
    </dgm:pt>
    <dgm:pt modelId="{E47E9943-6055-4E76-95A3-CEF940EDCD9A}" type="sibTrans" cxnId="{234352C2-A293-4045-A8D5-17F91DD39A36}">
      <dgm:prSet/>
      <dgm:spPr/>
      <dgm:t>
        <a:bodyPr/>
        <a:lstStyle/>
        <a:p>
          <a:endParaRPr lang="en-IN"/>
        </a:p>
      </dgm:t>
    </dgm:pt>
    <dgm:pt modelId="{7EF385E4-075D-4373-BB09-6FC82B01B802}">
      <dgm:prSet/>
      <dgm:spPr/>
      <dgm:t>
        <a:bodyPr/>
        <a:lstStyle/>
        <a:p>
          <a:r>
            <a:rPr lang="en-US" dirty="0"/>
            <a:t>Cartooning</a:t>
          </a:r>
          <a:endParaRPr lang="en-IN" dirty="0"/>
        </a:p>
      </dgm:t>
    </dgm:pt>
    <dgm:pt modelId="{55CCAAB6-01CF-4315-BE2A-25C2A822D7FB}" type="parTrans" cxnId="{3FC967B6-8CCC-48EE-8512-D3138327CB12}">
      <dgm:prSet/>
      <dgm:spPr/>
      <dgm:t>
        <a:bodyPr/>
        <a:lstStyle/>
        <a:p>
          <a:endParaRPr lang="en-IN"/>
        </a:p>
      </dgm:t>
    </dgm:pt>
    <dgm:pt modelId="{AD4B6C38-02BA-438F-B05D-E63552A8E54C}" type="sibTrans" cxnId="{3FC967B6-8CCC-48EE-8512-D3138327CB12}">
      <dgm:prSet/>
      <dgm:spPr/>
      <dgm:t>
        <a:bodyPr/>
        <a:lstStyle/>
        <a:p>
          <a:endParaRPr lang="en-IN"/>
        </a:p>
      </dgm:t>
    </dgm:pt>
    <dgm:pt modelId="{3F0D72D6-64E7-408E-9D17-878F89D88937}" type="pres">
      <dgm:prSet presAssocID="{3B029CFC-91C0-4E23-9443-46291D308328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32E24EE-A96A-4D67-8B83-09108AC80B62}" type="pres">
      <dgm:prSet presAssocID="{01AF2AB1-2963-4729-94E7-5040B4A04DF0}" presName="centerShape" presStyleLbl="node0" presStyleIdx="0" presStyleCnt="1"/>
      <dgm:spPr/>
    </dgm:pt>
    <dgm:pt modelId="{7B2EE1AC-08A1-4B51-9120-B0FE051C5A34}" type="pres">
      <dgm:prSet presAssocID="{E6C13D34-6C9F-4C7B-9431-5116452FB2DF}" presName="node" presStyleLbl="node1" presStyleIdx="0" presStyleCnt="5">
        <dgm:presLayoutVars>
          <dgm:bulletEnabled val="1"/>
        </dgm:presLayoutVars>
      </dgm:prSet>
      <dgm:spPr/>
    </dgm:pt>
    <dgm:pt modelId="{761B8600-E47D-4995-8D60-D382DA76A452}" type="pres">
      <dgm:prSet presAssocID="{E6C13D34-6C9F-4C7B-9431-5116452FB2DF}" presName="dummy" presStyleCnt="0"/>
      <dgm:spPr/>
    </dgm:pt>
    <dgm:pt modelId="{0A5694C8-E054-48CC-9452-58D4A979CF6F}" type="pres">
      <dgm:prSet presAssocID="{3AEB1A89-3C5C-46AA-8859-E1D75ED83974}" presName="sibTrans" presStyleLbl="sibTrans2D1" presStyleIdx="0" presStyleCnt="5"/>
      <dgm:spPr/>
    </dgm:pt>
    <dgm:pt modelId="{3BA74BB5-9453-47AD-AF0F-C1B6AB2EAE21}" type="pres">
      <dgm:prSet presAssocID="{61B0D8CF-3A6F-40D9-B60A-E4B1C3053F17}" presName="node" presStyleLbl="node1" presStyleIdx="1" presStyleCnt="5">
        <dgm:presLayoutVars>
          <dgm:bulletEnabled val="1"/>
        </dgm:presLayoutVars>
      </dgm:prSet>
      <dgm:spPr/>
    </dgm:pt>
    <dgm:pt modelId="{74990C2E-85AD-48E8-86AD-86C3DA92E352}" type="pres">
      <dgm:prSet presAssocID="{61B0D8CF-3A6F-40D9-B60A-E4B1C3053F17}" presName="dummy" presStyleCnt="0"/>
      <dgm:spPr/>
    </dgm:pt>
    <dgm:pt modelId="{6D4A3C26-5BC9-46A6-AE8B-EA1B86C03899}" type="pres">
      <dgm:prSet presAssocID="{1F7E3EE3-CA84-4BC0-8433-19B03896EEB6}" presName="sibTrans" presStyleLbl="sibTrans2D1" presStyleIdx="1" presStyleCnt="5"/>
      <dgm:spPr/>
    </dgm:pt>
    <dgm:pt modelId="{6EA64608-0F4F-4D14-B03A-BB91D58BC4B1}" type="pres">
      <dgm:prSet presAssocID="{7EF385E4-075D-4373-BB09-6FC82B01B802}" presName="node" presStyleLbl="node1" presStyleIdx="2" presStyleCnt="5">
        <dgm:presLayoutVars>
          <dgm:bulletEnabled val="1"/>
        </dgm:presLayoutVars>
      </dgm:prSet>
      <dgm:spPr/>
    </dgm:pt>
    <dgm:pt modelId="{4A675E63-4284-4C29-B727-CB6F3DBFAB31}" type="pres">
      <dgm:prSet presAssocID="{7EF385E4-075D-4373-BB09-6FC82B01B802}" presName="dummy" presStyleCnt="0"/>
      <dgm:spPr/>
    </dgm:pt>
    <dgm:pt modelId="{9693B3C1-59DA-4B93-8C5D-5E8FC978CB86}" type="pres">
      <dgm:prSet presAssocID="{AD4B6C38-02BA-438F-B05D-E63552A8E54C}" presName="sibTrans" presStyleLbl="sibTrans2D1" presStyleIdx="2" presStyleCnt="5"/>
      <dgm:spPr/>
    </dgm:pt>
    <dgm:pt modelId="{376E59A2-8FFB-4371-BC7C-62DAF3FB926E}" type="pres">
      <dgm:prSet presAssocID="{15F818D5-E579-49D5-9346-02C866DF7EE9}" presName="node" presStyleLbl="node1" presStyleIdx="3" presStyleCnt="5">
        <dgm:presLayoutVars>
          <dgm:bulletEnabled val="1"/>
        </dgm:presLayoutVars>
      </dgm:prSet>
      <dgm:spPr/>
    </dgm:pt>
    <dgm:pt modelId="{992C0069-1DFA-4F70-9E68-6BE28EC2000C}" type="pres">
      <dgm:prSet presAssocID="{15F818D5-E579-49D5-9346-02C866DF7EE9}" presName="dummy" presStyleCnt="0"/>
      <dgm:spPr/>
    </dgm:pt>
    <dgm:pt modelId="{E7B5EFC4-33CE-46F1-BC20-6595AB2E5D0C}" type="pres">
      <dgm:prSet presAssocID="{9FC9BAB7-87EE-4ADB-9538-AAC387A902EA}" presName="sibTrans" presStyleLbl="sibTrans2D1" presStyleIdx="3" presStyleCnt="5"/>
      <dgm:spPr/>
    </dgm:pt>
    <dgm:pt modelId="{E421CA68-DBB5-4BA4-9DBB-CF3F153B33B4}" type="pres">
      <dgm:prSet presAssocID="{7F4E5BF6-2618-45DB-9D0D-324EBAEB27E2}" presName="node" presStyleLbl="node1" presStyleIdx="4" presStyleCnt="5">
        <dgm:presLayoutVars>
          <dgm:bulletEnabled val="1"/>
        </dgm:presLayoutVars>
      </dgm:prSet>
      <dgm:spPr/>
    </dgm:pt>
    <dgm:pt modelId="{DD6D934D-C5BD-4F8D-84AB-0FCFF3036B85}" type="pres">
      <dgm:prSet presAssocID="{7F4E5BF6-2618-45DB-9D0D-324EBAEB27E2}" presName="dummy" presStyleCnt="0"/>
      <dgm:spPr/>
    </dgm:pt>
    <dgm:pt modelId="{6F0EC3D1-8871-4511-8922-4DC4AD0FDC08}" type="pres">
      <dgm:prSet presAssocID="{E47E9943-6055-4E76-95A3-CEF940EDCD9A}" presName="sibTrans" presStyleLbl="sibTrans2D1" presStyleIdx="4" presStyleCnt="5"/>
      <dgm:spPr/>
    </dgm:pt>
  </dgm:ptLst>
  <dgm:cxnLst>
    <dgm:cxn modelId="{1ACD3020-63C4-431D-9AB4-CEF3500AFB00}" type="presOf" srcId="{3B029CFC-91C0-4E23-9443-46291D308328}" destId="{3F0D72D6-64E7-408E-9D17-878F89D88937}" srcOrd="0" destOrd="0" presId="urn:microsoft.com/office/officeart/2005/8/layout/radial6"/>
    <dgm:cxn modelId="{788CE425-7EB7-4FC5-983C-752A323B9FC8}" type="presOf" srcId="{7F4E5BF6-2618-45DB-9D0D-324EBAEB27E2}" destId="{E421CA68-DBB5-4BA4-9DBB-CF3F153B33B4}" srcOrd="0" destOrd="0" presId="urn:microsoft.com/office/officeart/2005/8/layout/radial6"/>
    <dgm:cxn modelId="{FC5FFC60-AF0A-489A-94C5-2106D63C3019}" srcId="{01AF2AB1-2963-4729-94E7-5040B4A04DF0}" destId="{15F818D5-E579-49D5-9346-02C866DF7EE9}" srcOrd="3" destOrd="0" parTransId="{46B88D08-81D1-4B43-9651-E0EF03F94627}" sibTransId="{9FC9BAB7-87EE-4ADB-9538-AAC387A902EA}"/>
    <dgm:cxn modelId="{5135B76C-6A41-4799-B3DC-44A359D29A6F}" srcId="{01AF2AB1-2963-4729-94E7-5040B4A04DF0}" destId="{E6C13D34-6C9F-4C7B-9431-5116452FB2DF}" srcOrd="0" destOrd="0" parTransId="{BA262A4A-8FF5-47F1-BC73-2290D4A18077}" sibTransId="{3AEB1A89-3C5C-46AA-8859-E1D75ED83974}"/>
    <dgm:cxn modelId="{BBF8E37C-5596-4C77-A6E8-ACA7D5DF3ACC}" type="presOf" srcId="{1F7E3EE3-CA84-4BC0-8433-19B03896EEB6}" destId="{6D4A3C26-5BC9-46A6-AE8B-EA1B86C03899}" srcOrd="0" destOrd="0" presId="urn:microsoft.com/office/officeart/2005/8/layout/radial6"/>
    <dgm:cxn modelId="{E5817C82-45E8-49C1-8F72-595CEC04BCC1}" type="presOf" srcId="{7EF385E4-075D-4373-BB09-6FC82B01B802}" destId="{6EA64608-0F4F-4D14-B03A-BB91D58BC4B1}" srcOrd="0" destOrd="0" presId="urn:microsoft.com/office/officeart/2005/8/layout/radial6"/>
    <dgm:cxn modelId="{82FC2496-DA4F-4302-A7D4-1685CA3B8217}" srcId="{3B029CFC-91C0-4E23-9443-46291D308328}" destId="{01AF2AB1-2963-4729-94E7-5040B4A04DF0}" srcOrd="0" destOrd="0" parTransId="{6912CA4A-950A-414D-8CE1-08850AC86B96}" sibTransId="{77932A8D-E3FF-4D41-9A39-18603E9FEAC9}"/>
    <dgm:cxn modelId="{ACCD93A1-AEE6-461E-A0F7-C3024868988D}" type="presOf" srcId="{3AEB1A89-3C5C-46AA-8859-E1D75ED83974}" destId="{0A5694C8-E054-48CC-9452-58D4A979CF6F}" srcOrd="0" destOrd="0" presId="urn:microsoft.com/office/officeart/2005/8/layout/radial6"/>
    <dgm:cxn modelId="{6D704DAA-09F2-4361-96F4-CB2CF3EF3FDA}" srcId="{01AF2AB1-2963-4729-94E7-5040B4A04DF0}" destId="{61B0D8CF-3A6F-40D9-B60A-E4B1C3053F17}" srcOrd="1" destOrd="0" parTransId="{216541CE-E026-40B7-B60B-07496221F947}" sibTransId="{1F7E3EE3-CA84-4BC0-8433-19B03896EEB6}"/>
    <dgm:cxn modelId="{3FC967B6-8CCC-48EE-8512-D3138327CB12}" srcId="{01AF2AB1-2963-4729-94E7-5040B4A04DF0}" destId="{7EF385E4-075D-4373-BB09-6FC82B01B802}" srcOrd="2" destOrd="0" parTransId="{55CCAAB6-01CF-4315-BE2A-25C2A822D7FB}" sibTransId="{AD4B6C38-02BA-438F-B05D-E63552A8E54C}"/>
    <dgm:cxn modelId="{D233B2C0-AD12-4760-920A-4CC09871AAF0}" type="presOf" srcId="{E6C13D34-6C9F-4C7B-9431-5116452FB2DF}" destId="{7B2EE1AC-08A1-4B51-9120-B0FE051C5A34}" srcOrd="0" destOrd="0" presId="urn:microsoft.com/office/officeart/2005/8/layout/radial6"/>
    <dgm:cxn modelId="{234352C2-A293-4045-A8D5-17F91DD39A36}" srcId="{01AF2AB1-2963-4729-94E7-5040B4A04DF0}" destId="{7F4E5BF6-2618-45DB-9D0D-324EBAEB27E2}" srcOrd="4" destOrd="0" parTransId="{084FD700-210C-4B76-9F57-BCB0E7CCDC87}" sibTransId="{E47E9943-6055-4E76-95A3-CEF940EDCD9A}"/>
    <dgm:cxn modelId="{0A2834D2-E4A9-4C43-8556-229C59A38AEB}" type="presOf" srcId="{15F818D5-E579-49D5-9346-02C866DF7EE9}" destId="{376E59A2-8FFB-4371-BC7C-62DAF3FB926E}" srcOrd="0" destOrd="0" presId="urn:microsoft.com/office/officeart/2005/8/layout/radial6"/>
    <dgm:cxn modelId="{CB1F19E1-F50F-4885-945F-5143C3468355}" type="presOf" srcId="{AD4B6C38-02BA-438F-B05D-E63552A8E54C}" destId="{9693B3C1-59DA-4B93-8C5D-5E8FC978CB86}" srcOrd="0" destOrd="0" presId="urn:microsoft.com/office/officeart/2005/8/layout/radial6"/>
    <dgm:cxn modelId="{33CA74E5-A984-4D22-BA91-10265ED267CE}" type="presOf" srcId="{01AF2AB1-2963-4729-94E7-5040B4A04DF0}" destId="{132E24EE-A96A-4D67-8B83-09108AC80B62}" srcOrd="0" destOrd="0" presId="urn:microsoft.com/office/officeart/2005/8/layout/radial6"/>
    <dgm:cxn modelId="{9A7210F8-92EA-473F-A7A7-9270D9A42063}" type="presOf" srcId="{E47E9943-6055-4E76-95A3-CEF940EDCD9A}" destId="{6F0EC3D1-8871-4511-8922-4DC4AD0FDC08}" srcOrd="0" destOrd="0" presId="urn:microsoft.com/office/officeart/2005/8/layout/radial6"/>
    <dgm:cxn modelId="{D8E825FB-CD0D-4543-B708-9E526243518E}" type="presOf" srcId="{9FC9BAB7-87EE-4ADB-9538-AAC387A902EA}" destId="{E7B5EFC4-33CE-46F1-BC20-6595AB2E5D0C}" srcOrd="0" destOrd="0" presId="urn:microsoft.com/office/officeart/2005/8/layout/radial6"/>
    <dgm:cxn modelId="{E9D10BFC-39D9-4854-BEA4-0D3308A86BA3}" type="presOf" srcId="{61B0D8CF-3A6F-40D9-B60A-E4B1C3053F17}" destId="{3BA74BB5-9453-47AD-AF0F-C1B6AB2EAE21}" srcOrd="0" destOrd="0" presId="urn:microsoft.com/office/officeart/2005/8/layout/radial6"/>
    <dgm:cxn modelId="{B2DFD27D-1B07-49D4-A90B-C9EB5AB43AFC}" type="presParOf" srcId="{3F0D72D6-64E7-408E-9D17-878F89D88937}" destId="{132E24EE-A96A-4D67-8B83-09108AC80B62}" srcOrd="0" destOrd="0" presId="urn:microsoft.com/office/officeart/2005/8/layout/radial6"/>
    <dgm:cxn modelId="{71C825E4-CD8A-42B8-85D1-59E7D3805D8E}" type="presParOf" srcId="{3F0D72D6-64E7-408E-9D17-878F89D88937}" destId="{7B2EE1AC-08A1-4B51-9120-B0FE051C5A34}" srcOrd="1" destOrd="0" presId="urn:microsoft.com/office/officeart/2005/8/layout/radial6"/>
    <dgm:cxn modelId="{BA07820A-D3E1-4396-B65C-E883B7A7B028}" type="presParOf" srcId="{3F0D72D6-64E7-408E-9D17-878F89D88937}" destId="{761B8600-E47D-4995-8D60-D382DA76A452}" srcOrd="2" destOrd="0" presId="urn:microsoft.com/office/officeart/2005/8/layout/radial6"/>
    <dgm:cxn modelId="{D1685296-56CA-43D0-B407-E487210A0087}" type="presParOf" srcId="{3F0D72D6-64E7-408E-9D17-878F89D88937}" destId="{0A5694C8-E054-48CC-9452-58D4A979CF6F}" srcOrd="3" destOrd="0" presId="urn:microsoft.com/office/officeart/2005/8/layout/radial6"/>
    <dgm:cxn modelId="{02045E84-7B0A-4407-AE2A-02343ED23E2C}" type="presParOf" srcId="{3F0D72D6-64E7-408E-9D17-878F89D88937}" destId="{3BA74BB5-9453-47AD-AF0F-C1B6AB2EAE21}" srcOrd="4" destOrd="0" presId="urn:microsoft.com/office/officeart/2005/8/layout/radial6"/>
    <dgm:cxn modelId="{83F4B413-0FD7-46BF-B0F4-C4D529D34CB0}" type="presParOf" srcId="{3F0D72D6-64E7-408E-9D17-878F89D88937}" destId="{74990C2E-85AD-48E8-86AD-86C3DA92E352}" srcOrd="5" destOrd="0" presId="urn:microsoft.com/office/officeart/2005/8/layout/radial6"/>
    <dgm:cxn modelId="{678C075A-67B4-4756-9488-E62E3F05C7C4}" type="presParOf" srcId="{3F0D72D6-64E7-408E-9D17-878F89D88937}" destId="{6D4A3C26-5BC9-46A6-AE8B-EA1B86C03899}" srcOrd="6" destOrd="0" presId="urn:microsoft.com/office/officeart/2005/8/layout/radial6"/>
    <dgm:cxn modelId="{77D68807-4EBD-4EE6-B925-40437C9FD42E}" type="presParOf" srcId="{3F0D72D6-64E7-408E-9D17-878F89D88937}" destId="{6EA64608-0F4F-4D14-B03A-BB91D58BC4B1}" srcOrd="7" destOrd="0" presId="urn:microsoft.com/office/officeart/2005/8/layout/radial6"/>
    <dgm:cxn modelId="{2029C791-F572-4712-942A-7A84FFD62A5A}" type="presParOf" srcId="{3F0D72D6-64E7-408E-9D17-878F89D88937}" destId="{4A675E63-4284-4C29-B727-CB6F3DBFAB31}" srcOrd="8" destOrd="0" presId="urn:microsoft.com/office/officeart/2005/8/layout/radial6"/>
    <dgm:cxn modelId="{478CFEAB-BF1D-414E-A841-60F52CE3BD95}" type="presParOf" srcId="{3F0D72D6-64E7-408E-9D17-878F89D88937}" destId="{9693B3C1-59DA-4B93-8C5D-5E8FC978CB86}" srcOrd="9" destOrd="0" presId="urn:microsoft.com/office/officeart/2005/8/layout/radial6"/>
    <dgm:cxn modelId="{DD81BF0B-5A39-4C53-97F2-6F2C27CA170A}" type="presParOf" srcId="{3F0D72D6-64E7-408E-9D17-878F89D88937}" destId="{376E59A2-8FFB-4371-BC7C-62DAF3FB926E}" srcOrd="10" destOrd="0" presId="urn:microsoft.com/office/officeart/2005/8/layout/radial6"/>
    <dgm:cxn modelId="{31527F77-CB79-476C-8AC9-DF03BFF8CC3D}" type="presParOf" srcId="{3F0D72D6-64E7-408E-9D17-878F89D88937}" destId="{992C0069-1DFA-4F70-9E68-6BE28EC2000C}" srcOrd="11" destOrd="0" presId="urn:microsoft.com/office/officeart/2005/8/layout/radial6"/>
    <dgm:cxn modelId="{8BC398A5-A4D2-4EE3-AC43-6910B81FA040}" type="presParOf" srcId="{3F0D72D6-64E7-408E-9D17-878F89D88937}" destId="{E7B5EFC4-33CE-46F1-BC20-6595AB2E5D0C}" srcOrd="12" destOrd="0" presId="urn:microsoft.com/office/officeart/2005/8/layout/radial6"/>
    <dgm:cxn modelId="{AA8EB212-A1F4-44DB-A554-8F45B081613D}" type="presParOf" srcId="{3F0D72D6-64E7-408E-9D17-878F89D88937}" destId="{E421CA68-DBB5-4BA4-9DBB-CF3F153B33B4}" srcOrd="13" destOrd="0" presId="urn:microsoft.com/office/officeart/2005/8/layout/radial6"/>
    <dgm:cxn modelId="{4EC08F7A-4B0D-434D-93A7-E2B571DD9EEF}" type="presParOf" srcId="{3F0D72D6-64E7-408E-9D17-878F89D88937}" destId="{DD6D934D-C5BD-4F8D-84AB-0FCFF3036B85}" srcOrd="14" destOrd="0" presId="urn:microsoft.com/office/officeart/2005/8/layout/radial6"/>
    <dgm:cxn modelId="{5A66509B-8FAD-4003-B369-F4C0BF72551E}" type="presParOf" srcId="{3F0D72D6-64E7-408E-9D17-878F89D88937}" destId="{6F0EC3D1-8871-4511-8922-4DC4AD0FDC08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291054A-38D4-4C90-B373-B7363E81AEEC}" type="doc">
      <dgm:prSet loTypeId="urn:microsoft.com/office/officeart/2005/8/layout/radial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DDB33D0-13A2-46E7-B202-2A2ED77453B6}">
      <dgm:prSet phldrT="[Text]"/>
      <dgm:spPr/>
      <dgm:t>
        <a:bodyPr/>
        <a:lstStyle/>
        <a:p>
          <a:r>
            <a:rPr lang="en-US" dirty="0"/>
            <a:t>Leisure</a:t>
          </a:r>
        </a:p>
        <a:p>
          <a:r>
            <a:rPr lang="en-US" dirty="0"/>
            <a:t>Activities</a:t>
          </a:r>
          <a:endParaRPr lang="en-IN" dirty="0"/>
        </a:p>
      </dgm:t>
    </dgm:pt>
    <dgm:pt modelId="{4698EC9A-47D6-4BAF-99EE-4E5CA7DF36AA}" type="parTrans" cxnId="{2AB6FDC9-6B78-46CF-9406-072A6F9DD391}">
      <dgm:prSet/>
      <dgm:spPr/>
      <dgm:t>
        <a:bodyPr/>
        <a:lstStyle/>
        <a:p>
          <a:endParaRPr lang="en-IN"/>
        </a:p>
      </dgm:t>
    </dgm:pt>
    <dgm:pt modelId="{F091B3B8-9723-40F7-94A4-7D2ED9BF4AEF}" type="sibTrans" cxnId="{2AB6FDC9-6B78-46CF-9406-072A6F9DD391}">
      <dgm:prSet/>
      <dgm:spPr/>
      <dgm:t>
        <a:bodyPr/>
        <a:lstStyle/>
        <a:p>
          <a:endParaRPr lang="en-IN"/>
        </a:p>
      </dgm:t>
    </dgm:pt>
    <dgm:pt modelId="{048C80B7-9415-4620-912B-F89E45B828CE}">
      <dgm:prSet phldrT="[Text]"/>
      <dgm:spPr/>
      <dgm:t>
        <a:bodyPr/>
        <a:lstStyle/>
        <a:p>
          <a:r>
            <a:rPr lang="en-US" dirty="0"/>
            <a:t>Coin Collection</a:t>
          </a:r>
          <a:endParaRPr lang="en-IN" dirty="0"/>
        </a:p>
      </dgm:t>
    </dgm:pt>
    <dgm:pt modelId="{61D46E54-C5D2-4564-8993-70CABA4D6C92}" type="parTrans" cxnId="{43DD3E3C-2E32-4996-B2C9-B968780FF3DC}">
      <dgm:prSet/>
      <dgm:spPr/>
      <dgm:t>
        <a:bodyPr/>
        <a:lstStyle/>
        <a:p>
          <a:endParaRPr lang="en-IN"/>
        </a:p>
      </dgm:t>
    </dgm:pt>
    <dgm:pt modelId="{78480BFD-DFD2-4092-A704-78837349E305}" type="sibTrans" cxnId="{43DD3E3C-2E32-4996-B2C9-B968780FF3DC}">
      <dgm:prSet/>
      <dgm:spPr/>
      <dgm:t>
        <a:bodyPr/>
        <a:lstStyle/>
        <a:p>
          <a:endParaRPr lang="en-IN"/>
        </a:p>
      </dgm:t>
    </dgm:pt>
    <dgm:pt modelId="{D1229159-DB7B-47F0-8636-86AABBFC8875}">
      <dgm:prSet phldrT="[Text]"/>
      <dgm:spPr/>
      <dgm:t>
        <a:bodyPr/>
        <a:lstStyle/>
        <a:p>
          <a:r>
            <a:rPr lang="en-US" dirty="0"/>
            <a:t>Stamp Collection</a:t>
          </a:r>
          <a:endParaRPr lang="en-IN" dirty="0"/>
        </a:p>
      </dgm:t>
    </dgm:pt>
    <dgm:pt modelId="{9FEAAC3C-9CBD-43BE-B29B-77AABC815429}" type="parTrans" cxnId="{5F7F37CC-8C64-43F2-A1E1-EF55F01FC591}">
      <dgm:prSet/>
      <dgm:spPr/>
      <dgm:t>
        <a:bodyPr/>
        <a:lstStyle/>
        <a:p>
          <a:endParaRPr lang="en-IN"/>
        </a:p>
      </dgm:t>
    </dgm:pt>
    <dgm:pt modelId="{F52B0A45-B64B-4194-B6FF-DBCC61D4982C}" type="sibTrans" cxnId="{5F7F37CC-8C64-43F2-A1E1-EF55F01FC591}">
      <dgm:prSet/>
      <dgm:spPr/>
      <dgm:t>
        <a:bodyPr/>
        <a:lstStyle/>
        <a:p>
          <a:endParaRPr lang="en-IN"/>
        </a:p>
      </dgm:t>
    </dgm:pt>
    <dgm:pt modelId="{8AA81AC5-C47D-4362-9EB8-E71943F69CBC}">
      <dgm:prSet phldrT="[Text]"/>
      <dgm:spPr/>
      <dgm:t>
        <a:bodyPr/>
        <a:lstStyle/>
        <a:p>
          <a:r>
            <a:rPr lang="en-US" dirty="0"/>
            <a:t>Rare Stones</a:t>
          </a:r>
          <a:endParaRPr lang="en-IN" dirty="0"/>
        </a:p>
      </dgm:t>
    </dgm:pt>
    <dgm:pt modelId="{50F40212-E17E-4A88-AD34-17435FF24964}" type="parTrans" cxnId="{D5EE7298-959E-48E9-832F-0016E7D6E929}">
      <dgm:prSet/>
      <dgm:spPr/>
      <dgm:t>
        <a:bodyPr/>
        <a:lstStyle/>
        <a:p>
          <a:endParaRPr lang="en-IN"/>
        </a:p>
      </dgm:t>
    </dgm:pt>
    <dgm:pt modelId="{8320E78E-A359-4B53-A4CB-6DDA5A4359FB}" type="sibTrans" cxnId="{D5EE7298-959E-48E9-832F-0016E7D6E929}">
      <dgm:prSet/>
      <dgm:spPr/>
      <dgm:t>
        <a:bodyPr/>
        <a:lstStyle/>
        <a:p>
          <a:endParaRPr lang="en-IN"/>
        </a:p>
      </dgm:t>
    </dgm:pt>
    <dgm:pt modelId="{0F014CE7-C52D-49C8-AB8E-8D682FB45AB6}">
      <dgm:prSet phldrT="[Text]"/>
      <dgm:spPr/>
      <dgm:t>
        <a:bodyPr/>
        <a:lstStyle/>
        <a:p>
          <a:r>
            <a:rPr lang="en-US" dirty="0"/>
            <a:t>Gardening</a:t>
          </a:r>
          <a:endParaRPr lang="en-IN" dirty="0"/>
        </a:p>
      </dgm:t>
    </dgm:pt>
    <dgm:pt modelId="{066C7991-DCB7-4A6F-9D0E-D622D2FB9A1A}" type="parTrans" cxnId="{3A266418-5767-4292-A3E8-EA4041702FFE}">
      <dgm:prSet/>
      <dgm:spPr/>
      <dgm:t>
        <a:bodyPr/>
        <a:lstStyle/>
        <a:p>
          <a:endParaRPr lang="en-IN"/>
        </a:p>
      </dgm:t>
    </dgm:pt>
    <dgm:pt modelId="{95E86F7C-F80F-4B4C-80F6-7C5E27B55C58}" type="sibTrans" cxnId="{3A266418-5767-4292-A3E8-EA4041702FFE}">
      <dgm:prSet/>
      <dgm:spPr/>
      <dgm:t>
        <a:bodyPr/>
        <a:lstStyle/>
        <a:p>
          <a:endParaRPr lang="en-IN"/>
        </a:p>
      </dgm:t>
    </dgm:pt>
    <dgm:pt modelId="{119C79EE-BD38-452A-A21C-F6211A863EB1}">
      <dgm:prSet/>
      <dgm:spPr/>
      <dgm:t>
        <a:bodyPr/>
        <a:lstStyle/>
        <a:p>
          <a:r>
            <a:rPr lang="en-US" dirty="0"/>
            <a:t>Toy Making</a:t>
          </a:r>
          <a:endParaRPr lang="en-IN" dirty="0"/>
        </a:p>
      </dgm:t>
    </dgm:pt>
    <dgm:pt modelId="{F6BC5DB6-AC19-4D0F-AD61-AA81C2E53367}" type="parTrans" cxnId="{1D517C29-11B3-4E5D-BABE-B233CA01C8F6}">
      <dgm:prSet/>
      <dgm:spPr/>
      <dgm:t>
        <a:bodyPr/>
        <a:lstStyle/>
        <a:p>
          <a:endParaRPr lang="en-IN"/>
        </a:p>
      </dgm:t>
    </dgm:pt>
    <dgm:pt modelId="{8FCB28D7-174E-4E6D-8ED6-0942BCE68113}" type="sibTrans" cxnId="{1D517C29-11B3-4E5D-BABE-B233CA01C8F6}">
      <dgm:prSet/>
      <dgm:spPr/>
      <dgm:t>
        <a:bodyPr/>
        <a:lstStyle/>
        <a:p>
          <a:endParaRPr lang="en-IN"/>
        </a:p>
      </dgm:t>
    </dgm:pt>
    <dgm:pt modelId="{38162C84-383E-4499-ADD4-087DF323FDDF}" type="pres">
      <dgm:prSet presAssocID="{B291054A-38D4-4C90-B373-B7363E81AEEC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CEAE5486-70B8-4CAA-BD10-91216570E7E3}" type="pres">
      <dgm:prSet presAssocID="{5DDB33D0-13A2-46E7-B202-2A2ED77453B6}" presName="centerShape" presStyleLbl="node0" presStyleIdx="0" presStyleCnt="1" custLinFactNeighborY="-2852"/>
      <dgm:spPr/>
    </dgm:pt>
    <dgm:pt modelId="{557FE433-ECD3-42C7-94A6-BA1023117DD5}" type="pres">
      <dgm:prSet presAssocID="{048C80B7-9415-4620-912B-F89E45B828CE}" presName="node" presStyleLbl="node1" presStyleIdx="0" presStyleCnt="5">
        <dgm:presLayoutVars>
          <dgm:bulletEnabled val="1"/>
        </dgm:presLayoutVars>
      </dgm:prSet>
      <dgm:spPr/>
    </dgm:pt>
    <dgm:pt modelId="{8F8707F7-C664-4CAF-9BB4-7C41D482F951}" type="pres">
      <dgm:prSet presAssocID="{048C80B7-9415-4620-912B-F89E45B828CE}" presName="dummy" presStyleCnt="0"/>
      <dgm:spPr/>
    </dgm:pt>
    <dgm:pt modelId="{5A9220C6-24D8-46ED-BA7C-8ECC6ADB0319}" type="pres">
      <dgm:prSet presAssocID="{78480BFD-DFD2-4092-A704-78837349E305}" presName="sibTrans" presStyleLbl="sibTrans2D1" presStyleIdx="0" presStyleCnt="5"/>
      <dgm:spPr/>
    </dgm:pt>
    <dgm:pt modelId="{BC25F85E-57B7-4F39-A619-9B2A9AEFC961}" type="pres">
      <dgm:prSet presAssocID="{D1229159-DB7B-47F0-8636-86AABBFC8875}" presName="node" presStyleLbl="node1" presStyleIdx="1" presStyleCnt="5">
        <dgm:presLayoutVars>
          <dgm:bulletEnabled val="1"/>
        </dgm:presLayoutVars>
      </dgm:prSet>
      <dgm:spPr/>
    </dgm:pt>
    <dgm:pt modelId="{5AC96668-6B21-4032-A163-B07943F18F1B}" type="pres">
      <dgm:prSet presAssocID="{D1229159-DB7B-47F0-8636-86AABBFC8875}" presName="dummy" presStyleCnt="0"/>
      <dgm:spPr/>
    </dgm:pt>
    <dgm:pt modelId="{76DCFFFF-01AA-46D4-8CA1-D1F09D4227D4}" type="pres">
      <dgm:prSet presAssocID="{F52B0A45-B64B-4194-B6FF-DBCC61D4982C}" presName="sibTrans" presStyleLbl="sibTrans2D1" presStyleIdx="1" presStyleCnt="5"/>
      <dgm:spPr/>
    </dgm:pt>
    <dgm:pt modelId="{A7AAB43E-9689-42B3-A41C-223535D79A52}" type="pres">
      <dgm:prSet presAssocID="{8AA81AC5-C47D-4362-9EB8-E71943F69CBC}" presName="node" presStyleLbl="node1" presStyleIdx="2" presStyleCnt="5">
        <dgm:presLayoutVars>
          <dgm:bulletEnabled val="1"/>
        </dgm:presLayoutVars>
      </dgm:prSet>
      <dgm:spPr/>
    </dgm:pt>
    <dgm:pt modelId="{0A5DC177-BEB2-4DBB-A884-99847E05A673}" type="pres">
      <dgm:prSet presAssocID="{8AA81AC5-C47D-4362-9EB8-E71943F69CBC}" presName="dummy" presStyleCnt="0"/>
      <dgm:spPr/>
    </dgm:pt>
    <dgm:pt modelId="{13DE3478-D694-4BDD-BBBC-24FE43ECCD91}" type="pres">
      <dgm:prSet presAssocID="{8320E78E-A359-4B53-A4CB-6DDA5A4359FB}" presName="sibTrans" presStyleLbl="sibTrans2D1" presStyleIdx="2" presStyleCnt="5"/>
      <dgm:spPr/>
    </dgm:pt>
    <dgm:pt modelId="{C88DBE62-3098-4BCD-91B1-59BADBD4D242}" type="pres">
      <dgm:prSet presAssocID="{119C79EE-BD38-452A-A21C-F6211A863EB1}" presName="node" presStyleLbl="node1" presStyleIdx="3" presStyleCnt="5">
        <dgm:presLayoutVars>
          <dgm:bulletEnabled val="1"/>
        </dgm:presLayoutVars>
      </dgm:prSet>
      <dgm:spPr/>
    </dgm:pt>
    <dgm:pt modelId="{DC8A799D-D0A0-4FBB-A1ED-572848098B64}" type="pres">
      <dgm:prSet presAssocID="{119C79EE-BD38-452A-A21C-F6211A863EB1}" presName="dummy" presStyleCnt="0"/>
      <dgm:spPr/>
    </dgm:pt>
    <dgm:pt modelId="{327663E8-FAEE-4128-BC4F-7B4C353ACF27}" type="pres">
      <dgm:prSet presAssocID="{8FCB28D7-174E-4E6D-8ED6-0942BCE68113}" presName="sibTrans" presStyleLbl="sibTrans2D1" presStyleIdx="3" presStyleCnt="5"/>
      <dgm:spPr/>
    </dgm:pt>
    <dgm:pt modelId="{FAF355D1-C981-4207-B25E-380EF8B68E80}" type="pres">
      <dgm:prSet presAssocID="{0F014CE7-C52D-49C8-AB8E-8D682FB45AB6}" presName="node" presStyleLbl="node1" presStyleIdx="4" presStyleCnt="5">
        <dgm:presLayoutVars>
          <dgm:bulletEnabled val="1"/>
        </dgm:presLayoutVars>
      </dgm:prSet>
      <dgm:spPr/>
    </dgm:pt>
    <dgm:pt modelId="{8F577DDE-9292-4DCB-B534-FBE8300AC562}" type="pres">
      <dgm:prSet presAssocID="{0F014CE7-C52D-49C8-AB8E-8D682FB45AB6}" presName="dummy" presStyleCnt="0"/>
      <dgm:spPr/>
    </dgm:pt>
    <dgm:pt modelId="{68CB2ED6-7274-4CDB-845C-F4224011B24D}" type="pres">
      <dgm:prSet presAssocID="{95E86F7C-F80F-4B4C-80F6-7C5E27B55C58}" presName="sibTrans" presStyleLbl="sibTrans2D1" presStyleIdx="4" presStyleCnt="5"/>
      <dgm:spPr/>
    </dgm:pt>
  </dgm:ptLst>
  <dgm:cxnLst>
    <dgm:cxn modelId="{FF895009-0B6D-41CE-B819-670448D1EF0C}" type="presOf" srcId="{95E86F7C-F80F-4B4C-80F6-7C5E27B55C58}" destId="{68CB2ED6-7274-4CDB-845C-F4224011B24D}" srcOrd="0" destOrd="0" presId="urn:microsoft.com/office/officeart/2005/8/layout/radial6"/>
    <dgm:cxn modelId="{FA6A690B-0134-43AC-B2AB-CDDCD5C6FFDB}" type="presOf" srcId="{D1229159-DB7B-47F0-8636-86AABBFC8875}" destId="{BC25F85E-57B7-4F39-A619-9B2A9AEFC961}" srcOrd="0" destOrd="0" presId="urn:microsoft.com/office/officeart/2005/8/layout/radial6"/>
    <dgm:cxn modelId="{53DC9613-50C0-46C5-AE22-21CB706B7E8A}" type="presOf" srcId="{8320E78E-A359-4B53-A4CB-6DDA5A4359FB}" destId="{13DE3478-D694-4BDD-BBBC-24FE43ECCD91}" srcOrd="0" destOrd="0" presId="urn:microsoft.com/office/officeart/2005/8/layout/radial6"/>
    <dgm:cxn modelId="{3A266418-5767-4292-A3E8-EA4041702FFE}" srcId="{5DDB33D0-13A2-46E7-B202-2A2ED77453B6}" destId="{0F014CE7-C52D-49C8-AB8E-8D682FB45AB6}" srcOrd="4" destOrd="0" parTransId="{066C7991-DCB7-4A6F-9D0E-D622D2FB9A1A}" sibTransId="{95E86F7C-F80F-4B4C-80F6-7C5E27B55C58}"/>
    <dgm:cxn modelId="{F62A0527-5620-4CD6-A451-5C254570ECC1}" type="presOf" srcId="{048C80B7-9415-4620-912B-F89E45B828CE}" destId="{557FE433-ECD3-42C7-94A6-BA1023117DD5}" srcOrd="0" destOrd="0" presId="urn:microsoft.com/office/officeart/2005/8/layout/radial6"/>
    <dgm:cxn modelId="{1D517C29-11B3-4E5D-BABE-B233CA01C8F6}" srcId="{5DDB33D0-13A2-46E7-B202-2A2ED77453B6}" destId="{119C79EE-BD38-452A-A21C-F6211A863EB1}" srcOrd="3" destOrd="0" parTransId="{F6BC5DB6-AC19-4D0F-AD61-AA81C2E53367}" sibTransId="{8FCB28D7-174E-4E6D-8ED6-0942BCE68113}"/>
    <dgm:cxn modelId="{43C6093A-6E7B-4A7F-AFC6-F27773A5EC80}" type="presOf" srcId="{8AA81AC5-C47D-4362-9EB8-E71943F69CBC}" destId="{A7AAB43E-9689-42B3-A41C-223535D79A52}" srcOrd="0" destOrd="0" presId="urn:microsoft.com/office/officeart/2005/8/layout/radial6"/>
    <dgm:cxn modelId="{43DD3E3C-2E32-4996-B2C9-B968780FF3DC}" srcId="{5DDB33D0-13A2-46E7-B202-2A2ED77453B6}" destId="{048C80B7-9415-4620-912B-F89E45B828CE}" srcOrd="0" destOrd="0" parTransId="{61D46E54-C5D2-4564-8993-70CABA4D6C92}" sibTransId="{78480BFD-DFD2-4092-A704-78837349E305}"/>
    <dgm:cxn modelId="{0B2D1942-9434-43EC-96C7-023206B31E7A}" type="presOf" srcId="{B291054A-38D4-4C90-B373-B7363E81AEEC}" destId="{38162C84-383E-4499-ADD4-087DF323FDDF}" srcOrd="0" destOrd="0" presId="urn:microsoft.com/office/officeart/2005/8/layout/radial6"/>
    <dgm:cxn modelId="{956E7C58-5F84-4DA3-9E61-0156F3EC2352}" type="presOf" srcId="{0F014CE7-C52D-49C8-AB8E-8D682FB45AB6}" destId="{FAF355D1-C981-4207-B25E-380EF8B68E80}" srcOrd="0" destOrd="0" presId="urn:microsoft.com/office/officeart/2005/8/layout/radial6"/>
    <dgm:cxn modelId="{6BACD17A-0551-42E6-B553-AC2BAEEF8F83}" type="presOf" srcId="{F52B0A45-B64B-4194-B6FF-DBCC61D4982C}" destId="{76DCFFFF-01AA-46D4-8CA1-D1F09D4227D4}" srcOrd="0" destOrd="0" presId="urn:microsoft.com/office/officeart/2005/8/layout/radial6"/>
    <dgm:cxn modelId="{68124889-69A3-42D0-ADA4-6D59BDEA612D}" type="presOf" srcId="{78480BFD-DFD2-4092-A704-78837349E305}" destId="{5A9220C6-24D8-46ED-BA7C-8ECC6ADB0319}" srcOrd="0" destOrd="0" presId="urn:microsoft.com/office/officeart/2005/8/layout/radial6"/>
    <dgm:cxn modelId="{D5EE7298-959E-48E9-832F-0016E7D6E929}" srcId="{5DDB33D0-13A2-46E7-B202-2A2ED77453B6}" destId="{8AA81AC5-C47D-4362-9EB8-E71943F69CBC}" srcOrd="2" destOrd="0" parTransId="{50F40212-E17E-4A88-AD34-17435FF24964}" sibTransId="{8320E78E-A359-4B53-A4CB-6DDA5A4359FB}"/>
    <dgm:cxn modelId="{5B6B4D99-3FCD-4D42-8906-E2511D4EB077}" type="presOf" srcId="{119C79EE-BD38-452A-A21C-F6211A863EB1}" destId="{C88DBE62-3098-4BCD-91B1-59BADBD4D242}" srcOrd="0" destOrd="0" presId="urn:microsoft.com/office/officeart/2005/8/layout/radial6"/>
    <dgm:cxn modelId="{30B13DAD-9C44-4F20-9AF3-148F504F6952}" type="presOf" srcId="{5DDB33D0-13A2-46E7-B202-2A2ED77453B6}" destId="{CEAE5486-70B8-4CAA-BD10-91216570E7E3}" srcOrd="0" destOrd="0" presId="urn:microsoft.com/office/officeart/2005/8/layout/radial6"/>
    <dgm:cxn modelId="{DB4891C7-D271-4C9A-9F69-3CD95AE33237}" type="presOf" srcId="{8FCB28D7-174E-4E6D-8ED6-0942BCE68113}" destId="{327663E8-FAEE-4128-BC4F-7B4C353ACF27}" srcOrd="0" destOrd="0" presId="urn:microsoft.com/office/officeart/2005/8/layout/radial6"/>
    <dgm:cxn modelId="{2AB6FDC9-6B78-46CF-9406-072A6F9DD391}" srcId="{B291054A-38D4-4C90-B373-B7363E81AEEC}" destId="{5DDB33D0-13A2-46E7-B202-2A2ED77453B6}" srcOrd="0" destOrd="0" parTransId="{4698EC9A-47D6-4BAF-99EE-4E5CA7DF36AA}" sibTransId="{F091B3B8-9723-40F7-94A4-7D2ED9BF4AEF}"/>
    <dgm:cxn modelId="{5F7F37CC-8C64-43F2-A1E1-EF55F01FC591}" srcId="{5DDB33D0-13A2-46E7-B202-2A2ED77453B6}" destId="{D1229159-DB7B-47F0-8636-86AABBFC8875}" srcOrd="1" destOrd="0" parTransId="{9FEAAC3C-9CBD-43BE-B29B-77AABC815429}" sibTransId="{F52B0A45-B64B-4194-B6FF-DBCC61D4982C}"/>
    <dgm:cxn modelId="{8747A7C0-58DC-4342-BD6A-29FCA57FC383}" type="presParOf" srcId="{38162C84-383E-4499-ADD4-087DF323FDDF}" destId="{CEAE5486-70B8-4CAA-BD10-91216570E7E3}" srcOrd="0" destOrd="0" presId="urn:microsoft.com/office/officeart/2005/8/layout/radial6"/>
    <dgm:cxn modelId="{DCC26D23-9586-47CE-9D40-60A8D8C0F66A}" type="presParOf" srcId="{38162C84-383E-4499-ADD4-087DF323FDDF}" destId="{557FE433-ECD3-42C7-94A6-BA1023117DD5}" srcOrd="1" destOrd="0" presId="urn:microsoft.com/office/officeart/2005/8/layout/radial6"/>
    <dgm:cxn modelId="{051D2DB2-0232-4A2E-A3D7-24F86AB2F18F}" type="presParOf" srcId="{38162C84-383E-4499-ADD4-087DF323FDDF}" destId="{8F8707F7-C664-4CAF-9BB4-7C41D482F951}" srcOrd="2" destOrd="0" presId="urn:microsoft.com/office/officeart/2005/8/layout/radial6"/>
    <dgm:cxn modelId="{95E909BC-5043-46F1-A2C3-6600D9FA8F65}" type="presParOf" srcId="{38162C84-383E-4499-ADD4-087DF323FDDF}" destId="{5A9220C6-24D8-46ED-BA7C-8ECC6ADB0319}" srcOrd="3" destOrd="0" presId="urn:microsoft.com/office/officeart/2005/8/layout/radial6"/>
    <dgm:cxn modelId="{8FF6595F-72A8-4DB8-98F0-399F66BBAC1F}" type="presParOf" srcId="{38162C84-383E-4499-ADD4-087DF323FDDF}" destId="{BC25F85E-57B7-4F39-A619-9B2A9AEFC961}" srcOrd="4" destOrd="0" presId="urn:microsoft.com/office/officeart/2005/8/layout/radial6"/>
    <dgm:cxn modelId="{CAEBEEC7-78D7-4555-AA6F-A7D8DFF5ED44}" type="presParOf" srcId="{38162C84-383E-4499-ADD4-087DF323FDDF}" destId="{5AC96668-6B21-4032-A163-B07943F18F1B}" srcOrd="5" destOrd="0" presId="urn:microsoft.com/office/officeart/2005/8/layout/radial6"/>
    <dgm:cxn modelId="{6AE62102-85C7-4991-908E-B4154C2A00DE}" type="presParOf" srcId="{38162C84-383E-4499-ADD4-087DF323FDDF}" destId="{76DCFFFF-01AA-46D4-8CA1-D1F09D4227D4}" srcOrd="6" destOrd="0" presId="urn:microsoft.com/office/officeart/2005/8/layout/radial6"/>
    <dgm:cxn modelId="{6D5823F5-9C12-4729-96CD-75B852426CD6}" type="presParOf" srcId="{38162C84-383E-4499-ADD4-087DF323FDDF}" destId="{A7AAB43E-9689-42B3-A41C-223535D79A52}" srcOrd="7" destOrd="0" presId="urn:microsoft.com/office/officeart/2005/8/layout/radial6"/>
    <dgm:cxn modelId="{531AB2FC-BFCA-46C5-AC1B-955EF360A489}" type="presParOf" srcId="{38162C84-383E-4499-ADD4-087DF323FDDF}" destId="{0A5DC177-BEB2-4DBB-A884-99847E05A673}" srcOrd="8" destOrd="0" presId="urn:microsoft.com/office/officeart/2005/8/layout/radial6"/>
    <dgm:cxn modelId="{2C254F03-58D2-4470-B2A1-7A378C2C1F39}" type="presParOf" srcId="{38162C84-383E-4499-ADD4-087DF323FDDF}" destId="{13DE3478-D694-4BDD-BBBC-24FE43ECCD91}" srcOrd="9" destOrd="0" presId="urn:microsoft.com/office/officeart/2005/8/layout/radial6"/>
    <dgm:cxn modelId="{3A0423B1-285F-4D9F-B84A-C050C7487F0B}" type="presParOf" srcId="{38162C84-383E-4499-ADD4-087DF323FDDF}" destId="{C88DBE62-3098-4BCD-91B1-59BADBD4D242}" srcOrd="10" destOrd="0" presId="urn:microsoft.com/office/officeart/2005/8/layout/radial6"/>
    <dgm:cxn modelId="{D67C0E67-A225-4956-9523-A2CE9B769783}" type="presParOf" srcId="{38162C84-383E-4499-ADD4-087DF323FDDF}" destId="{DC8A799D-D0A0-4FBB-A1ED-572848098B64}" srcOrd="11" destOrd="0" presId="urn:microsoft.com/office/officeart/2005/8/layout/radial6"/>
    <dgm:cxn modelId="{8C5A99E1-0B56-4469-82E7-B240ABB5A3D8}" type="presParOf" srcId="{38162C84-383E-4499-ADD4-087DF323FDDF}" destId="{327663E8-FAEE-4128-BC4F-7B4C353ACF27}" srcOrd="12" destOrd="0" presId="urn:microsoft.com/office/officeart/2005/8/layout/radial6"/>
    <dgm:cxn modelId="{3BDE2C1C-B4F1-45E1-BE69-856E2B9A68F6}" type="presParOf" srcId="{38162C84-383E-4499-ADD4-087DF323FDDF}" destId="{FAF355D1-C981-4207-B25E-380EF8B68E80}" srcOrd="13" destOrd="0" presId="urn:microsoft.com/office/officeart/2005/8/layout/radial6"/>
    <dgm:cxn modelId="{E12366D1-323C-41E4-82DF-CDC3713A1B78}" type="presParOf" srcId="{38162C84-383E-4499-ADD4-087DF323FDDF}" destId="{8F577DDE-9292-4DCB-B534-FBE8300AC562}" srcOrd="14" destOrd="0" presId="urn:microsoft.com/office/officeart/2005/8/layout/radial6"/>
    <dgm:cxn modelId="{626C7EF3-5378-4155-9383-EC6495E005A0}" type="presParOf" srcId="{38162C84-383E-4499-ADD4-087DF323FDDF}" destId="{68CB2ED6-7274-4CDB-845C-F4224011B24D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B9EDD2B-5965-4027-9EFB-55E1E70223A2}" type="doc">
      <dgm:prSet loTypeId="urn:microsoft.com/office/officeart/2005/8/layout/radial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4B6FAC2-CB69-4171-B141-785D39408C6B}">
      <dgm:prSet phldrT="[Text]"/>
      <dgm:spPr/>
      <dgm:t>
        <a:bodyPr/>
        <a:lstStyle/>
        <a:p>
          <a:r>
            <a:rPr lang="en-US" dirty="0"/>
            <a:t>Miscellaneous</a:t>
          </a:r>
          <a:endParaRPr lang="en-IN" dirty="0"/>
        </a:p>
      </dgm:t>
    </dgm:pt>
    <dgm:pt modelId="{1BE2A870-C016-4799-B21B-86881FAE02E2}" type="parTrans" cxnId="{E354AC1D-AA35-4770-85E4-4FC108A946DB}">
      <dgm:prSet/>
      <dgm:spPr/>
      <dgm:t>
        <a:bodyPr/>
        <a:lstStyle/>
        <a:p>
          <a:endParaRPr lang="en-IN"/>
        </a:p>
      </dgm:t>
    </dgm:pt>
    <dgm:pt modelId="{2E0798A9-1FFE-4911-9738-476E57841261}" type="sibTrans" cxnId="{E354AC1D-AA35-4770-85E4-4FC108A946DB}">
      <dgm:prSet/>
      <dgm:spPr/>
      <dgm:t>
        <a:bodyPr/>
        <a:lstStyle/>
        <a:p>
          <a:endParaRPr lang="en-IN"/>
        </a:p>
      </dgm:t>
    </dgm:pt>
    <dgm:pt modelId="{B2B7EA2B-3301-48FC-8914-57D2A7AB7878}">
      <dgm:prSet phldrT="[Text]" custT="1"/>
      <dgm:spPr/>
      <dgm:t>
        <a:bodyPr/>
        <a:lstStyle/>
        <a:p>
          <a:r>
            <a:rPr lang="en-US" sz="1000" dirty="0"/>
            <a:t>Yoga</a:t>
          </a:r>
          <a:endParaRPr lang="en-IN" sz="1000" dirty="0"/>
        </a:p>
      </dgm:t>
    </dgm:pt>
    <dgm:pt modelId="{067C9E90-7EC2-4E46-BC45-6BF56E48C206}" type="parTrans" cxnId="{C6BBEE6F-90DA-4510-ACE2-8A4C529CC3DF}">
      <dgm:prSet/>
      <dgm:spPr/>
      <dgm:t>
        <a:bodyPr/>
        <a:lstStyle/>
        <a:p>
          <a:endParaRPr lang="en-IN"/>
        </a:p>
      </dgm:t>
    </dgm:pt>
    <dgm:pt modelId="{25927BFE-2CF7-4BEB-B3A7-5627C7706F51}" type="sibTrans" cxnId="{C6BBEE6F-90DA-4510-ACE2-8A4C529CC3DF}">
      <dgm:prSet/>
      <dgm:spPr/>
      <dgm:t>
        <a:bodyPr/>
        <a:lstStyle/>
        <a:p>
          <a:endParaRPr lang="en-IN"/>
        </a:p>
      </dgm:t>
    </dgm:pt>
    <dgm:pt modelId="{9C8A2FF7-04F2-4351-A1FA-48CC374B850A}">
      <dgm:prSet phldrT="[Text]" custT="1"/>
      <dgm:spPr/>
      <dgm:t>
        <a:bodyPr/>
        <a:lstStyle/>
        <a:p>
          <a:r>
            <a:rPr lang="en-US" sz="1000" dirty="0"/>
            <a:t>Dance</a:t>
          </a:r>
          <a:endParaRPr lang="en-IN" sz="1000" dirty="0"/>
        </a:p>
      </dgm:t>
    </dgm:pt>
    <dgm:pt modelId="{1CC97387-6CB2-4B9B-A940-FFCE5223D9B7}" type="parTrans" cxnId="{3CABE4BB-0F34-4776-8541-FB319A8A8122}">
      <dgm:prSet/>
      <dgm:spPr/>
      <dgm:t>
        <a:bodyPr/>
        <a:lstStyle/>
        <a:p>
          <a:endParaRPr lang="en-IN"/>
        </a:p>
      </dgm:t>
    </dgm:pt>
    <dgm:pt modelId="{A79AAA50-DE70-4F3B-8101-CC510AF92413}" type="sibTrans" cxnId="{3CABE4BB-0F34-4776-8541-FB319A8A8122}">
      <dgm:prSet/>
      <dgm:spPr/>
      <dgm:t>
        <a:bodyPr/>
        <a:lstStyle/>
        <a:p>
          <a:endParaRPr lang="en-IN"/>
        </a:p>
      </dgm:t>
    </dgm:pt>
    <dgm:pt modelId="{CB73555E-7ACE-47C2-90FF-969620370507}">
      <dgm:prSet phldrT="[Text]" custT="1"/>
      <dgm:spPr/>
      <dgm:t>
        <a:bodyPr/>
        <a:lstStyle/>
        <a:p>
          <a:r>
            <a:rPr lang="en-US" sz="1000" dirty="0"/>
            <a:t>Music</a:t>
          </a:r>
          <a:endParaRPr lang="en-IN" sz="1000" dirty="0"/>
        </a:p>
      </dgm:t>
    </dgm:pt>
    <dgm:pt modelId="{EF534D15-A6CE-4747-917D-7820B9DB4820}" type="parTrans" cxnId="{8A24E49B-AD1F-4453-B6EB-D21FC02B4D3D}">
      <dgm:prSet/>
      <dgm:spPr/>
      <dgm:t>
        <a:bodyPr/>
        <a:lstStyle/>
        <a:p>
          <a:endParaRPr lang="en-IN"/>
        </a:p>
      </dgm:t>
    </dgm:pt>
    <dgm:pt modelId="{36018D08-6440-489F-8A0E-8ED93FDD21F5}" type="sibTrans" cxnId="{8A24E49B-AD1F-4453-B6EB-D21FC02B4D3D}">
      <dgm:prSet/>
      <dgm:spPr/>
      <dgm:t>
        <a:bodyPr/>
        <a:lstStyle/>
        <a:p>
          <a:endParaRPr lang="en-IN"/>
        </a:p>
      </dgm:t>
    </dgm:pt>
    <dgm:pt modelId="{1D18D155-C6F8-40D6-9ADA-E34729A0B43F}">
      <dgm:prSet phldrT="[Text]"/>
      <dgm:spPr/>
      <dgm:t>
        <a:bodyPr/>
        <a:lstStyle/>
        <a:p>
          <a:r>
            <a:rPr lang="en-US" dirty="0"/>
            <a:t>Cooking</a:t>
          </a:r>
          <a:endParaRPr lang="en-IN" dirty="0"/>
        </a:p>
      </dgm:t>
    </dgm:pt>
    <dgm:pt modelId="{60D57CEA-E494-4669-9A92-3D7AFAAA20CE}" type="parTrans" cxnId="{E0DD768C-44DC-41DB-ACD4-1ADB4A208E7D}">
      <dgm:prSet/>
      <dgm:spPr/>
      <dgm:t>
        <a:bodyPr/>
        <a:lstStyle/>
        <a:p>
          <a:endParaRPr lang="en-IN"/>
        </a:p>
      </dgm:t>
    </dgm:pt>
    <dgm:pt modelId="{D7E8FCD9-51EA-426D-AE08-2A5B56DFB923}" type="sibTrans" cxnId="{E0DD768C-44DC-41DB-ACD4-1ADB4A208E7D}">
      <dgm:prSet/>
      <dgm:spPr/>
      <dgm:t>
        <a:bodyPr/>
        <a:lstStyle/>
        <a:p>
          <a:endParaRPr lang="en-IN"/>
        </a:p>
      </dgm:t>
    </dgm:pt>
    <dgm:pt modelId="{ECD3F87B-F97B-4DBA-9E6B-D2881B78490B}">
      <dgm:prSet custT="1"/>
      <dgm:spPr/>
      <dgm:t>
        <a:bodyPr/>
        <a:lstStyle/>
        <a:p>
          <a:r>
            <a:rPr lang="en-US" sz="700" dirty="0"/>
            <a:t>Photography</a:t>
          </a:r>
          <a:endParaRPr lang="en-IN" sz="700" dirty="0"/>
        </a:p>
      </dgm:t>
    </dgm:pt>
    <dgm:pt modelId="{7A29E751-6907-4126-805B-C28BB643E803}" type="parTrans" cxnId="{CF2BB893-34DC-4D91-9E0C-07DC5D279C11}">
      <dgm:prSet/>
      <dgm:spPr/>
      <dgm:t>
        <a:bodyPr/>
        <a:lstStyle/>
        <a:p>
          <a:endParaRPr lang="en-IN"/>
        </a:p>
      </dgm:t>
    </dgm:pt>
    <dgm:pt modelId="{1C9F6CE3-3D16-4EDE-BA07-DF863033A714}" type="sibTrans" cxnId="{CF2BB893-34DC-4D91-9E0C-07DC5D279C11}">
      <dgm:prSet/>
      <dgm:spPr/>
      <dgm:t>
        <a:bodyPr/>
        <a:lstStyle/>
        <a:p>
          <a:endParaRPr lang="en-IN"/>
        </a:p>
      </dgm:t>
    </dgm:pt>
    <dgm:pt modelId="{88F0DDF4-538B-429F-8EE5-AE490C8FE3A4}">
      <dgm:prSet/>
      <dgm:spPr/>
      <dgm:t>
        <a:bodyPr/>
        <a:lstStyle/>
        <a:p>
          <a:endParaRPr lang="en-IN"/>
        </a:p>
      </dgm:t>
    </dgm:pt>
    <dgm:pt modelId="{8643F30F-0CE9-4C24-9712-87E59DBB9F6C}" type="parTrans" cxnId="{0B61BAE7-54FF-43DB-9F05-3DFBAFC7D669}">
      <dgm:prSet/>
      <dgm:spPr/>
      <dgm:t>
        <a:bodyPr/>
        <a:lstStyle/>
        <a:p>
          <a:endParaRPr lang="en-IN"/>
        </a:p>
      </dgm:t>
    </dgm:pt>
    <dgm:pt modelId="{29DAE90D-E3BE-4025-AC93-1C40C88D4D18}" type="sibTrans" cxnId="{0B61BAE7-54FF-43DB-9F05-3DFBAFC7D669}">
      <dgm:prSet custLinFactNeighborX="-11816" custLinFactNeighborY="-4004"/>
      <dgm:spPr/>
      <dgm:t>
        <a:bodyPr/>
        <a:lstStyle/>
        <a:p>
          <a:endParaRPr lang="en-IN"/>
        </a:p>
      </dgm:t>
    </dgm:pt>
    <dgm:pt modelId="{156EC6CC-D23A-4680-A930-059D77D5119C}" type="pres">
      <dgm:prSet presAssocID="{2B9EDD2B-5965-4027-9EFB-55E1E70223A2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E1590A3-ECA1-496D-9673-4250401C8766}" type="pres">
      <dgm:prSet presAssocID="{84B6FAC2-CB69-4171-B141-785D39408C6B}" presName="centerShape" presStyleLbl="node0" presStyleIdx="0" presStyleCnt="1"/>
      <dgm:spPr/>
    </dgm:pt>
    <dgm:pt modelId="{2473CC99-6F5E-4C3E-B625-F434AF1D7A0F}" type="pres">
      <dgm:prSet presAssocID="{B2B7EA2B-3301-48FC-8914-57D2A7AB7878}" presName="node" presStyleLbl="node1" presStyleIdx="0" presStyleCnt="5">
        <dgm:presLayoutVars>
          <dgm:bulletEnabled val="1"/>
        </dgm:presLayoutVars>
      </dgm:prSet>
      <dgm:spPr/>
    </dgm:pt>
    <dgm:pt modelId="{1F68F15C-CB44-4E88-9271-8DC8447CAA63}" type="pres">
      <dgm:prSet presAssocID="{B2B7EA2B-3301-48FC-8914-57D2A7AB7878}" presName="dummy" presStyleCnt="0"/>
      <dgm:spPr/>
    </dgm:pt>
    <dgm:pt modelId="{65C8D162-77BC-48D8-92B4-9F37ECCFFE1C}" type="pres">
      <dgm:prSet presAssocID="{25927BFE-2CF7-4BEB-B3A7-5627C7706F51}" presName="sibTrans" presStyleLbl="sibTrans2D1" presStyleIdx="0" presStyleCnt="5"/>
      <dgm:spPr/>
    </dgm:pt>
    <dgm:pt modelId="{3F9539E5-1570-4BF6-9099-F733254F645B}" type="pres">
      <dgm:prSet presAssocID="{9C8A2FF7-04F2-4351-A1FA-48CC374B850A}" presName="node" presStyleLbl="node1" presStyleIdx="1" presStyleCnt="5">
        <dgm:presLayoutVars>
          <dgm:bulletEnabled val="1"/>
        </dgm:presLayoutVars>
      </dgm:prSet>
      <dgm:spPr/>
    </dgm:pt>
    <dgm:pt modelId="{BF846338-0754-4179-B772-C6FD7C18277A}" type="pres">
      <dgm:prSet presAssocID="{9C8A2FF7-04F2-4351-A1FA-48CC374B850A}" presName="dummy" presStyleCnt="0"/>
      <dgm:spPr/>
    </dgm:pt>
    <dgm:pt modelId="{0915A105-84F1-465E-9262-24E7B7939916}" type="pres">
      <dgm:prSet presAssocID="{A79AAA50-DE70-4F3B-8101-CC510AF92413}" presName="sibTrans" presStyleLbl="sibTrans2D1" presStyleIdx="1" presStyleCnt="5"/>
      <dgm:spPr/>
    </dgm:pt>
    <dgm:pt modelId="{5A46070A-8C16-4B27-8121-080FEFE58AE2}" type="pres">
      <dgm:prSet presAssocID="{CB73555E-7ACE-47C2-90FF-969620370507}" presName="node" presStyleLbl="node1" presStyleIdx="2" presStyleCnt="5">
        <dgm:presLayoutVars>
          <dgm:bulletEnabled val="1"/>
        </dgm:presLayoutVars>
      </dgm:prSet>
      <dgm:spPr/>
    </dgm:pt>
    <dgm:pt modelId="{150937D7-2F9D-4304-9BB8-D29A1E08998F}" type="pres">
      <dgm:prSet presAssocID="{CB73555E-7ACE-47C2-90FF-969620370507}" presName="dummy" presStyleCnt="0"/>
      <dgm:spPr/>
    </dgm:pt>
    <dgm:pt modelId="{8760F546-73DC-408A-B7CB-7DE30B15A8A7}" type="pres">
      <dgm:prSet presAssocID="{36018D08-6440-489F-8A0E-8ED93FDD21F5}" presName="sibTrans" presStyleLbl="sibTrans2D1" presStyleIdx="2" presStyleCnt="5"/>
      <dgm:spPr/>
    </dgm:pt>
    <dgm:pt modelId="{83E4B642-E47A-4676-802E-54245362D73B}" type="pres">
      <dgm:prSet presAssocID="{ECD3F87B-F97B-4DBA-9E6B-D2881B78490B}" presName="node" presStyleLbl="node1" presStyleIdx="3" presStyleCnt="5" custScaleX="112921" custScaleY="108091">
        <dgm:presLayoutVars>
          <dgm:bulletEnabled val="1"/>
        </dgm:presLayoutVars>
      </dgm:prSet>
      <dgm:spPr/>
    </dgm:pt>
    <dgm:pt modelId="{422C6EEE-2AEC-4B89-BF3D-4E162E41231F}" type="pres">
      <dgm:prSet presAssocID="{ECD3F87B-F97B-4DBA-9E6B-D2881B78490B}" presName="dummy" presStyleCnt="0"/>
      <dgm:spPr/>
    </dgm:pt>
    <dgm:pt modelId="{61D7CACA-B2FC-4D00-A7AE-47F55976C091}" type="pres">
      <dgm:prSet presAssocID="{1C9F6CE3-3D16-4EDE-BA07-DF863033A714}" presName="sibTrans" presStyleLbl="sibTrans2D1" presStyleIdx="3" presStyleCnt="5"/>
      <dgm:spPr/>
    </dgm:pt>
    <dgm:pt modelId="{0718D341-B66D-4C93-8262-7F56926C677F}" type="pres">
      <dgm:prSet presAssocID="{1D18D155-C6F8-40D6-9ADA-E34729A0B43F}" presName="node" presStyleLbl="node1" presStyleIdx="4" presStyleCnt="5">
        <dgm:presLayoutVars>
          <dgm:bulletEnabled val="1"/>
        </dgm:presLayoutVars>
      </dgm:prSet>
      <dgm:spPr/>
    </dgm:pt>
    <dgm:pt modelId="{59BDE510-30AF-4797-986A-B079DD0D6BC3}" type="pres">
      <dgm:prSet presAssocID="{1D18D155-C6F8-40D6-9ADA-E34729A0B43F}" presName="dummy" presStyleCnt="0"/>
      <dgm:spPr/>
    </dgm:pt>
    <dgm:pt modelId="{7B36BC7C-8F33-44F4-8437-68D9BE7EFCA8}" type="pres">
      <dgm:prSet presAssocID="{D7E8FCD9-51EA-426D-AE08-2A5B56DFB923}" presName="sibTrans" presStyleLbl="sibTrans2D1" presStyleIdx="4" presStyleCnt="5"/>
      <dgm:spPr/>
    </dgm:pt>
  </dgm:ptLst>
  <dgm:cxnLst>
    <dgm:cxn modelId="{D0342F05-0FCA-4D1A-BF46-568AA67CEB98}" type="presOf" srcId="{D7E8FCD9-51EA-426D-AE08-2A5B56DFB923}" destId="{7B36BC7C-8F33-44F4-8437-68D9BE7EFCA8}" srcOrd="0" destOrd="0" presId="urn:microsoft.com/office/officeart/2005/8/layout/radial6"/>
    <dgm:cxn modelId="{ABA1621C-6A74-4AEC-9A7E-68468754BA96}" type="presOf" srcId="{2B9EDD2B-5965-4027-9EFB-55E1E70223A2}" destId="{156EC6CC-D23A-4680-A930-059D77D5119C}" srcOrd="0" destOrd="0" presId="urn:microsoft.com/office/officeart/2005/8/layout/radial6"/>
    <dgm:cxn modelId="{0B627C1C-58B0-4418-B587-53A8605DADB8}" type="presOf" srcId="{B2B7EA2B-3301-48FC-8914-57D2A7AB7878}" destId="{2473CC99-6F5E-4C3E-B625-F434AF1D7A0F}" srcOrd="0" destOrd="0" presId="urn:microsoft.com/office/officeart/2005/8/layout/radial6"/>
    <dgm:cxn modelId="{90DF901D-FF5A-4298-976F-98C6F8AD3A6C}" type="presOf" srcId="{CB73555E-7ACE-47C2-90FF-969620370507}" destId="{5A46070A-8C16-4B27-8121-080FEFE58AE2}" srcOrd="0" destOrd="0" presId="urn:microsoft.com/office/officeart/2005/8/layout/radial6"/>
    <dgm:cxn modelId="{E354AC1D-AA35-4770-85E4-4FC108A946DB}" srcId="{2B9EDD2B-5965-4027-9EFB-55E1E70223A2}" destId="{84B6FAC2-CB69-4171-B141-785D39408C6B}" srcOrd="0" destOrd="0" parTransId="{1BE2A870-C016-4799-B21B-86881FAE02E2}" sibTransId="{2E0798A9-1FFE-4911-9738-476E57841261}"/>
    <dgm:cxn modelId="{17B75D38-D4D1-43C9-BC61-DA731AB35BF5}" type="presOf" srcId="{25927BFE-2CF7-4BEB-B3A7-5627C7706F51}" destId="{65C8D162-77BC-48D8-92B4-9F37ECCFFE1C}" srcOrd="0" destOrd="0" presId="urn:microsoft.com/office/officeart/2005/8/layout/radial6"/>
    <dgm:cxn modelId="{7B7EA838-616E-4A81-B6A0-9793ECF78B67}" type="presOf" srcId="{9C8A2FF7-04F2-4351-A1FA-48CC374B850A}" destId="{3F9539E5-1570-4BF6-9099-F733254F645B}" srcOrd="0" destOrd="0" presId="urn:microsoft.com/office/officeart/2005/8/layout/radial6"/>
    <dgm:cxn modelId="{90E02761-A42A-4942-BD3B-B11D2415A9D1}" type="presOf" srcId="{ECD3F87B-F97B-4DBA-9E6B-D2881B78490B}" destId="{83E4B642-E47A-4676-802E-54245362D73B}" srcOrd="0" destOrd="0" presId="urn:microsoft.com/office/officeart/2005/8/layout/radial6"/>
    <dgm:cxn modelId="{C6BBEE6F-90DA-4510-ACE2-8A4C529CC3DF}" srcId="{84B6FAC2-CB69-4171-B141-785D39408C6B}" destId="{B2B7EA2B-3301-48FC-8914-57D2A7AB7878}" srcOrd="0" destOrd="0" parTransId="{067C9E90-7EC2-4E46-BC45-6BF56E48C206}" sibTransId="{25927BFE-2CF7-4BEB-B3A7-5627C7706F51}"/>
    <dgm:cxn modelId="{64534F72-F861-46D7-8A95-FBC350401093}" type="presOf" srcId="{1D18D155-C6F8-40D6-9ADA-E34729A0B43F}" destId="{0718D341-B66D-4C93-8262-7F56926C677F}" srcOrd="0" destOrd="0" presId="urn:microsoft.com/office/officeart/2005/8/layout/radial6"/>
    <dgm:cxn modelId="{E0DD768C-44DC-41DB-ACD4-1ADB4A208E7D}" srcId="{84B6FAC2-CB69-4171-B141-785D39408C6B}" destId="{1D18D155-C6F8-40D6-9ADA-E34729A0B43F}" srcOrd="4" destOrd="0" parTransId="{60D57CEA-E494-4669-9A92-3D7AFAAA20CE}" sibTransId="{D7E8FCD9-51EA-426D-AE08-2A5B56DFB923}"/>
    <dgm:cxn modelId="{0D94D48F-24B8-4E95-B7C4-99A79A3A98D5}" type="presOf" srcId="{84B6FAC2-CB69-4171-B141-785D39408C6B}" destId="{BE1590A3-ECA1-496D-9673-4250401C8766}" srcOrd="0" destOrd="0" presId="urn:microsoft.com/office/officeart/2005/8/layout/radial6"/>
    <dgm:cxn modelId="{CF2BB893-34DC-4D91-9E0C-07DC5D279C11}" srcId="{84B6FAC2-CB69-4171-B141-785D39408C6B}" destId="{ECD3F87B-F97B-4DBA-9E6B-D2881B78490B}" srcOrd="3" destOrd="0" parTransId="{7A29E751-6907-4126-805B-C28BB643E803}" sibTransId="{1C9F6CE3-3D16-4EDE-BA07-DF863033A714}"/>
    <dgm:cxn modelId="{8A24E49B-AD1F-4453-B6EB-D21FC02B4D3D}" srcId="{84B6FAC2-CB69-4171-B141-785D39408C6B}" destId="{CB73555E-7ACE-47C2-90FF-969620370507}" srcOrd="2" destOrd="0" parTransId="{EF534D15-A6CE-4747-917D-7820B9DB4820}" sibTransId="{36018D08-6440-489F-8A0E-8ED93FDD21F5}"/>
    <dgm:cxn modelId="{9AAE349E-F33A-4543-80C5-7E8A5D10F928}" type="presOf" srcId="{1C9F6CE3-3D16-4EDE-BA07-DF863033A714}" destId="{61D7CACA-B2FC-4D00-A7AE-47F55976C091}" srcOrd="0" destOrd="0" presId="urn:microsoft.com/office/officeart/2005/8/layout/radial6"/>
    <dgm:cxn modelId="{3CABE4BB-0F34-4776-8541-FB319A8A8122}" srcId="{84B6FAC2-CB69-4171-B141-785D39408C6B}" destId="{9C8A2FF7-04F2-4351-A1FA-48CC374B850A}" srcOrd="1" destOrd="0" parTransId="{1CC97387-6CB2-4B9B-A940-FFCE5223D9B7}" sibTransId="{A79AAA50-DE70-4F3B-8101-CC510AF92413}"/>
    <dgm:cxn modelId="{0B61BAE7-54FF-43DB-9F05-3DFBAFC7D669}" srcId="{2B9EDD2B-5965-4027-9EFB-55E1E70223A2}" destId="{88F0DDF4-538B-429F-8EE5-AE490C8FE3A4}" srcOrd="1" destOrd="0" parTransId="{8643F30F-0CE9-4C24-9712-87E59DBB9F6C}" sibTransId="{29DAE90D-E3BE-4025-AC93-1C40C88D4D18}"/>
    <dgm:cxn modelId="{3DF905EE-6458-44A1-94F9-C0E48194FB7B}" type="presOf" srcId="{A79AAA50-DE70-4F3B-8101-CC510AF92413}" destId="{0915A105-84F1-465E-9262-24E7B7939916}" srcOrd="0" destOrd="0" presId="urn:microsoft.com/office/officeart/2005/8/layout/radial6"/>
    <dgm:cxn modelId="{A6A29FF2-47ED-4348-B338-623460E28876}" type="presOf" srcId="{36018D08-6440-489F-8A0E-8ED93FDD21F5}" destId="{8760F546-73DC-408A-B7CB-7DE30B15A8A7}" srcOrd="0" destOrd="0" presId="urn:microsoft.com/office/officeart/2005/8/layout/radial6"/>
    <dgm:cxn modelId="{B105EB9D-54A4-4BDF-9D19-C7A7B390FE05}" type="presParOf" srcId="{156EC6CC-D23A-4680-A930-059D77D5119C}" destId="{BE1590A3-ECA1-496D-9673-4250401C8766}" srcOrd="0" destOrd="0" presId="urn:microsoft.com/office/officeart/2005/8/layout/radial6"/>
    <dgm:cxn modelId="{D858BDA8-919E-4C0D-8455-D2743366E1C8}" type="presParOf" srcId="{156EC6CC-D23A-4680-A930-059D77D5119C}" destId="{2473CC99-6F5E-4C3E-B625-F434AF1D7A0F}" srcOrd="1" destOrd="0" presId="urn:microsoft.com/office/officeart/2005/8/layout/radial6"/>
    <dgm:cxn modelId="{21C7F462-6905-4094-BD76-7DF269D45D72}" type="presParOf" srcId="{156EC6CC-D23A-4680-A930-059D77D5119C}" destId="{1F68F15C-CB44-4E88-9271-8DC8447CAA63}" srcOrd="2" destOrd="0" presId="urn:microsoft.com/office/officeart/2005/8/layout/radial6"/>
    <dgm:cxn modelId="{39676135-529F-4E16-8022-55B57451908D}" type="presParOf" srcId="{156EC6CC-D23A-4680-A930-059D77D5119C}" destId="{65C8D162-77BC-48D8-92B4-9F37ECCFFE1C}" srcOrd="3" destOrd="0" presId="urn:microsoft.com/office/officeart/2005/8/layout/radial6"/>
    <dgm:cxn modelId="{4B5ACD91-E14D-4349-8BBE-15B9E62F08D8}" type="presParOf" srcId="{156EC6CC-D23A-4680-A930-059D77D5119C}" destId="{3F9539E5-1570-4BF6-9099-F733254F645B}" srcOrd="4" destOrd="0" presId="urn:microsoft.com/office/officeart/2005/8/layout/radial6"/>
    <dgm:cxn modelId="{4DF172A0-3489-4B5F-AA15-18EFF080ECB2}" type="presParOf" srcId="{156EC6CC-D23A-4680-A930-059D77D5119C}" destId="{BF846338-0754-4179-B772-C6FD7C18277A}" srcOrd="5" destOrd="0" presId="urn:microsoft.com/office/officeart/2005/8/layout/radial6"/>
    <dgm:cxn modelId="{EE695C12-DCF9-424A-A22D-1977EA37AE0E}" type="presParOf" srcId="{156EC6CC-D23A-4680-A930-059D77D5119C}" destId="{0915A105-84F1-465E-9262-24E7B7939916}" srcOrd="6" destOrd="0" presId="urn:microsoft.com/office/officeart/2005/8/layout/radial6"/>
    <dgm:cxn modelId="{4F213B2F-679C-4CFF-8EB1-99EAE34DC9C3}" type="presParOf" srcId="{156EC6CC-D23A-4680-A930-059D77D5119C}" destId="{5A46070A-8C16-4B27-8121-080FEFE58AE2}" srcOrd="7" destOrd="0" presId="urn:microsoft.com/office/officeart/2005/8/layout/radial6"/>
    <dgm:cxn modelId="{09662FC6-E9A5-4FB2-AC3B-0F223CE1CCEB}" type="presParOf" srcId="{156EC6CC-D23A-4680-A930-059D77D5119C}" destId="{150937D7-2F9D-4304-9BB8-D29A1E08998F}" srcOrd="8" destOrd="0" presId="urn:microsoft.com/office/officeart/2005/8/layout/radial6"/>
    <dgm:cxn modelId="{2D053863-3003-4024-AD82-E47F914922C9}" type="presParOf" srcId="{156EC6CC-D23A-4680-A930-059D77D5119C}" destId="{8760F546-73DC-408A-B7CB-7DE30B15A8A7}" srcOrd="9" destOrd="0" presId="urn:microsoft.com/office/officeart/2005/8/layout/radial6"/>
    <dgm:cxn modelId="{3E7A2C3C-0613-4721-A72D-0AF3F497D903}" type="presParOf" srcId="{156EC6CC-D23A-4680-A930-059D77D5119C}" destId="{83E4B642-E47A-4676-802E-54245362D73B}" srcOrd="10" destOrd="0" presId="urn:microsoft.com/office/officeart/2005/8/layout/radial6"/>
    <dgm:cxn modelId="{A33A28F3-5DF8-44C4-B029-8758F8A8ABAD}" type="presParOf" srcId="{156EC6CC-D23A-4680-A930-059D77D5119C}" destId="{422C6EEE-2AEC-4B89-BF3D-4E162E41231F}" srcOrd="11" destOrd="0" presId="urn:microsoft.com/office/officeart/2005/8/layout/radial6"/>
    <dgm:cxn modelId="{06B4D057-D64A-44A2-BB99-A26263AAC91D}" type="presParOf" srcId="{156EC6CC-D23A-4680-A930-059D77D5119C}" destId="{61D7CACA-B2FC-4D00-A7AE-47F55976C091}" srcOrd="12" destOrd="0" presId="urn:microsoft.com/office/officeart/2005/8/layout/radial6"/>
    <dgm:cxn modelId="{86B7B793-38E7-4C86-AA32-76044BD185E3}" type="presParOf" srcId="{156EC6CC-D23A-4680-A930-059D77D5119C}" destId="{0718D341-B66D-4C93-8262-7F56926C677F}" srcOrd="13" destOrd="0" presId="urn:microsoft.com/office/officeart/2005/8/layout/radial6"/>
    <dgm:cxn modelId="{DE90E0F3-8702-4597-9745-D54C1A5A7796}" type="presParOf" srcId="{156EC6CC-D23A-4680-A930-059D77D5119C}" destId="{59BDE510-30AF-4797-986A-B079DD0D6BC3}" srcOrd="14" destOrd="0" presId="urn:microsoft.com/office/officeart/2005/8/layout/radial6"/>
    <dgm:cxn modelId="{EBBA1696-5A11-46A3-A302-B6724337BD8E}" type="presParOf" srcId="{156EC6CC-D23A-4680-A930-059D77D5119C}" destId="{7B36BC7C-8F33-44F4-8437-68D9BE7EFCA8}" srcOrd="15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30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BB4EB96-7DD0-4700-A73B-C09EF999029F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293F163-3AC9-4AC5-8701-23F49D2BEFCC}">
      <dgm:prSet phldrT="[Text]" custT="1"/>
      <dgm:spPr/>
      <dgm:t>
        <a:bodyPr/>
        <a:lstStyle/>
        <a:p>
          <a:r>
            <a:rPr lang="en-GB" sz="1800" b="1" dirty="0">
              <a:latin typeface="Calibri" panose="020F0502020204030204" pitchFamily="34" charset="0"/>
              <a:cs typeface="Calibri" panose="020F0502020204030204" pitchFamily="34" charset="0"/>
            </a:rPr>
            <a:t>Content Team</a:t>
          </a:r>
          <a:endParaRPr lang="en-IN" sz="1800" b="1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8C0EBC0-95E6-4905-BBAA-16FBE81FD83A}" type="parTrans" cxnId="{B49EF739-1760-402C-9088-E74090F7A189}">
      <dgm:prSet/>
      <dgm:spPr/>
      <dgm:t>
        <a:bodyPr/>
        <a:lstStyle/>
        <a:p>
          <a:endParaRPr lang="en-IN"/>
        </a:p>
      </dgm:t>
    </dgm:pt>
    <dgm:pt modelId="{BFE2172E-68AF-4DD1-909F-8420DE4AF90F}" type="sibTrans" cxnId="{B49EF739-1760-402C-9088-E74090F7A189}">
      <dgm:prSet/>
      <dgm:spPr/>
      <dgm:t>
        <a:bodyPr/>
        <a:lstStyle/>
        <a:p>
          <a:endParaRPr lang="en-IN"/>
        </a:p>
      </dgm:t>
    </dgm:pt>
    <dgm:pt modelId="{6E7547B9-CCDC-4EFB-872D-8A5A849F58CE}">
      <dgm:prSet phldrT="[Text]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Chalk out the best celebrities and experts in terms of popularity and relevance in each domain.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89DB318-41E9-43D8-BC6D-FF70D7901ADD}" type="parTrans" cxnId="{A67A148D-30AB-4568-A9CC-64C86F4460DF}">
      <dgm:prSet/>
      <dgm:spPr/>
      <dgm:t>
        <a:bodyPr/>
        <a:lstStyle/>
        <a:p>
          <a:endParaRPr lang="en-IN"/>
        </a:p>
      </dgm:t>
    </dgm:pt>
    <dgm:pt modelId="{7A33B721-1D18-428B-A564-C7BB83FBD764}" type="sibTrans" cxnId="{A67A148D-30AB-4568-A9CC-64C86F4460DF}">
      <dgm:prSet/>
      <dgm:spPr/>
      <dgm:t>
        <a:bodyPr/>
        <a:lstStyle/>
        <a:p>
          <a:endParaRPr lang="en-IN"/>
        </a:p>
      </dgm:t>
    </dgm:pt>
    <dgm:pt modelId="{5836E01D-3ECC-4626-951D-81C3773CF2F2}">
      <dgm:prSet phldrT="[Text]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Create a structured course in collaboration with expert and celebrity  for each domain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845E750-EADE-4233-91E6-CC18A2B855E3}" type="parTrans" cxnId="{F50E17BF-6E02-4403-97D0-23FBEB892EA5}">
      <dgm:prSet/>
      <dgm:spPr/>
      <dgm:t>
        <a:bodyPr/>
        <a:lstStyle/>
        <a:p>
          <a:endParaRPr lang="en-IN"/>
        </a:p>
      </dgm:t>
    </dgm:pt>
    <dgm:pt modelId="{DB8CC04C-5E17-444B-9563-848720DD07E9}" type="sibTrans" cxnId="{F50E17BF-6E02-4403-97D0-23FBEB892EA5}">
      <dgm:prSet/>
      <dgm:spPr/>
      <dgm:t>
        <a:bodyPr/>
        <a:lstStyle/>
        <a:p>
          <a:endParaRPr lang="en-IN"/>
        </a:p>
      </dgm:t>
    </dgm:pt>
    <dgm:pt modelId="{6102C9C4-A22F-48D9-A5E3-1CFD53F6F888}">
      <dgm:prSet phldrT="[Text]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b="0" i="0" u="none" strike="noStrike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Update the Content Based on Views and Reviews by enrolled Students</a:t>
          </a:r>
          <a:r>
            <a: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and insights from Product Experts.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A421681-BC60-40E6-89EB-F54CB6C4A6D6}" type="parTrans" cxnId="{7D0DF716-C8B3-44E8-B6A1-A1C9284C118E}">
      <dgm:prSet/>
      <dgm:spPr/>
      <dgm:t>
        <a:bodyPr/>
        <a:lstStyle/>
        <a:p>
          <a:endParaRPr lang="en-IN"/>
        </a:p>
      </dgm:t>
    </dgm:pt>
    <dgm:pt modelId="{43100FA0-294C-49C1-9E02-C0E5214E51FC}" type="sibTrans" cxnId="{7D0DF716-C8B3-44E8-B6A1-A1C9284C118E}">
      <dgm:prSet/>
      <dgm:spPr/>
      <dgm:t>
        <a:bodyPr/>
        <a:lstStyle/>
        <a:p>
          <a:endParaRPr lang="en-IN"/>
        </a:p>
      </dgm:t>
    </dgm:pt>
    <dgm:pt modelId="{C40536C7-CDA4-46EC-88D3-BA2986A8ABB2}">
      <dgm:prSet phldrT="[Text]"/>
      <dgm:spPr/>
      <dgm:t>
        <a:bodyPr/>
        <a:lstStyle/>
        <a:p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Update Daily News in Video and Text Formats sorted by relevance for students of different Age Groups.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2361747-E6EC-4ECD-90D0-B43A4EE1D256}" type="parTrans" cxnId="{49A09210-0B77-48AB-B5AA-A8CC108D8A49}">
      <dgm:prSet/>
      <dgm:spPr/>
      <dgm:t>
        <a:bodyPr/>
        <a:lstStyle/>
        <a:p>
          <a:endParaRPr lang="en-IN"/>
        </a:p>
      </dgm:t>
    </dgm:pt>
    <dgm:pt modelId="{88D2AAFC-BDFE-490A-8F49-F381F59BAF1F}" type="sibTrans" cxnId="{49A09210-0B77-48AB-B5AA-A8CC108D8A49}">
      <dgm:prSet/>
      <dgm:spPr/>
      <dgm:t>
        <a:bodyPr/>
        <a:lstStyle/>
        <a:p>
          <a:endParaRPr lang="en-IN"/>
        </a:p>
      </dgm:t>
    </dgm:pt>
    <dgm:pt modelId="{95E421D9-F1DD-4F7F-A485-674149859488}">
      <dgm:prSet phldrT="[Text]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Update Quiz questions regularly for the Quizzo feature on the App.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3E68E80-2833-43D3-9B35-FA005F5B39E8}" type="parTrans" cxnId="{BF968983-D71F-46CB-A8DF-B5A5127BB75C}">
      <dgm:prSet/>
      <dgm:spPr/>
      <dgm:t>
        <a:bodyPr/>
        <a:lstStyle/>
        <a:p>
          <a:endParaRPr lang="en-IN"/>
        </a:p>
      </dgm:t>
    </dgm:pt>
    <dgm:pt modelId="{FEE01DE7-D9E0-416B-9F7C-8066C01945E3}" type="sibTrans" cxnId="{BF968983-D71F-46CB-A8DF-B5A5127BB75C}">
      <dgm:prSet/>
      <dgm:spPr/>
      <dgm:t>
        <a:bodyPr/>
        <a:lstStyle/>
        <a:p>
          <a:endParaRPr lang="en-IN"/>
        </a:p>
      </dgm:t>
    </dgm:pt>
    <dgm:pt modelId="{253E23A1-AB94-47E7-A58B-C4821F510BFC}" type="pres">
      <dgm:prSet presAssocID="{6BB4EB96-7DD0-4700-A73B-C09EF999029F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BB0A679-3369-4266-8811-F0088BA3D466}" type="pres">
      <dgm:prSet presAssocID="{0293F163-3AC9-4AC5-8701-23F49D2BEFCC}" presName="centerShape" presStyleLbl="node0" presStyleIdx="0" presStyleCnt="1"/>
      <dgm:spPr/>
    </dgm:pt>
    <dgm:pt modelId="{CFACA2A6-56A0-41A8-93D2-25D1D7363857}" type="pres">
      <dgm:prSet presAssocID="{989DB318-41E9-43D8-BC6D-FF70D7901ADD}" presName="parTrans" presStyleLbl="bgSibTrans2D1" presStyleIdx="0" presStyleCnt="5"/>
      <dgm:spPr/>
    </dgm:pt>
    <dgm:pt modelId="{E2A30367-9C69-46B8-8B2A-A02DAC1C1D9A}" type="pres">
      <dgm:prSet presAssocID="{6E7547B9-CCDC-4EFB-872D-8A5A849F58CE}" presName="node" presStyleLbl="node1" presStyleIdx="0" presStyleCnt="5">
        <dgm:presLayoutVars>
          <dgm:bulletEnabled val="1"/>
        </dgm:presLayoutVars>
      </dgm:prSet>
      <dgm:spPr/>
    </dgm:pt>
    <dgm:pt modelId="{4BF07CD4-AD6A-42EE-823F-6388B75FF3BA}" type="pres">
      <dgm:prSet presAssocID="{C845E750-EADE-4233-91E6-CC18A2B855E3}" presName="parTrans" presStyleLbl="bgSibTrans2D1" presStyleIdx="1" presStyleCnt="5"/>
      <dgm:spPr/>
    </dgm:pt>
    <dgm:pt modelId="{31669017-9264-4E8F-B23D-89B739F41E25}" type="pres">
      <dgm:prSet presAssocID="{5836E01D-3ECC-4626-951D-81C3773CF2F2}" presName="node" presStyleLbl="node1" presStyleIdx="1" presStyleCnt="5">
        <dgm:presLayoutVars>
          <dgm:bulletEnabled val="1"/>
        </dgm:presLayoutVars>
      </dgm:prSet>
      <dgm:spPr/>
    </dgm:pt>
    <dgm:pt modelId="{6B8BD7E2-1488-4F64-9EA9-A50B37AB15C8}" type="pres">
      <dgm:prSet presAssocID="{5A421681-BC60-40E6-89EB-F54CB6C4A6D6}" presName="parTrans" presStyleLbl="bgSibTrans2D1" presStyleIdx="2" presStyleCnt="5"/>
      <dgm:spPr/>
    </dgm:pt>
    <dgm:pt modelId="{BADC398F-81F0-4F47-A9A0-D88553EB6C6E}" type="pres">
      <dgm:prSet presAssocID="{6102C9C4-A22F-48D9-A5E3-1CFD53F6F888}" presName="node" presStyleLbl="node1" presStyleIdx="2" presStyleCnt="5">
        <dgm:presLayoutVars>
          <dgm:bulletEnabled val="1"/>
        </dgm:presLayoutVars>
      </dgm:prSet>
      <dgm:spPr/>
    </dgm:pt>
    <dgm:pt modelId="{3B438B06-87B1-442E-9CCD-F7DD6F3EDFE0}" type="pres">
      <dgm:prSet presAssocID="{B2361747-E6EC-4ECD-90D0-B43A4EE1D256}" presName="parTrans" presStyleLbl="bgSibTrans2D1" presStyleIdx="3" presStyleCnt="5"/>
      <dgm:spPr/>
    </dgm:pt>
    <dgm:pt modelId="{E4101567-4A2F-4A63-AA63-37450E4DA6E9}" type="pres">
      <dgm:prSet presAssocID="{C40536C7-CDA4-46EC-88D3-BA2986A8ABB2}" presName="node" presStyleLbl="node1" presStyleIdx="3" presStyleCnt="5">
        <dgm:presLayoutVars>
          <dgm:bulletEnabled val="1"/>
        </dgm:presLayoutVars>
      </dgm:prSet>
      <dgm:spPr/>
    </dgm:pt>
    <dgm:pt modelId="{0E5FCAA2-F7DC-46AA-A2F4-EC5B58E847FF}" type="pres">
      <dgm:prSet presAssocID="{83E68E80-2833-43D3-9B35-FA005F5B39E8}" presName="parTrans" presStyleLbl="bgSibTrans2D1" presStyleIdx="4" presStyleCnt="5"/>
      <dgm:spPr/>
    </dgm:pt>
    <dgm:pt modelId="{71AB80DC-4A3F-4671-98A7-C7854B350DC9}" type="pres">
      <dgm:prSet presAssocID="{95E421D9-F1DD-4F7F-A485-674149859488}" presName="node" presStyleLbl="node1" presStyleIdx="4" presStyleCnt="5">
        <dgm:presLayoutVars>
          <dgm:bulletEnabled val="1"/>
        </dgm:presLayoutVars>
      </dgm:prSet>
      <dgm:spPr/>
    </dgm:pt>
  </dgm:ptLst>
  <dgm:cxnLst>
    <dgm:cxn modelId="{6A75F80E-FA1F-495C-BDEB-46212F45FAC1}" type="presOf" srcId="{C845E750-EADE-4233-91E6-CC18A2B855E3}" destId="{4BF07CD4-AD6A-42EE-823F-6388B75FF3BA}" srcOrd="0" destOrd="0" presId="urn:microsoft.com/office/officeart/2005/8/layout/radial4"/>
    <dgm:cxn modelId="{49A09210-0B77-48AB-B5AA-A8CC108D8A49}" srcId="{0293F163-3AC9-4AC5-8701-23F49D2BEFCC}" destId="{C40536C7-CDA4-46EC-88D3-BA2986A8ABB2}" srcOrd="3" destOrd="0" parTransId="{B2361747-E6EC-4ECD-90D0-B43A4EE1D256}" sibTransId="{88D2AAFC-BDFE-490A-8F49-F381F59BAF1F}"/>
    <dgm:cxn modelId="{7D0DF716-C8B3-44E8-B6A1-A1C9284C118E}" srcId="{0293F163-3AC9-4AC5-8701-23F49D2BEFCC}" destId="{6102C9C4-A22F-48D9-A5E3-1CFD53F6F888}" srcOrd="2" destOrd="0" parTransId="{5A421681-BC60-40E6-89EB-F54CB6C4A6D6}" sibTransId="{43100FA0-294C-49C1-9E02-C0E5214E51FC}"/>
    <dgm:cxn modelId="{61A8F533-484C-46B8-B2C7-AB0443B37DB9}" type="presOf" srcId="{6BB4EB96-7DD0-4700-A73B-C09EF999029F}" destId="{253E23A1-AB94-47E7-A58B-C4821F510BFC}" srcOrd="0" destOrd="0" presId="urn:microsoft.com/office/officeart/2005/8/layout/radial4"/>
    <dgm:cxn modelId="{41356034-0509-4A37-9F9A-19FFA22F454C}" type="presOf" srcId="{989DB318-41E9-43D8-BC6D-FF70D7901ADD}" destId="{CFACA2A6-56A0-41A8-93D2-25D1D7363857}" srcOrd="0" destOrd="0" presId="urn:microsoft.com/office/officeart/2005/8/layout/radial4"/>
    <dgm:cxn modelId="{B49EF739-1760-402C-9088-E74090F7A189}" srcId="{6BB4EB96-7DD0-4700-A73B-C09EF999029F}" destId="{0293F163-3AC9-4AC5-8701-23F49D2BEFCC}" srcOrd="0" destOrd="0" parTransId="{28C0EBC0-95E6-4905-BBAA-16FBE81FD83A}" sibTransId="{BFE2172E-68AF-4DD1-909F-8420DE4AF90F}"/>
    <dgm:cxn modelId="{A6589B5D-A00F-49CE-B1A5-7134A2EA0A86}" type="presOf" srcId="{95E421D9-F1DD-4F7F-A485-674149859488}" destId="{71AB80DC-4A3F-4671-98A7-C7854B350DC9}" srcOrd="0" destOrd="0" presId="urn:microsoft.com/office/officeart/2005/8/layout/radial4"/>
    <dgm:cxn modelId="{A42C0969-9389-4527-8AB4-C4147E396327}" type="presOf" srcId="{83E68E80-2833-43D3-9B35-FA005F5B39E8}" destId="{0E5FCAA2-F7DC-46AA-A2F4-EC5B58E847FF}" srcOrd="0" destOrd="0" presId="urn:microsoft.com/office/officeart/2005/8/layout/radial4"/>
    <dgm:cxn modelId="{BB6ABF4E-51AD-42FA-8830-1AEBA1F86558}" type="presOf" srcId="{6102C9C4-A22F-48D9-A5E3-1CFD53F6F888}" destId="{BADC398F-81F0-4F47-A9A0-D88553EB6C6E}" srcOrd="0" destOrd="0" presId="urn:microsoft.com/office/officeart/2005/8/layout/radial4"/>
    <dgm:cxn modelId="{7F60A555-4A30-47E7-BDB6-C6ACA2C422BC}" type="presOf" srcId="{0293F163-3AC9-4AC5-8701-23F49D2BEFCC}" destId="{1BB0A679-3369-4266-8811-F0088BA3D466}" srcOrd="0" destOrd="0" presId="urn:microsoft.com/office/officeart/2005/8/layout/radial4"/>
    <dgm:cxn modelId="{2024E577-754D-4E6D-B101-6B0DD6CBD609}" type="presOf" srcId="{B2361747-E6EC-4ECD-90D0-B43A4EE1D256}" destId="{3B438B06-87B1-442E-9CCD-F7DD6F3EDFE0}" srcOrd="0" destOrd="0" presId="urn:microsoft.com/office/officeart/2005/8/layout/radial4"/>
    <dgm:cxn modelId="{BF968983-D71F-46CB-A8DF-B5A5127BB75C}" srcId="{0293F163-3AC9-4AC5-8701-23F49D2BEFCC}" destId="{95E421D9-F1DD-4F7F-A485-674149859488}" srcOrd="4" destOrd="0" parTransId="{83E68E80-2833-43D3-9B35-FA005F5B39E8}" sibTransId="{FEE01DE7-D9E0-416B-9F7C-8066C01945E3}"/>
    <dgm:cxn modelId="{A67A148D-30AB-4568-A9CC-64C86F4460DF}" srcId="{0293F163-3AC9-4AC5-8701-23F49D2BEFCC}" destId="{6E7547B9-CCDC-4EFB-872D-8A5A849F58CE}" srcOrd="0" destOrd="0" parTransId="{989DB318-41E9-43D8-BC6D-FF70D7901ADD}" sibTransId="{7A33B721-1D18-428B-A564-C7BB83FBD764}"/>
    <dgm:cxn modelId="{C529129D-9F59-4A62-B4EC-39A28EAB3F31}" type="presOf" srcId="{5A421681-BC60-40E6-89EB-F54CB6C4A6D6}" destId="{6B8BD7E2-1488-4F64-9EA9-A50B37AB15C8}" srcOrd="0" destOrd="0" presId="urn:microsoft.com/office/officeart/2005/8/layout/radial4"/>
    <dgm:cxn modelId="{CB919FB1-09A1-48F2-A5B4-F015EDFEABBB}" type="presOf" srcId="{5836E01D-3ECC-4626-951D-81C3773CF2F2}" destId="{31669017-9264-4E8F-B23D-89B739F41E25}" srcOrd="0" destOrd="0" presId="urn:microsoft.com/office/officeart/2005/8/layout/radial4"/>
    <dgm:cxn modelId="{F85CDEB1-02CB-4986-BBE8-05621510D728}" type="presOf" srcId="{6E7547B9-CCDC-4EFB-872D-8A5A849F58CE}" destId="{E2A30367-9C69-46B8-8B2A-A02DAC1C1D9A}" srcOrd="0" destOrd="0" presId="urn:microsoft.com/office/officeart/2005/8/layout/radial4"/>
    <dgm:cxn modelId="{1030CBB2-D1BA-43E8-81A3-A9FB00879A10}" type="presOf" srcId="{C40536C7-CDA4-46EC-88D3-BA2986A8ABB2}" destId="{E4101567-4A2F-4A63-AA63-37450E4DA6E9}" srcOrd="0" destOrd="0" presId="urn:microsoft.com/office/officeart/2005/8/layout/radial4"/>
    <dgm:cxn modelId="{F50E17BF-6E02-4403-97D0-23FBEB892EA5}" srcId="{0293F163-3AC9-4AC5-8701-23F49D2BEFCC}" destId="{5836E01D-3ECC-4626-951D-81C3773CF2F2}" srcOrd="1" destOrd="0" parTransId="{C845E750-EADE-4233-91E6-CC18A2B855E3}" sibTransId="{DB8CC04C-5E17-444B-9563-848720DD07E9}"/>
    <dgm:cxn modelId="{D5BDD11A-CE08-4F99-AE9D-8FA3B2B49ACB}" type="presParOf" srcId="{253E23A1-AB94-47E7-A58B-C4821F510BFC}" destId="{1BB0A679-3369-4266-8811-F0088BA3D466}" srcOrd="0" destOrd="0" presId="urn:microsoft.com/office/officeart/2005/8/layout/radial4"/>
    <dgm:cxn modelId="{B93FCB80-7321-4771-B800-767F42B78817}" type="presParOf" srcId="{253E23A1-AB94-47E7-A58B-C4821F510BFC}" destId="{CFACA2A6-56A0-41A8-93D2-25D1D7363857}" srcOrd="1" destOrd="0" presId="urn:microsoft.com/office/officeart/2005/8/layout/radial4"/>
    <dgm:cxn modelId="{EA84C221-978E-45EE-A3CC-B80B49829A45}" type="presParOf" srcId="{253E23A1-AB94-47E7-A58B-C4821F510BFC}" destId="{E2A30367-9C69-46B8-8B2A-A02DAC1C1D9A}" srcOrd="2" destOrd="0" presId="urn:microsoft.com/office/officeart/2005/8/layout/radial4"/>
    <dgm:cxn modelId="{90D8BA36-DCCC-4701-A47B-3FD41501D9F4}" type="presParOf" srcId="{253E23A1-AB94-47E7-A58B-C4821F510BFC}" destId="{4BF07CD4-AD6A-42EE-823F-6388B75FF3BA}" srcOrd="3" destOrd="0" presId="urn:microsoft.com/office/officeart/2005/8/layout/radial4"/>
    <dgm:cxn modelId="{0EE3581F-F4D2-457A-B372-A6F893F76DA0}" type="presParOf" srcId="{253E23A1-AB94-47E7-A58B-C4821F510BFC}" destId="{31669017-9264-4E8F-B23D-89B739F41E25}" srcOrd="4" destOrd="0" presId="urn:microsoft.com/office/officeart/2005/8/layout/radial4"/>
    <dgm:cxn modelId="{03406C27-0E06-4017-879D-DA1041B287C0}" type="presParOf" srcId="{253E23A1-AB94-47E7-A58B-C4821F510BFC}" destId="{6B8BD7E2-1488-4F64-9EA9-A50B37AB15C8}" srcOrd="5" destOrd="0" presId="urn:microsoft.com/office/officeart/2005/8/layout/radial4"/>
    <dgm:cxn modelId="{8553D3EB-5C95-4209-8840-33E2471D09AC}" type="presParOf" srcId="{253E23A1-AB94-47E7-A58B-C4821F510BFC}" destId="{BADC398F-81F0-4F47-A9A0-D88553EB6C6E}" srcOrd="6" destOrd="0" presId="urn:microsoft.com/office/officeart/2005/8/layout/radial4"/>
    <dgm:cxn modelId="{4EFD02A9-6B2D-4806-AFD3-D89B17C3B57D}" type="presParOf" srcId="{253E23A1-AB94-47E7-A58B-C4821F510BFC}" destId="{3B438B06-87B1-442E-9CCD-F7DD6F3EDFE0}" srcOrd="7" destOrd="0" presId="urn:microsoft.com/office/officeart/2005/8/layout/radial4"/>
    <dgm:cxn modelId="{20B214FF-0A05-431C-943F-17D0DC133558}" type="presParOf" srcId="{253E23A1-AB94-47E7-A58B-C4821F510BFC}" destId="{E4101567-4A2F-4A63-AA63-37450E4DA6E9}" srcOrd="8" destOrd="0" presId="urn:microsoft.com/office/officeart/2005/8/layout/radial4"/>
    <dgm:cxn modelId="{20BADE10-CDBE-4938-AC10-7708DD23F4D4}" type="presParOf" srcId="{253E23A1-AB94-47E7-A58B-C4821F510BFC}" destId="{0E5FCAA2-F7DC-46AA-A2F4-EC5B58E847FF}" srcOrd="9" destOrd="0" presId="urn:microsoft.com/office/officeart/2005/8/layout/radial4"/>
    <dgm:cxn modelId="{1363A5B4-F4CF-40FC-8B36-40A36DA84025}" type="presParOf" srcId="{253E23A1-AB94-47E7-A58B-C4821F510BFC}" destId="{71AB80DC-4A3F-4671-98A7-C7854B350DC9}" srcOrd="10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295A3FE-D306-4E01-AFAF-B1902A1F634A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CC6EC70-79ED-46B9-B836-2FC9C12A4145}">
      <dgm:prSet phldrT="[Text]" custT="1"/>
      <dgm:spPr/>
      <dgm:t>
        <a:bodyPr/>
        <a:lstStyle/>
        <a:p>
          <a:r>
            <a:rPr lang="en-GB" sz="1800" b="1" dirty="0">
              <a:latin typeface="Calibri" panose="020F0502020204030204" pitchFamily="34" charset="0"/>
              <a:cs typeface="Calibri" panose="020F0502020204030204" pitchFamily="34" charset="0"/>
            </a:rPr>
            <a:t>Sales Team</a:t>
          </a:r>
          <a:endParaRPr lang="en-IN" sz="1800" b="1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71FD174-38EC-4782-A791-5C1C97FE1675}" type="parTrans" cxnId="{E54F60AF-7DCF-44D5-BC67-5C0B77053DCD}">
      <dgm:prSet/>
      <dgm:spPr/>
      <dgm:t>
        <a:bodyPr/>
        <a:lstStyle/>
        <a:p>
          <a:endParaRPr lang="en-IN"/>
        </a:p>
      </dgm:t>
    </dgm:pt>
    <dgm:pt modelId="{686AC49C-F45B-420D-B7ED-08A16DF56651}" type="sibTrans" cxnId="{E54F60AF-7DCF-44D5-BC67-5C0B77053DCD}">
      <dgm:prSet/>
      <dgm:spPr/>
      <dgm:t>
        <a:bodyPr/>
        <a:lstStyle/>
        <a:p>
          <a:endParaRPr lang="en-IN"/>
        </a:p>
      </dgm:t>
    </dgm:pt>
    <dgm:pt modelId="{12B65BC2-939B-41C0-874E-57FE0E333581}">
      <dgm:prSet phldrT="[Text]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Data Acquisition &amp; Lead Generation through App downloads and Website Signups.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1006618-E739-43F4-9A37-E520EF52DC37}" type="parTrans" cxnId="{E5D43EB6-C4F7-40B2-8FD5-71499DE2E5F2}">
      <dgm:prSet/>
      <dgm:spPr/>
      <dgm:t>
        <a:bodyPr/>
        <a:lstStyle/>
        <a:p>
          <a:endParaRPr lang="en-IN"/>
        </a:p>
      </dgm:t>
    </dgm:pt>
    <dgm:pt modelId="{D525E393-37AA-49A9-B7FF-23980CF4F46F}" type="sibTrans" cxnId="{E5D43EB6-C4F7-40B2-8FD5-71499DE2E5F2}">
      <dgm:prSet/>
      <dgm:spPr/>
      <dgm:t>
        <a:bodyPr/>
        <a:lstStyle/>
        <a:p>
          <a:endParaRPr lang="en-IN"/>
        </a:p>
      </dgm:t>
    </dgm:pt>
    <dgm:pt modelId="{94076F5D-2147-43B1-8376-4A2BAFDB708C}">
      <dgm:prSet phldrT="[Text]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Dedicated Sales Team will use contact details to pitch Customers for an Online Demo on any one subject of Interest.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0B7FA8C-164D-4271-913D-503FE7691A00}" type="parTrans" cxnId="{72F49E08-0AB9-4007-A1B4-FDE393AFEC2A}">
      <dgm:prSet/>
      <dgm:spPr/>
      <dgm:t>
        <a:bodyPr/>
        <a:lstStyle/>
        <a:p>
          <a:endParaRPr lang="en-IN"/>
        </a:p>
      </dgm:t>
    </dgm:pt>
    <dgm:pt modelId="{D3DA3479-5D11-43DB-8C5D-79AC4EA9CC03}" type="sibTrans" cxnId="{72F49E08-0AB9-4007-A1B4-FDE393AFEC2A}">
      <dgm:prSet/>
      <dgm:spPr/>
      <dgm:t>
        <a:bodyPr/>
        <a:lstStyle/>
        <a:p>
          <a:endParaRPr lang="en-IN"/>
        </a:p>
      </dgm:t>
    </dgm:pt>
    <dgm:pt modelId="{20801BE0-95C8-4758-81A0-73EAD010D856}">
      <dgm:prSet phldrT="[Text]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Online Sales meeting for pitching the product.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7E9474D-8207-4748-BC7A-EFB2AEDEE06F}" type="parTrans" cxnId="{CCC934D6-17FB-46AC-A37B-86576C4E1092}">
      <dgm:prSet/>
      <dgm:spPr/>
      <dgm:t>
        <a:bodyPr/>
        <a:lstStyle/>
        <a:p>
          <a:endParaRPr lang="en-IN"/>
        </a:p>
      </dgm:t>
    </dgm:pt>
    <dgm:pt modelId="{155D8607-D13F-43D6-A9F8-FB47299B3FC7}" type="sibTrans" cxnId="{CCC934D6-17FB-46AC-A37B-86576C4E1092}">
      <dgm:prSet/>
      <dgm:spPr/>
      <dgm:t>
        <a:bodyPr/>
        <a:lstStyle/>
        <a:p>
          <a:endParaRPr lang="en-IN"/>
        </a:p>
      </dgm:t>
    </dgm:pt>
    <dgm:pt modelId="{6DE4852F-A291-414A-A674-377316E077F5}">
      <dgm:prSet phldrT="[Text]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Dedicated Inside Sales team to address inbound product queries on website. They will provide Demo and then Sales Pitch.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DCEAE97-E159-4C53-90C5-C3539CBD3C08}" type="parTrans" cxnId="{35B8EB55-B323-4045-8B19-F419768963FF}">
      <dgm:prSet/>
      <dgm:spPr/>
      <dgm:t>
        <a:bodyPr/>
        <a:lstStyle/>
        <a:p>
          <a:endParaRPr lang="en-IN"/>
        </a:p>
      </dgm:t>
    </dgm:pt>
    <dgm:pt modelId="{FB6C1373-5445-4EF3-8705-3FCD64868E32}" type="sibTrans" cxnId="{35B8EB55-B323-4045-8B19-F419768963FF}">
      <dgm:prSet/>
      <dgm:spPr/>
      <dgm:t>
        <a:bodyPr/>
        <a:lstStyle/>
        <a:p>
          <a:endParaRPr lang="en-IN"/>
        </a:p>
      </dgm:t>
    </dgm:pt>
    <dgm:pt modelId="{FFF25ED2-F21F-49EE-9670-8A91452D426B}">
      <dgm:prSet phldrT="[Text]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b="0" i="0" u="none" strike="noStrike" dirty="0">
              <a:solidFill>
                <a:schemeClr val="bg1"/>
              </a:solidFill>
              <a:effectLst/>
              <a:latin typeface="Calibri" panose="020F0502020204030204" pitchFamily="34" charset="0"/>
            </a:rPr>
            <a:t>Inside Sales team would Collect referrals Leads from Product Experts and pitch them</a:t>
          </a:r>
          <a:r>
            <a:rPr lang="en-US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rPr>
            <a:t>.</a:t>
          </a:r>
          <a:endParaRPr lang="en-IN" dirty="0"/>
        </a:p>
      </dgm:t>
    </dgm:pt>
    <dgm:pt modelId="{7EF66530-D56C-47B0-99D4-19250AF84C49}" type="parTrans" cxnId="{277E96B4-81C6-4765-81E8-5680ADC3F07C}">
      <dgm:prSet/>
      <dgm:spPr/>
      <dgm:t>
        <a:bodyPr/>
        <a:lstStyle/>
        <a:p>
          <a:endParaRPr lang="en-IN"/>
        </a:p>
      </dgm:t>
    </dgm:pt>
    <dgm:pt modelId="{01C65F19-90B7-4122-ACC8-844BA6BB5D11}" type="sibTrans" cxnId="{277E96B4-81C6-4765-81E8-5680ADC3F07C}">
      <dgm:prSet/>
      <dgm:spPr/>
      <dgm:t>
        <a:bodyPr/>
        <a:lstStyle/>
        <a:p>
          <a:endParaRPr lang="en-IN"/>
        </a:p>
      </dgm:t>
    </dgm:pt>
    <dgm:pt modelId="{29FDF55E-73EA-4867-8907-4DE95E210FC6}" type="pres">
      <dgm:prSet presAssocID="{9295A3FE-D306-4E01-AFAF-B1902A1F634A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1DC7B54-FC80-4E23-979A-792CEB6E2C90}" type="pres">
      <dgm:prSet presAssocID="{0CC6EC70-79ED-46B9-B836-2FC9C12A4145}" presName="centerShape" presStyleLbl="node0" presStyleIdx="0" presStyleCnt="1"/>
      <dgm:spPr/>
    </dgm:pt>
    <dgm:pt modelId="{8B1B1E19-C3C7-45FD-BFBF-087B6501BD83}" type="pres">
      <dgm:prSet presAssocID="{11006618-E739-43F4-9A37-E520EF52DC37}" presName="parTrans" presStyleLbl="bgSibTrans2D1" presStyleIdx="0" presStyleCnt="5"/>
      <dgm:spPr/>
    </dgm:pt>
    <dgm:pt modelId="{0091E94E-3994-4360-A7B7-BF7D3EE958DB}" type="pres">
      <dgm:prSet presAssocID="{12B65BC2-939B-41C0-874E-57FE0E333581}" presName="node" presStyleLbl="node1" presStyleIdx="0" presStyleCnt="5">
        <dgm:presLayoutVars>
          <dgm:bulletEnabled val="1"/>
        </dgm:presLayoutVars>
      </dgm:prSet>
      <dgm:spPr/>
    </dgm:pt>
    <dgm:pt modelId="{1F980126-3114-46EF-9F79-8BD1D0291216}" type="pres">
      <dgm:prSet presAssocID="{B0B7FA8C-164D-4271-913D-503FE7691A00}" presName="parTrans" presStyleLbl="bgSibTrans2D1" presStyleIdx="1" presStyleCnt="5"/>
      <dgm:spPr/>
    </dgm:pt>
    <dgm:pt modelId="{432BB57E-5DC9-4AEC-B37A-2C058C611D45}" type="pres">
      <dgm:prSet presAssocID="{94076F5D-2147-43B1-8376-4A2BAFDB708C}" presName="node" presStyleLbl="node1" presStyleIdx="1" presStyleCnt="5">
        <dgm:presLayoutVars>
          <dgm:bulletEnabled val="1"/>
        </dgm:presLayoutVars>
      </dgm:prSet>
      <dgm:spPr/>
    </dgm:pt>
    <dgm:pt modelId="{1F38A42C-4260-413C-BD8F-8C2E5C978C5C}" type="pres">
      <dgm:prSet presAssocID="{37E9474D-8207-4748-BC7A-EFB2AEDEE06F}" presName="parTrans" presStyleLbl="bgSibTrans2D1" presStyleIdx="2" presStyleCnt="5"/>
      <dgm:spPr/>
    </dgm:pt>
    <dgm:pt modelId="{94F92282-9CB0-4C24-828C-E3CC642D57D7}" type="pres">
      <dgm:prSet presAssocID="{20801BE0-95C8-4758-81A0-73EAD010D856}" presName="node" presStyleLbl="node1" presStyleIdx="2" presStyleCnt="5">
        <dgm:presLayoutVars>
          <dgm:bulletEnabled val="1"/>
        </dgm:presLayoutVars>
      </dgm:prSet>
      <dgm:spPr/>
    </dgm:pt>
    <dgm:pt modelId="{15912450-E22D-4994-A843-FE7A046A3A4C}" type="pres">
      <dgm:prSet presAssocID="{2DCEAE97-E159-4C53-90C5-C3539CBD3C08}" presName="parTrans" presStyleLbl="bgSibTrans2D1" presStyleIdx="3" presStyleCnt="5"/>
      <dgm:spPr/>
    </dgm:pt>
    <dgm:pt modelId="{8D747486-C2F6-4CF0-B882-302C8C0D79DF}" type="pres">
      <dgm:prSet presAssocID="{6DE4852F-A291-414A-A674-377316E077F5}" presName="node" presStyleLbl="node1" presStyleIdx="3" presStyleCnt="5">
        <dgm:presLayoutVars>
          <dgm:bulletEnabled val="1"/>
        </dgm:presLayoutVars>
      </dgm:prSet>
      <dgm:spPr/>
    </dgm:pt>
    <dgm:pt modelId="{3B5CFB65-7575-40BF-9A36-22AAEC8541B8}" type="pres">
      <dgm:prSet presAssocID="{7EF66530-D56C-47B0-99D4-19250AF84C49}" presName="parTrans" presStyleLbl="bgSibTrans2D1" presStyleIdx="4" presStyleCnt="5"/>
      <dgm:spPr/>
    </dgm:pt>
    <dgm:pt modelId="{DB499ABD-CE1E-4B3D-9A40-708B86B95603}" type="pres">
      <dgm:prSet presAssocID="{FFF25ED2-F21F-49EE-9670-8A91452D426B}" presName="node" presStyleLbl="node1" presStyleIdx="4" presStyleCnt="5">
        <dgm:presLayoutVars>
          <dgm:bulletEnabled val="1"/>
        </dgm:presLayoutVars>
      </dgm:prSet>
      <dgm:spPr/>
    </dgm:pt>
  </dgm:ptLst>
  <dgm:cxnLst>
    <dgm:cxn modelId="{72F49E08-0AB9-4007-A1B4-FDE393AFEC2A}" srcId="{0CC6EC70-79ED-46B9-B836-2FC9C12A4145}" destId="{94076F5D-2147-43B1-8376-4A2BAFDB708C}" srcOrd="1" destOrd="0" parTransId="{B0B7FA8C-164D-4271-913D-503FE7691A00}" sibTransId="{D3DA3479-5D11-43DB-8C5D-79AC4EA9CC03}"/>
    <dgm:cxn modelId="{48B6800F-1670-412C-BCEC-915901E3AF5F}" type="presOf" srcId="{FFF25ED2-F21F-49EE-9670-8A91452D426B}" destId="{DB499ABD-CE1E-4B3D-9A40-708B86B95603}" srcOrd="0" destOrd="0" presId="urn:microsoft.com/office/officeart/2005/8/layout/radial4"/>
    <dgm:cxn modelId="{9F50B711-2CAA-4B78-9DDF-5B9E6DCB7F25}" type="presOf" srcId="{2DCEAE97-E159-4C53-90C5-C3539CBD3C08}" destId="{15912450-E22D-4994-A843-FE7A046A3A4C}" srcOrd="0" destOrd="0" presId="urn:microsoft.com/office/officeart/2005/8/layout/radial4"/>
    <dgm:cxn modelId="{8BC3791F-4B0A-4285-898C-C8F54A56A409}" type="presOf" srcId="{20801BE0-95C8-4758-81A0-73EAD010D856}" destId="{94F92282-9CB0-4C24-828C-E3CC642D57D7}" srcOrd="0" destOrd="0" presId="urn:microsoft.com/office/officeart/2005/8/layout/radial4"/>
    <dgm:cxn modelId="{0CBC0433-481A-42D6-BCA7-E3CB27F9B196}" type="presOf" srcId="{6DE4852F-A291-414A-A674-377316E077F5}" destId="{8D747486-C2F6-4CF0-B882-302C8C0D79DF}" srcOrd="0" destOrd="0" presId="urn:microsoft.com/office/officeart/2005/8/layout/radial4"/>
    <dgm:cxn modelId="{F21AC160-BE38-4353-B231-C851F5119587}" type="presOf" srcId="{37E9474D-8207-4748-BC7A-EFB2AEDEE06F}" destId="{1F38A42C-4260-413C-BD8F-8C2E5C978C5C}" srcOrd="0" destOrd="0" presId="urn:microsoft.com/office/officeart/2005/8/layout/radial4"/>
    <dgm:cxn modelId="{B20BDD6D-50CF-4E40-AF7C-835A06B2F902}" type="presOf" srcId="{7EF66530-D56C-47B0-99D4-19250AF84C49}" destId="{3B5CFB65-7575-40BF-9A36-22AAEC8541B8}" srcOrd="0" destOrd="0" presId="urn:microsoft.com/office/officeart/2005/8/layout/radial4"/>
    <dgm:cxn modelId="{8919484F-CA01-4484-9A8F-ECED658E6519}" type="presOf" srcId="{11006618-E739-43F4-9A37-E520EF52DC37}" destId="{8B1B1E19-C3C7-45FD-BFBF-087B6501BD83}" srcOrd="0" destOrd="0" presId="urn:microsoft.com/office/officeart/2005/8/layout/radial4"/>
    <dgm:cxn modelId="{94928F6F-F8F1-4388-903B-5B031F1AB9DC}" type="presOf" srcId="{94076F5D-2147-43B1-8376-4A2BAFDB708C}" destId="{432BB57E-5DC9-4AEC-B37A-2C058C611D45}" srcOrd="0" destOrd="0" presId="urn:microsoft.com/office/officeart/2005/8/layout/radial4"/>
    <dgm:cxn modelId="{9550F573-8651-430A-8FEA-8EBA4972BFA2}" type="presOf" srcId="{9295A3FE-D306-4E01-AFAF-B1902A1F634A}" destId="{29FDF55E-73EA-4867-8907-4DE95E210FC6}" srcOrd="0" destOrd="0" presId="urn:microsoft.com/office/officeart/2005/8/layout/radial4"/>
    <dgm:cxn modelId="{35B8EB55-B323-4045-8B19-F419768963FF}" srcId="{0CC6EC70-79ED-46B9-B836-2FC9C12A4145}" destId="{6DE4852F-A291-414A-A674-377316E077F5}" srcOrd="3" destOrd="0" parTransId="{2DCEAE97-E159-4C53-90C5-C3539CBD3C08}" sibTransId="{FB6C1373-5445-4EF3-8705-3FCD64868E32}"/>
    <dgm:cxn modelId="{C9A80C81-91B2-47F0-BDE7-1D020BCE4DC9}" type="presOf" srcId="{B0B7FA8C-164D-4271-913D-503FE7691A00}" destId="{1F980126-3114-46EF-9F79-8BD1D0291216}" srcOrd="0" destOrd="0" presId="urn:microsoft.com/office/officeart/2005/8/layout/radial4"/>
    <dgm:cxn modelId="{E54F60AF-7DCF-44D5-BC67-5C0B77053DCD}" srcId="{9295A3FE-D306-4E01-AFAF-B1902A1F634A}" destId="{0CC6EC70-79ED-46B9-B836-2FC9C12A4145}" srcOrd="0" destOrd="0" parTransId="{971FD174-38EC-4782-A791-5C1C97FE1675}" sibTransId="{686AC49C-F45B-420D-B7ED-08A16DF56651}"/>
    <dgm:cxn modelId="{762C5DB1-C21F-45E7-AB62-98E901C41BE8}" type="presOf" srcId="{12B65BC2-939B-41C0-874E-57FE0E333581}" destId="{0091E94E-3994-4360-A7B7-BF7D3EE958DB}" srcOrd="0" destOrd="0" presId="urn:microsoft.com/office/officeart/2005/8/layout/radial4"/>
    <dgm:cxn modelId="{277E96B4-81C6-4765-81E8-5680ADC3F07C}" srcId="{0CC6EC70-79ED-46B9-B836-2FC9C12A4145}" destId="{FFF25ED2-F21F-49EE-9670-8A91452D426B}" srcOrd="4" destOrd="0" parTransId="{7EF66530-D56C-47B0-99D4-19250AF84C49}" sibTransId="{01C65F19-90B7-4122-ACC8-844BA6BB5D11}"/>
    <dgm:cxn modelId="{E5D43EB6-C4F7-40B2-8FD5-71499DE2E5F2}" srcId="{0CC6EC70-79ED-46B9-B836-2FC9C12A4145}" destId="{12B65BC2-939B-41C0-874E-57FE0E333581}" srcOrd="0" destOrd="0" parTransId="{11006618-E739-43F4-9A37-E520EF52DC37}" sibTransId="{D525E393-37AA-49A9-B7FF-23980CF4F46F}"/>
    <dgm:cxn modelId="{CCC934D6-17FB-46AC-A37B-86576C4E1092}" srcId="{0CC6EC70-79ED-46B9-B836-2FC9C12A4145}" destId="{20801BE0-95C8-4758-81A0-73EAD010D856}" srcOrd="2" destOrd="0" parTransId="{37E9474D-8207-4748-BC7A-EFB2AEDEE06F}" sibTransId="{155D8607-D13F-43D6-A9F8-FB47299B3FC7}"/>
    <dgm:cxn modelId="{E87729EB-5184-418B-86BD-BE36B1D2F770}" type="presOf" srcId="{0CC6EC70-79ED-46B9-B836-2FC9C12A4145}" destId="{91DC7B54-FC80-4E23-979A-792CEB6E2C90}" srcOrd="0" destOrd="0" presId="urn:microsoft.com/office/officeart/2005/8/layout/radial4"/>
    <dgm:cxn modelId="{1A9D737B-6866-48D3-A57F-2B3E4814C164}" type="presParOf" srcId="{29FDF55E-73EA-4867-8907-4DE95E210FC6}" destId="{91DC7B54-FC80-4E23-979A-792CEB6E2C90}" srcOrd="0" destOrd="0" presId="urn:microsoft.com/office/officeart/2005/8/layout/radial4"/>
    <dgm:cxn modelId="{81DC0075-D5CF-46D3-8CA2-2363170E8966}" type="presParOf" srcId="{29FDF55E-73EA-4867-8907-4DE95E210FC6}" destId="{8B1B1E19-C3C7-45FD-BFBF-087B6501BD83}" srcOrd="1" destOrd="0" presId="urn:microsoft.com/office/officeart/2005/8/layout/radial4"/>
    <dgm:cxn modelId="{A4D06BF4-32E1-45F8-A061-60AA4369280B}" type="presParOf" srcId="{29FDF55E-73EA-4867-8907-4DE95E210FC6}" destId="{0091E94E-3994-4360-A7B7-BF7D3EE958DB}" srcOrd="2" destOrd="0" presId="urn:microsoft.com/office/officeart/2005/8/layout/radial4"/>
    <dgm:cxn modelId="{2202DC6A-3A0E-4BE4-BB17-B7153751DD13}" type="presParOf" srcId="{29FDF55E-73EA-4867-8907-4DE95E210FC6}" destId="{1F980126-3114-46EF-9F79-8BD1D0291216}" srcOrd="3" destOrd="0" presId="urn:microsoft.com/office/officeart/2005/8/layout/radial4"/>
    <dgm:cxn modelId="{4229A2C3-A2BC-401F-803D-AFE7192501AE}" type="presParOf" srcId="{29FDF55E-73EA-4867-8907-4DE95E210FC6}" destId="{432BB57E-5DC9-4AEC-B37A-2C058C611D45}" srcOrd="4" destOrd="0" presId="urn:microsoft.com/office/officeart/2005/8/layout/radial4"/>
    <dgm:cxn modelId="{144E0564-A130-4853-BEC9-07AF87E318B5}" type="presParOf" srcId="{29FDF55E-73EA-4867-8907-4DE95E210FC6}" destId="{1F38A42C-4260-413C-BD8F-8C2E5C978C5C}" srcOrd="5" destOrd="0" presId="urn:microsoft.com/office/officeart/2005/8/layout/radial4"/>
    <dgm:cxn modelId="{BF4DCE85-1B9A-401B-AEE1-34D7DE2E6858}" type="presParOf" srcId="{29FDF55E-73EA-4867-8907-4DE95E210FC6}" destId="{94F92282-9CB0-4C24-828C-E3CC642D57D7}" srcOrd="6" destOrd="0" presId="urn:microsoft.com/office/officeart/2005/8/layout/radial4"/>
    <dgm:cxn modelId="{9349BD4F-79B1-46FB-8D0F-2D67CCC4E86C}" type="presParOf" srcId="{29FDF55E-73EA-4867-8907-4DE95E210FC6}" destId="{15912450-E22D-4994-A843-FE7A046A3A4C}" srcOrd="7" destOrd="0" presId="urn:microsoft.com/office/officeart/2005/8/layout/radial4"/>
    <dgm:cxn modelId="{BD541CAF-84DA-44A2-B737-F2CD0F7C0684}" type="presParOf" srcId="{29FDF55E-73EA-4867-8907-4DE95E210FC6}" destId="{8D747486-C2F6-4CF0-B882-302C8C0D79DF}" srcOrd="8" destOrd="0" presId="urn:microsoft.com/office/officeart/2005/8/layout/radial4"/>
    <dgm:cxn modelId="{8849A4DB-3BE4-4A29-9B6B-C99C0605A676}" type="presParOf" srcId="{29FDF55E-73EA-4867-8907-4DE95E210FC6}" destId="{3B5CFB65-7575-40BF-9A36-22AAEC8541B8}" srcOrd="9" destOrd="0" presId="urn:microsoft.com/office/officeart/2005/8/layout/radial4"/>
    <dgm:cxn modelId="{33DC9728-D2B5-4BDC-8FC3-98B72354AD79}" type="presParOf" srcId="{29FDF55E-73EA-4867-8907-4DE95E210FC6}" destId="{DB499ABD-CE1E-4B3D-9A40-708B86B95603}" srcOrd="10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295A3FE-D306-4E01-AFAF-B1902A1F634A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CC6EC70-79ED-46B9-B836-2FC9C12A4145}">
      <dgm:prSet phldrT="[Text]" custT="1"/>
      <dgm:spPr/>
      <dgm:t>
        <a:bodyPr/>
        <a:lstStyle/>
        <a:p>
          <a:r>
            <a:rPr lang="en-GB" sz="1800" b="1" dirty="0">
              <a:latin typeface="Calibri" panose="020F0502020204030204" pitchFamily="34" charset="0"/>
              <a:cs typeface="Calibri" panose="020F0502020204030204" pitchFamily="34" charset="0"/>
            </a:rPr>
            <a:t>Product Experts</a:t>
          </a:r>
          <a:endParaRPr lang="en-IN" sz="1800" b="1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71FD174-38EC-4782-A791-5C1C97FE1675}" type="parTrans" cxnId="{E54F60AF-7DCF-44D5-BC67-5C0B77053DCD}">
      <dgm:prSet/>
      <dgm:spPr/>
      <dgm:t>
        <a:bodyPr/>
        <a:lstStyle/>
        <a:p>
          <a:endParaRPr lang="en-IN"/>
        </a:p>
      </dgm:t>
    </dgm:pt>
    <dgm:pt modelId="{686AC49C-F45B-420D-B7ED-08A16DF56651}" type="sibTrans" cxnId="{E54F60AF-7DCF-44D5-BC67-5C0B77053DCD}">
      <dgm:prSet/>
      <dgm:spPr/>
      <dgm:t>
        <a:bodyPr/>
        <a:lstStyle/>
        <a:p>
          <a:endParaRPr lang="en-IN"/>
        </a:p>
      </dgm:t>
    </dgm:pt>
    <dgm:pt modelId="{12B65BC2-939B-41C0-874E-57FE0E333581}">
      <dgm:prSet phldrT="[Text]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Team of Product Experts to be Trained about all the features of the App, Basic level knowledge to be imparted on each of the ECA Genres.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1006618-E739-43F4-9A37-E520EF52DC37}" type="parTrans" cxnId="{E5D43EB6-C4F7-40B2-8FD5-71499DE2E5F2}">
      <dgm:prSet/>
      <dgm:spPr/>
      <dgm:t>
        <a:bodyPr/>
        <a:lstStyle/>
        <a:p>
          <a:endParaRPr lang="en-IN"/>
        </a:p>
      </dgm:t>
    </dgm:pt>
    <dgm:pt modelId="{D525E393-37AA-49A9-B7FF-23980CF4F46F}" type="sibTrans" cxnId="{E5D43EB6-C4F7-40B2-8FD5-71499DE2E5F2}">
      <dgm:prSet/>
      <dgm:spPr/>
      <dgm:t>
        <a:bodyPr/>
        <a:lstStyle/>
        <a:p>
          <a:endParaRPr lang="en-IN"/>
        </a:p>
      </dgm:t>
    </dgm:pt>
    <dgm:pt modelId="{94076F5D-2147-43B1-8376-4A2BAFDB708C}">
      <dgm:prSet phldrT="[Text]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All Enrolled Students to be Distributed among Product Experts with Dashboards keeping track on activities of the students on the App.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0B7FA8C-164D-4271-913D-503FE7691A00}" type="parTrans" cxnId="{72F49E08-0AB9-4007-A1B4-FDE393AFEC2A}">
      <dgm:prSet/>
      <dgm:spPr/>
      <dgm:t>
        <a:bodyPr/>
        <a:lstStyle/>
        <a:p>
          <a:endParaRPr lang="en-IN"/>
        </a:p>
      </dgm:t>
    </dgm:pt>
    <dgm:pt modelId="{D3DA3479-5D11-43DB-8C5D-79AC4EA9CC03}" type="sibTrans" cxnId="{72F49E08-0AB9-4007-A1B4-FDE393AFEC2A}">
      <dgm:prSet/>
      <dgm:spPr/>
      <dgm:t>
        <a:bodyPr/>
        <a:lstStyle/>
        <a:p>
          <a:endParaRPr lang="en-IN"/>
        </a:p>
      </dgm:t>
    </dgm:pt>
    <dgm:pt modelId="{20801BE0-95C8-4758-81A0-73EAD010D856}">
      <dgm:prSet phldrT="[Text]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Product Experts will share personalized weekly routines made based on our content and availability of the student’s time.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7E9474D-8207-4748-BC7A-EFB2AEDEE06F}" type="parTrans" cxnId="{CCC934D6-17FB-46AC-A37B-86576C4E1092}">
      <dgm:prSet/>
      <dgm:spPr/>
      <dgm:t>
        <a:bodyPr/>
        <a:lstStyle/>
        <a:p>
          <a:endParaRPr lang="en-IN"/>
        </a:p>
      </dgm:t>
    </dgm:pt>
    <dgm:pt modelId="{155D8607-D13F-43D6-A9F8-FB47299B3FC7}" type="sibTrans" cxnId="{CCC934D6-17FB-46AC-A37B-86576C4E1092}">
      <dgm:prSet/>
      <dgm:spPr/>
      <dgm:t>
        <a:bodyPr/>
        <a:lstStyle/>
        <a:p>
          <a:endParaRPr lang="en-IN"/>
        </a:p>
      </dgm:t>
    </dgm:pt>
    <dgm:pt modelId="{6DE4852F-A291-414A-A674-377316E077F5}">
      <dgm:prSet phldrT="[Text]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Product Experts will share Auto-Generated monthly Activity &amp; Performance reports with Parents and Students.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DCEAE97-E159-4C53-90C5-C3539CBD3C08}" type="parTrans" cxnId="{35B8EB55-B323-4045-8B19-F419768963FF}">
      <dgm:prSet/>
      <dgm:spPr/>
      <dgm:t>
        <a:bodyPr/>
        <a:lstStyle/>
        <a:p>
          <a:endParaRPr lang="en-IN"/>
        </a:p>
      </dgm:t>
    </dgm:pt>
    <dgm:pt modelId="{FB6C1373-5445-4EF3-8705-3FCD64868E32}" type="sibTrans" cxnId="{35B8EB55-B323-4045-8B19-F419768963FF}">
      <dgm:prSet/>
      <dgm:spPr/>
      <dgm:t>
        <a:bodyPr/>
        <a:lstStyle/>
        <a:p>
          <a:endParaRPr lang="en-IN"/>
        </a:p>
      </dgm:t>
    </dgm:pt>
    <dgm:pt modelId="{BAD54D20-065A-4D21-88A8-4A2D4F182713}">
      <dgm:prSet phldrT="[Text]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>
              <a:latin typeface="Calibri" panose="020F0502020204030204" pitchFamily="34" charset="0"/>
              <a:cs typeface="Calibri" panose="020F0502020204030204" pitchFamily="34" charset="0"/>
            </a:rPr>
            <a:t>Product Experts will generate leads through referrals from happy Customers and provide incentives to existing customers in form of discounts/cashbacks on renewals.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9D05F4D-15A6-4849-9056-E8E24BFF262F}" type="parTrans" cxnId="{36C98DBE-E931-41A5-BF36-707D27DB299B}">
      <dgm:prSet/>
      <dgm:spPr/>
      <dgm:t>
        <a:bodyPr/>
        <a:lstStyle/>
        <a:p>
          <a:endParaRPr lang="en-IN"/>
        </a:p>
      </dgm:t>
    </dgm:pt>
    <dgm:pt modelId="{868086B3-1355-47F1-8F32-AF43DB96B9F7}" type="sibTrans" cxnId="{36C98DBE-E931-41A5-BF36-707D27DB299B}">
      <dgm:prSet/>
      <dgm:spPr/>
      <dgm:t>
        <a:bodyPr/>
        <a:lstStyle/>
        <a:p>
          <a:endParaRPr lang="en-IN"/>
        </a:p>
      </dgm:t>
    </dgm:pt>
    <dgm:pt modelId="{29FDF55E-73EA-4867-8907-4DE95E210FC6}" type="pres">
      <dgm:prSet presAssocID="{9295A3FE-D306-4E01-AFAF-B1902A1F634A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1DC7B54-FC80-4E23-979A-792CEB6E2C90}" type="pres">
      <dgm:prSet presAssocID="{0CC6EC70-79ED-46B9-B836-2FC9C12A4145}" presName="centerShape" presStyleLbl="node0" presStyleIdx="0" presStyleCnt="1"/>
      <dgm:spPr/>
    </dgm:pt>
    <dgm:pt modelId="{8B1B1E19-C3C7-45FD-BFBF-087B6501BD83}" type="pres">
      <dgm:prSet presAssocID="{11006618-E739-43F4-9A37-E520EF52DC37}" presName="parTrans" presStyleLbl="bgSibTrans2D1" presStyleIdx="0" presStyleCnt="5"/>
      <dgm:spPr/>
    </dgm:pt>
    <dgm:pt modelId="{0091E94E-3994-4360-A7B7-BF7D3EE958DB}" type="pres">
      <dgm:prSet presAssocID="{12B65BC2-939B-41C0-874E-57FE0E333581}" presName="node" presStyleLbl="node1" presStyleIdx="0" presStyleCnt="5">
        <dgm:presLayoutVars>
          <dgm:bulletEnabled val="1"/>
        </dgm:presLayoutVars>
      </dgm:prSet>
      <dgm:spPr/>
    </dgm:pt>
    <dgm:pt modelId="{1F980126-3114-46EF-9F79-8BD1D0291216}" type="pres">
      <dgm:prSet presAssocID="{B0B7FA8C-164D-4271-913D-503FE7691A00}" presName="parTrans" presStyleLbl="bgSibTrans2D1" presStyleIdx="1" presStyleCnt="5"/>
      <dgm:spPr/>
    </dgm:pt>
    <dgm:pt modelId="{432BB57E-5DC9-4AEC-B37A-2C058C611D45}" type="pres">
      <dgm:prSet presAssocID="{94076F5D-2147-43B1-8376-4A2BAFDB708C}" presName="node" presStyleLbl="node1" presStyleIdx="1" presStyleCnt="5">
        <dgm:presLayoutVars>
          <dgm:bulletEnabled val="1"/>
        </dgm:presLayoutVars>
      </dgm:prSet>
      <dgm:spPr/>
    </dgm:pt>
    <dgm:pt modelId="{1F38A42C-4260-413C-BD8F-8C2E5C978C5C}" type="pres">
      <dgm:prSet presAssocID="{37E9474D-8207-4748-BC7A-EFB2AEDEE06F}" presName="parTrans" presStyleLbl="bgSibTrans2D1" presStyleIdx="2" presStyleCnt="5"/>
      <dgm:spPr/>
    </dgm:pt>
    <dgm:pt modelId="{94F92282-9CB0-4C24-828C-E3CC642D57D7}" type="pres">
      <dgm:prSet presAssocID="{20801BE0-95C8-4758-81A0-73EAD010D856}" presName="node" presStyleLbl="node1" presStyleIdx="2" presStyleCnt="5">
        <dgm:presLayoutVars>
          <dgm:bulletEnabled val="1"/>
        </dgm:presLayoutVars>
      </dgm:prSet>
      <dgm:spPr/>
    </dgm:pt>
    <dgm:pt modelId="{15912450-E22D-4994-A843-FE7A046A3A4C}" type="pres">
      <dgm:prSet presAssocID="{2DCEAE97-E159-4C53-90C5-C3539CBD3C08}" presName="parTrans" presStyleLbl="bgSibTrans2D1" presStyleIdx="3" presStyleCnt="5"/>
      <dgm:spPr/>
    </dgm:pt>
    <dgm:pt modelId="{8D747486-C2F6-4CF0-B882-302C8C0D79DF}" type="pres">
      <dgm:prSet presAssocID="{6DE4852F-A291-414A-A674-377316E077F5}" presName="node" presStyleLbl="node1" presStyleIdx="3" presStyleCnt="5">
        <dgm:presLayoutVars>
          <dgm:bulletEnabled val="1"/>
        </dgm:presLayoutVars>
      </dgm:prSet>
      <dgm:spPr/>
    </dgm:pt>
    <dgm:pt modelId="{8BB02C50-6A39-4709-856A-2B2629336B96}" type="pres">
      <dgm:prSet presAssocID="{39D05F4D-15A6-4849-9056-E8E24BFF262F}" presName="parTrans" presStyleLbl="bgSibTrans2D1" presStyleIdx="4" presStyleCnt="5"/>
      <dgm:spPr/>
    </dgm:pt>
    <dgm:pt modelId="{2FFB55FF-840F-407D-BA52-1F0ED2C31BF4}" type="pres">
      <dgm:prSet presAssocID="{BAD54D20-065A-4D21-88A8-4A2D4F182713}" presName="node" presStyleLbl="node1" presStyleIdx="4" presStyleCnt="5">
        <dgm:presLayoutVars>
          <dgm:bulletEnabled val="1"/>
        </dgm:presLayoutVars>
      </dgm:prSet>
      <dgm:spPr/>
    </dgm:pt>
  </dgm:ptLst>
  <dgm:cxnLst>
    <dgm:cxn modelId="{72F49E08-0AB9-4007-A1B4-FDE393AFEC2A}" srcId="{0CC6EC70-79ED-46B9-B836-2FC9C12A4145}" destId="{94076F5D-2147-43B1-8376-4A2BAFDB708C}" srcOrd="1" destOrd="0" parTransId="{B0B7FA8C-164D-4271-913D-503FE7691A00}" sibTransId="{D3DA3479-5D11-43DB-8C5D-79AC4EA9CC03}"/>
    <dgm:cxn modelId="{9F50B711-2CAA-4B78-9DDF-5B9E6DCB7F25}" type="presOf" srcId="{2DCEAE97-E159-4C53-90C5-C3539CBD3C08}" destId="{15912450-E22D-4994-A843-FE7A046A3A4C}" srcOrd="0" destOrd="0" presId="urn:microsoft.com/office/officeart/2005/8/layout/radial4"/>
    <dgm:cxn modelId="{8BC3791F-4B0A-4285-898C-C8F54A56A409}" type="presOf" srcId="{20801BE0-95C8-4758-81A0-73EAD010D856}" destId="{94F92282-9CB0-4C24-828C-E3CC642D57D7}" srcOrd="0" destOrd="0" presId="urn:microsoft.com/office/officeart/2005/8/layout/radial4"/>
    <dgm:cxn modelId="{0CBC0433-481A-42D6-BCA7-E3CB27F9B196}" type="presOf" srcId="{6DE4852F-A291-414A-A674-377316E077F5}" destId="{8D747486-C2F6-4CF0-B882-302C8C0D79DF}" srcOrd="0" destOrd="0" presId="urn:microsoft.com/office/officeart/2005/8/layout/radial4"/>
    <dgm:cxn modelId="{F21AC160-BE38-4353-B231-C851F5119587}" type="presOf" srcId="{37E9474D-8207-4748-BC7A-EFB2AEDEE06F}" destId="{1F38A42C-4260-413C-BD8F-8C2E5C978C5C}" srcOrd="0" destOrd="0" presId="urn:microsoft.com/office/officeart/2005/8/layout/radial4"/>
    <dgm:cxn modelId="{8919484F-CA01-4484-9A8F-ECED658E6519}" type="presOf" srcId="{11006618-E739-43F4-9A37-E520EF52DC37}" destId="{8B1B1E19-C3C7-45FD-BFBF-087B6501BD83}" srcOrd="0" destOrd="0" presId="urn:microsoft.com/office/officeart/2005/8/layout/radial4"/>
    <dgm:cxn modelId="{94928F6F-F8F1-4388-903B-5B031F1AB9DC}" type="presOf" srcId="{94076F5D-2147-43B1-8376-4A2BAFDB708C}" destId="{432BB57E-5DC9-4AEC-B37A-2C058C611D45}" srcOrd="0" destOrd="0" presId="urn:microsoft.com/office/officeart/2005/8/layout/radial4"/>
    <dgm:cxn modelId="{9550F573-8651-430A-8FEA-8EBA4972BFA2}" type="presOf" srcId="{9295A3FE-D306-4E01-AFAF-B1902A1F634A}" destId="{29FDF55E-73EA-4867-8907-4DE95E210FC6}" srcOrd="0" destOrd="0" presId="urn:microsoft.com/office/officeart/2005/8/layout/radial4"/>
    <dgm:cxn modelId="{35B8EB55-B323-4045-8B19-F419768963FF}" srcId="{0CC6EC70-79ED-46B9-B836-2FC9C12A4145}" destId="{6DE4852F-A291-414A-A674-377316E077F5}" srcOrd="3" destOrd="0" parTransId="{2DCEAE97-E159-4C53-90C5-C3539CBD3C08}" sibTransId="{FB6C1373-5445-4EF3-8705-3FCD64868E32}"/>
    <dgm:cxn modelId="{8B69E557-7C2A-4FF3-8FB7-63A057A5E490}" type="presOf" srcId="{39D05F4D-15A6-4849-9056-E8E24BFF262F}" destId="{8BB02C50-6A39-4709-856A-2B2629336B96}" srcOrd="0" destOrd="0" presId="urn:microsoft.com/office/officeart/2005/8/layout/radial4"/>
    <dgm:cxn modelId="{C9A80C81-91B2-47F0-BDE7-1D020BCE4DC9}" type="presOf" srcId="{B0B7FA8C-164D-4271-913D-503FE7691A00}" destId="{1F980126-3114-46EF-9F79-8BD1D0291216}" srcOrd="0" destOrd="0" presId="urn:microsoft.com/office/officeart/2005/8/layout/radial4"/>
    <dgm:cxn modelId="{E54F60AF-7DCF-44D5-BC67-5C0B77053DCD}" srcId="{9295A3FE-D306-4E01-AFAF-B1902A1F634A}" destId="{0CC6EC70-79ED-46B9-B836-2FC9C12A4145}" srcOrd="0" destOrd="0" parTransId="{971FD174-38EC-4782-A791-5C1C97FE1675}" sibTransId="{686AC49C-F45B-420D-B7ED-08A16DF56651}"/>
    <dgm:cxn modelId="{762C5DB1-C21F-45E7-AB62-98E901C41BE8}" type="presOf" srcId="{12B65BC2-939B-41C0-874E-57FE0E333581}" destId="{0091E94E-3994-4360-A7B7-BF7D3EE958DB}" srcOrd="0" destOrd="0" presId="urn:microsoft.com/office/officeart/2005/8/layout/radial4"/>
    <dgm:cxn modelId="{E5D43EB6-C4F7-40B2-8FD5-71499DE2E5F2}" srcId="{0CC6EC70-79ED-46B9-B836-2FC9C12A4145}" destId="{12B65BC2-939B-41C0-874E-57FE0E333581}" srcOrd="0" destOrd="0" parTransId="{11006618-E739-43F4-9A37-E520EF52DC37}" sibTransId="{D525E393-37AA-49A9-B7FF-23980CF4F46F}"/>
    <dgm:cxn modelId="{36C98DBE-E931-41A5-BF36-707D27DB299B}" srcId="{0CC6EC70-79ED-46B9-B836-2FC9C12A4145}" destId="{BAD54D20-065A-4D21-88A8-4A2D4F182713}" srcOrd="4" destOrd="0" parTransId="{39D05F4D-15A6-4849-9056-E8E24BFF262F}" sibTransId="{868086B3-1355-47F1-8F32-AF43DB96B9F7}"/>
    <dgm:cxn modelId="{CCC934D6-17FB-46AC-A37B-86576C4E1092}" srcId="{0CC6EC70-79ED-46B9-B836-2FC9C12A4145}" destId="{20801BE0-95C8-4758-81A0-73EAD010D856}" srcOrd="2" destOrd="0" parTransId="{37E9474D-8207-4748-BC7A-EFB2AEDEE06F}" sibTransId="{155D8607-D13F-43D6-A9F8-FB47299B3FC7}"/>
    <dgm:cxn modelId="{BB18F0D8-CE8D-4771-B906-018AA016FEC3}" type="presOf" srcId="{BAD54D20-065A-4D21-88A8-4A2D4F182713}" destId="{2FFB55FF-840F-407D-BA52-1F0ED2C31BF4}" srcOrd="0" destOrd="0" presId="urn:microsoft.com/office/officeart/2005/8/layout/radial4"/>
    <dgm:cxn modelId="{E87729EB-5184-418B-86BD-BE36B1D2F770}" type="presOf" srcId="{0CC6EC70-79ED-46B9-B836-2FC9C12A4145}" destId="{91DC7B54-FC80-4E23-979A-792CEB6E2C90}" srcOrd="0" destOrd="0" presId="urn:microsoft.com/office/officeart/2005/8/layout/radial4"/>
    <dgm:cxn modelId="{1A9D737B-6866-48D3-A57F-2B3E4814C164}" type="presParOf" srcId="{29FDF55E-73EA-4867-8907-4DE95E210FC6}" destId="{91DC7B54-FC80-4E23-979A-792CEB6E2C90}" srcOrd="0" destOrd="0" presId="urn:microsoft.com/office/officeart/2005/8/layout/radial4"/>
    <dgm:cxn modelId="{81DC0075-D5CF-46D3-8CA2-2363170E8966}" type="presParOf" srcId="{29FDF55E-73EA-4867-8907-4DE95E210FC6}" destId="{8B1B1E19-C3C7-45FD-BFBF-087B6501BD83}" srcOrd="1" destOrd="0" presId="urn:microsoft.com/office/officeart/2005/8/layout/radial4"/>
    <dgm:cxn modelId="{A4D06BF4-32E1-45F8-A061-60AA4369280B}" type="presParOf" srcId="{29FDF55E-73EA-4867-8907-4DE95E210FC6}" destId="{0091E94E-3994-4360-A7B7-BF7D3EE958DB}" srcOrd="2" destOrd="0" presId="urn:microsoft.com/office/officeart/2005/8/layout/radial4"/>
    <dgm:cxn modelId="{2202DC6A-3A0E-4BE4-BB17-B7153751DD13}" type="presParOf" srcId="{29FDF55E-73EA-4867-8907-4DE95E210FC6}" destId="{1F980126-3114-46EF-9F79-8BD1D0291216}" srcOrd="3" destOrd="0" presId="urn:microsoft.com/office/officeart/2005/8/layout/radial4"/>
    <dgm:cxn modelId="{4229A2C3-A2BC-401F-803D-AFE7192501AE}" type="presParOf" srcId="{29FDF55E-73EA-4867-8907-4DE95E210FC6}" destId="{432BB57E-5DC9-4AEC-B37A-2C058C611D45}" srcOrd="4" destOrd="0" presId="urn:microsoft.com/office/officeart/2005/8/layout/radial4"/>
    <dgm:cxn modelId="{144E0564-A130-4853-BEC9-07AF87E318B5}" type="presParOf" srcId="{29FDF55E-73EA-4867-8907-4DE95E210FC6}" destId="{1F38A42C-4260-413C-BD8F-8C2E5C978C5C}" srcOrd="5" destOrd="0" presId="urn:microsoft.com/office/officeart/2005/8/layout/radial4"/>
    <dgm:cxn modelId="{BF4DCE85-1B9A-401B-AEE1-34D7DE2E6858}" type="presParOf" srcId="{29FDF55E-73EA-4867-8907-4DE95E210FC6}" destId="{94F92282-9CB0-4C24-828C-E3CC642D57D7}" srcOrd="6" destOrd="0" presId="urn:microsoft.com/office/officeart/2005/8/layout/radial4"/>
    <dgm:cxn modelId="{9349BD4F-79B1-46FB-8D0F-2D67CCC4E86C}" type="presParOf" srcId="{29FDF55E-73EA-4867-8907-4DE95E210FC6}" destId="{15912450-E22D-4994-A843-FE7A046A3A4C}" srcOrd="7" destOrd="0" presId="urn:microsoft.com/office/officeart/2005/8/layout/radial4"/>
    <dgm:cxn modelId="{BD541CAF-84DA-44A2-B737-F2CD0F7C0684}" type="presParOf" srcId="{29FDF55E-73EA-4867-8907-4DE95E210FC6}" destId="{8D747486-C2F6-4CF0-B882-302C8C0D79DF}" srcOrd="8" destOrd="0" presId="urn:microsoft.com/office/officeart/2005/8/layout/radial4"/>
    <dgm:cxn modelId="{D32917F6-C5CE-4ED0-8C95-F78E0CA1A55F}" type="presParOf" srcId="{29FDF55E-73EA-4867-8907-4DE95E210FC6}" destId="{8BB02C50-6A39-4709-856A-2B2629336B96}" srcOrd="9" destOrd="0" presId="urn:microsoft.com/office/officeart/2005/8/layout/radial4"/>
    <dgm:cxn modelId="{E83DB5B4-B4E9-4374-9791-854ACE4B98A9}" type="presParOf" srcId="{29FDF55E-73EA-4867-8907-4DE95E210FC6}" destId="{2FFB55FF-840F-407D-BA52-1F0ED2C31BF4}" srcOrd="10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0148113-2BEC-43B7-91FB-1F42DD4AA772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D7BC9E4-96DE-4EF4-AE95-E4D176EA7A9A}">
      <dgm:prSet phldrT="[Text]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Organize Seminars/Webinars to create awareness, need generation, data acquisition.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ED52C17-1FDE-4850-B8F8-B835723D8328}" type="parTrans" cxnId="{A8B233A2-1EC1-4E2D-94F2-E8B752FF47A9}">
      <dgm:prSet/>
      <dgm:spPr/>
      <dgm:t>
        <a:bodyPr/>
        <a:lstStyle/>
        <a:p>
          <a:endParaRPr lang="en-IN"/>
        </a:p>
      </dgm:t>
    </dgm:pt>
    <dgm:pt modelId="{3B6B766B-D02A-4718-B61D-E0BC31EAAD4A}" type="sibTrans" cxnId="{A8B233A2-1EC1-4E2D-94F2-E8B752FF47A9}">
      <dgm:prSet/>
      <dgm:spPr/>
      <dgm:t>
        <a:bodyPr/>
        <a:lstStyle/>
        <a:p>
          <a:endParaRPr lang="en-IN"/>
        </a:p>
      </dgm:t>
    </dgm:pt>
    <dgm:pt modelId="{E76FA85D-417A-4AFE-92BB-F678DF282B9A}">
      <dgm:prSet phldrT="[Text]" custT="1"/>
      <dgm:spPr/>
      <dgm:t>
        <a:bodyPr/>
        <a:lstStyle/>
        <a:p>
          <a:r>
            <a:rPr lang="en-GB" sz="1800" b="1" dirty="0">
              <a:latin typeface="Calibri" panose="020F0502020204030204" pitchFamily="34" charset="0"/>
              <a:cs typeface="Calibri" panose="020F0502020204030204" pitchFamily="34" charset="0"/>
            </a:rPr>
            <a:t>Community Team</a:t>
          </a:r>
          <a:endParaRPr lang="en-IN" sz="1800" b="1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85A01C7-0D59-435F-9730-523B7D87AB02}" type="sibTrans" cxnId="{503B2071-097D-4490-8DF2-61BE01F5CEA4}">
      <dgm:prSet/>
      <dgm:spPr/>
      <dgm:t>
        <a:bodyPr/>
        <a:lstStyle/>
        <a:p>
          <a:endParaRPr lang="en-IN"/>
        </a:p>
      </dgm:t>
    </dgm:pt>
    <dgm:pt modelId="{EBF06B02-21AA-45F4-9FCF-64DEB992B6E0}" type="parTrans" cxnId="{503B2071-097D-4490-8DF2-61BE01F5CEA4}">
      <dgm:prSet/>
      <dgm:spPr/>
      <dgm:t>
        <a:bodyPr/>
        <a:lstStyle/>
        <a:p>
          <a:endParaRPr lang="en-IN"/>
        </a:p>
      </dgm:t>
    </dgm:pt>
    <dgm:pt modelId="{BCD2E4A1-CDD3-4CC0-A2AF-13C9DB8B2121}">
      <dgm:prSet phldrT="[Text]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Regular Managing of the Community building Platform which would include posting  engaging content and Display of creative works by existing students to encourage others.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78FDBDB-7601-4BFB-86BB-1E6D800A31B1}" type="sibTrans" cxnId="{95D8BF41-55B8-48ED-B610-563BC9B73DB0}">
      <dgm:prSet/>
      <dgm:spPr/>
      <dgm:t>
        <a:bodyPr/>
        <a:lstStyle/>
        <a:p>
          <a:endParaRPr lang="en-IN"/>
        </a:p>
      </dgm:t>
    </dgm:pt>
    <dgm:pt modelId="{0A7F88D2-683B-42D0-BFC1-73E1BA24D8FC}" type="parTrans" cxnId="{95D8BF41-55B8-48ED-B610-563BC9B73DB0}">
      <dgm:prSet/>
      <dgm:spPr/>
      <dgm:t>
        <a:bodyPr/>
        <a:lstStyle/>
        <a:p>
          <a:endParaRPr lang="en-IN"/>
        </a:p>
      </dgm:t>
    </dgm:pt>
    <dgm:pt modelId="{6F1DB084-67E1-4548-883C-C4F522F8B967}">
      <dgm:prSet phldrT="[Text]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Address any kind of doubts and queries on the platform.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DE4F488-6D02-42E5-ACB2-3F499363D52D}" type="sibTrans" cxnId="{43CFA958-070D-488C-A287-0B2BA70D203A}">
      <dgm:prSet/>
      <dgm:spPr/>
      <dgm:t>
        <a:bodyPr/>
        <a:lstStyle/>
        <a:p>
          <a:endParaRPr lang="en-IN"/>
        </a:p>
      </dgm:t>
    </dgm:pt>
    <dgm:pt modelId="{A489838E-3986-4D16-BC2A-AB799281B591}" type="parTrans" cxnId="{43CFA958-070D-488C-A287-0B2BA70D203A}">
      <dgm:prSet/>
      <dgm:spPr/>
      <dgm:t>
        <a:bodyPr/>
        <a:lstStyle/>
        <a:p>
          <a:endParaRPr lang="en-IN"/>
        </a:p>
      </dgm:t>
    </dgm:pt>
    <dgm:pt modelId="{CF4C3485-B7E2-48C5-8120-1CE6D74BCF7B}">
      <dgm:prSet phldrT="[Text]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Conduct Surveys and Reviews to gain insights on the relevance of Content.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E385DAB-A49F-417A-B359-51B79877D063}" type="parTrans" cxnId="{D767A2B2-89FB-43C6-88BD-7FDFE61A0FDE}">
      <dgm:prSet/>
      <dgm:spPr/>
      <dgm:t>
        <a:bodyPr/>
        <a:lstStyle/>
        <a:p>
          <a:endParaRPr lang="en-IN"/>
        </a:p>
      </dgm:t>
    </dgm:pt>
    <dgm:pt modelId="{D3418496-7CCF-4E38-86AE-70A652A058A7}" type="sibTrans" cxnId="{D767A2B2-89FB-43C6-88BD-7FDFE61A0FDE}">
      <dgm:prSet/>
      <dgm:spPr/>
      <dgm:t>
        <a:bodyPr/>
        <a:lstStyle/>
        <a:p>
          <a:endParaRPr lang="en-IN"/>
        </a:p>
      </dgm:t>
    </dgm:pt>
    <dgm:pt modelId="{95CCDDBC-F15A-40E3-81DB-ED881206709D}">
      <dgm:prSet phldrT="[Text]"/>
      <dgm:spPr/>
      <dgm:t>
        <a:bodyPr/>
        <a:lstStyle/>
        <a:p>
          <a:pPr>
            <a:buFont typeface="Wingdings" panose="05000000000000000000" pitchFamily="2" charset="2"/>
            <a:buChar char="q"/>
          </a:pPr>
          <a:r>
            <a:rPr lang="en-US">
              <a:latin typeface="Calibri" panose="020F0502020204030204" pitchFamily="34" charset="0"/>
              <a:cs typeface="Calibri" panose="020F0502020204030204" pitchFamily="34" charset="0"/>
            </a:rPr>
            <a:t>Arrange Excursions needed for ECAs (Part of the Ramp-Up Plan)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0B631A1-AF76-4D1B-BADB-640F406C9519}" type="parTrans" cxnId="{9A2F78E2-E3CC-4A65-9647-C53A001C8D83}">
      <dgm:prSet/>
      <dgm:spPr/>
      <dgm:t>
        <a:bodyPr/>
        <a:lstStyle/>
        <a:p>
          <a:endParaRPr lang="en-IN"/>
        </a:p>
      </dgm:t>
    </dgm:pt>
    <dgm:pt modelId="{D8340E79-909F-4C06-A224-EAC7C6BA12EA}" type="sibTrans" cxnId="{9A2F78E2-E3CC-4A65-9647-C53A001C8D83}">
      <dgm:prSet/>
      <dgm:spPr/>
      <dgm:t>
        <a:bodyPr/>
        <a:lstStyle/>
        <a:p>
          <a:endParaRPr lang="en-IN"/>
        </a:p>
      </dgm:t>
    </dgm:pt>
    <dgm:pt modelId="{E6927C1B-2E77-4D2A-87CB-D742D36D63B5}" type="pres">
      <dgm:prSet presAssocID="{A0148113-2BEC-43B7-91FB-1F42DD4AA772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FDCCD6BA-8165-47C2-BDCA-F287320A77E2}" type="pres">
      <dgm:prSet presAssocID="{E76FA85D-417A-4AFE-92BB-F678DF282B9A}" presName="centerShape" presStyleLbl="node0" presStyleIdx="0" presStyleCnt="1" custLinFactNeighborY="-1567"/>
      <dgm:spPr/>
    </dgm:pt>
    <dgm:pt modelId="{730B504E-FE73-48E4-AA96-525A3820399F}" type="pres">
      <dgm:prSet presAssocID="{0A7F88D2-683B-42D0-BFC1-73E1BA24D8FC}" presName="parTrans" presStyleLbl="bgSibTrans2D1" presStyleIdx="0" presStyleCnt="5"/>
      <dgm:spPr/>
    </dgm:pt>
    <dgm:pt modelId="{1EEE1221-E65F-4AA9-8624-B20BC0F986BE}" type="pres">
      <dgm:prSet presAssocID="{BCD2E4A1-CDD3-4CC0-A2AF-13C9DB8B2121}" presName="node" presStyleLbl="node1" presStyleIdx="0" presStyleCnt="5" custRadScaleRad="100049" custRadScaleInc="4985">
        <dgm:presLayoutVars>
          <dgm:bulletEnabled val="1"/>
        </dgm:presLayoutVars>
      </dgm:prSet>
      <dgm:spPr/>
    </dgm:pt>
    <dgm:pt modelId="{6E499E6A-4733-4C72-9901-BA44F224D729}" type="pres">
      <dgm:prSet presAssocID="{A489838E-3986-4D16-BC2A-AB799281B591}" presName="parTrans" presStyleLbl="bgSibTrans2D1" presStyleIdx="1" presStyleCnt="5"/>
      <dgm:spPr/>
    </dgm:pt>
    <dgm:pt modelId="{4F742CF9-2C0F-4198-B373-A06A8BD609AC}" type="pres">
      <dgm:prSet presAssocID="{6F1DB084-67E1-4548-883C-C4F522F8B967}" presName="node" presStyleLbl="node1" presStyleIdx="1" presStyleCnt="5" custRadScaleRad="102239" custRadScaleInc="3449">
        <dgm:presLayoutVars>
          <dgm:bulletEnabled val="1"/>
        </dgm:presLayoutVars>
      </dgm:prSet>
      <dgm:spPr/>
    </dgm:pt>
    <dgm:pt modelId="{408DA274-0907-436B-98D9-F88C1D9ECBC6}" type="pres">
      <dgm:prSet presAssocID="{2ED52C17-1FDE-4850-B8F8-B835723D8328}" presName="parTrans" presStyleLbl="bgSibTrans2D1" presStyleIdx="2" presStyleCnt="5"/>
      <dgm:spPr/>
    </dgm:pt>
    <dgm:pt modelId="{2767140F-4FB5-4E3C-ACDE-98BBEEC80327}" type="pres">
      <dgm:prSet presAssocID="{1D7BC9E4-96DE-4EF4-AE95-E4D176EA7A9A}" presName="node" presStyleLbl="node1" presStyleIdx="2" presStyleCnt="5" custRadScaleRad="103133">
        <dgm:presLayoutVars>
          <dgm:bulletEnabled val="1"/>
        </dgm:presLayoutVars>
      </dgm:prSet>
      <dgm:spPr/>
    </dgm:pt>
    <dgm:pt modelId="{84D27CEE-1493-4DB0-AE64-F9188BCB3A75}" type="pres">
      <dgm:prSet presAssocID="{1E385DAB-A49F-417A-B359-51B79877D063}" presName="parTrans" presStyleLbl="bgSibTrans2D1" presStyleIdx="3" presStyleCnt="5"/>
      <dgm:spPr/>
    </dgm:pt>
    <dgm:pt modelId="{6FB3BD7E-AD0F-47C2-A9AC-658915C6C776}" type="pres">
      <dgm:prSet presAssocID="{CF4C3485-B7E2-48C5-8120-1CE6D74BCF7B}" presName="node" presStyleLbl="node1" presStyleIdx="3" presStyleCnt="5" custRadScaleRad="102239" custRadScaleInc="-3449">
        <dgm:presLayoutVars>
          <dgm:bulletEnabled val="1"/>
        </dgm:presLayoutVars>
      </dgm:prSet>
      <dgm:spPr/>
    </dgm:pt>
    <dgm:pt modelId="{0289D8ED-684C-46B8-8B47-F3C994F185F8}" type="pres">
      <dgm:prSet presAssocID="{20B631A1-AF76-4D1B-BADB-640F406C9519}" presName="parTrans" presStyleLbl="bgSibTrans2D1" presStyleIdx="4" presStyleCnt="5"/>
      <dgm:spPr/>
    </dgm:pt>
    <dgm:pt modelId="{B90E3D10-EE6C-4D86-91AB-806F0C00B902}" type="pres">
      <dgm:prSet presAssocID="{95CCDDBC-F15A-40E3-81DB-ED881206709D}" presName="node" presStyleLbl="node1" presStyleIdx="4" presStyleCnt="5" custRadScaleRad="100049" custRadScaleInc="-4985">
        <dgm:presLayoutVars>
          <dgm:bulletEnabled val="1"/>
        </dgm:presLayoutVars>
      </dgm:prSet>
      <dgm:spPr/>
    </dgm:pt>
  </dgm:ptLst>
  <dgm:cxnLst>
    <dgm:cxn modelId="{FABFBC08-6AD5-49E7-A406-C427FCFB09C8}" type="presOf" srcId="{20B631A1-AF76-4D1B-BADB-640F406C9519}" destId="{0289D8ED-684C-46B8-8B47-F3C994F185F8}" srcOrd="0" destOrd="0" presId="urn:microsoft.com/office/officeart/2005/8/layout/radial4"/>
    <dgm:cxn modelId="{891E133F-7415-41AA-B747-641C023BE43C}" type="presOf" srcId="{6F1DB084-67E1-4548-883C-C4F522F8B967}" destId="{4F742CF9-2C0F-4198-B373-A06A8BD609AC}" srcOrd="0" destOrd="0" presId="urn:microsoft.com/office/officeart/2005/8/layout/radial4"/>
    <dgm:cxn modelId="{95D8BF41-55B8-48ED-B610-563BC9B73DB0}" srcId="{E76FA85D-417A-4AFE-92BB-F678DF282B9A}" destId="{BCD2E4A1-CDD3-4CC0-A2AF-13C9DB8B2121}" srcOrd="0" destOrd="0" parTransId="{0A7F88D2-683B-42D0-BFC1-73E1BA24D8FC}" sibTransId="{A78FDBDB-7601-4BFB-86BB-1E6D800A31B1}"/>
    <dgm:cxn modelId="{D19FF968-8865-4E35-B237-9D247DA5D66A}" type="presOf" srcId="{CF4C3485-B7E2-48C5-8120-1CE6D74BCF7B}" destId="{6FB3BD7E-AD0F-47C2-A9AC-658915C6C776}" srcOrd="0" destOrd="0" presId="urn:microsoft.com/office/officeart/2005/8/layout/radial4"/>
    <dgm:cxn modelId="{958FB96B-B3B4-46D7-B7DA-481E0FE0CC37}" type="presOf" srcId="{BCD2E4A1-CDD3-4CC0-A2AF-13C9DB8B2121}" destId="{1EEE1221-E65F-4AA9-8624-B20BC0F986BE}" srcOrd="0" destOrd="0" presId="urn:microsoft.com/office/officeart/2005/8/layout/radial4"/>
    <dgm:cxn modelId="{0AFF5A50-BD80-4966-8903-362DA1ED8D72}" type="presOf" srcId="{A0148113-2BEC-43B7-91FB-1F42DD4AA772}" destId="{E6927C1B-2E77-4D2A-87CB-D742D36D63B5}" srcOrd="0" destOrd="0" presId="urn:microsoft.com/office/officeart/2005/8/layout/radial4"/>
    <dgm:cxn modelId="{503B2071-097D-4490-8DF2-61BE01F5CEA4}" srcId="{A0148113-2BEC-43B7-91FB-1F42DD4AA772}" destId="{E76FA85D-417A-4AFE-92BB-F678DF282B9A}" srcOrd="0" destOrd="0" parTransId="{EBF06B02-21AA-45F4-9FCF-64DEB992B6E0}" sibTransId="{685A01C7-0D59-435F-9730-523B7D87AB02}"/>
    <dgm:cxn modelId="{78F84851-3694-47E1-B223-29F4490E9256}" type="presOf" srcId="{95CCDDBC-F15A-40E3-81DB-ED881206709D}" destId="{B90E3D10-EE6C-4D86-91AB-806F0C00B902}" srcOrd="0" destOrd="0" presId="urn:microsoft.com/office/officeart/2005/8/layout/radial4"/>
    <dgm:cxn modelId="{43CFA958-070D-488C-A287-0B2BA70D203A}" srcId="{E76FA85D-417A-4AFE-92BB-F678DF282B9A}" destId="{6F1DB084-67E1-4548-883C-C4F522F8B967}" srcOrd="1" destOrd="0" parTransId="{A489838E-3986-4D16-BC2A-AB799281B591}" sibTransId="{8DE4F488-6D02-42E5-ACB2-3F499363D52D}"/>
    <dgm:cxn modelId="{E07E1579-486B-45FB-AAA6-BB4DC1F0F5F6}" type="presOf" srcId="{2ED52C17-1FDE-4850-B8F8-B835723D8328}" destId="{408DA274-0907-436B-98D9-F88C1D9ECBC6}" srcOrd="0" destOrd="0" presId="urn:microsoft.com/office/officeart/2005/8/layout/radial4"/>
    <dgm:cxn modelId="{A8B233A2-1EC1-4E2D-94F2-E8B752FF47A9}" srcId="{E76FA85D-417A-4AFE-92BB-F678DF282B9A}" destId="{1D7BC9E4-96DE-4EF4-AE95-E4D176EA7A9A}" srcOrd="2" destOrd="0" parTransId="{2ED52C17-1FDE-4850-B8F8-B835723D8328}" sibTransId="{3B6B766B-D02A-4718-B61D-E0BC31EAAD4A}"/>
    <dgm:cxn modelId="{8B8019AC-61C1-4627-8A61-51D4BF9357E2}" type="presOf" srcId="{1D7BC9E4-96DE-4EF4-AE95-E4D176EA7A9A}" destId="{2767140F-4FB5-4E3C-ACDE-98BBEEC80327}" srcOrd="0" destOrd="0" presId="urn:microsoft.com/office/officeart/2005/8/layout/radial4"/>
    <dgm:cxn modelId="{D767A2B2-89FB-43C6-88BD-7FDFE61A0FDE}" srcId="{E76FA85D-417A-4AFE-92BB-F678DF282B9A}" destId="{CF4C3485-B7E2-48C5-8120-1CE6D74BCF7B}" srcOrd="3" destOrd="0" parTransId="{1E385DAB-A49F-417A-B359-51B79877D063}" sibTransId="{D3418496-7CCF-4E38-86AE-70A652A058A7}"/>
    <dgm:cxn modelId="{7F625CC8-02C8-4831-84B8-38F4FFE385D8}" type="presOf" srcId="{1E385DAB-A49F-417A-B359-51B79877D063}" destId="{84D27CEE-1493-4DB0-AE64-F9188BCB3A75}" srcOrd="0" destOrd="0" presId="urn:microsoft.com/office/officeart/2005/8/layout/radial4"/>
    <dgm:cxn modelId="{C093A8D3-B180-4F9F-9994-BF7530686E94}" type="presOf" srcId="{A489838E-3986-4D16-BC2A-AB799281B591}" destId="{6E499E6A-4733-4C72-9901-BA44F224D729}" srcOrd="0" destOrd="0" presId="urn:microsoft.com/office/officeart/2005/8/layout/radial4"/>
    <dgm:cxn modelId="{9A2F78E2-E3CC-4A65-9647-C53A001C8D83}" srcId="{E76FA85D-417A-4AFE-92BB-F678DF282B9A}" destId="{95CCDDBC-F15A-40E3-81DB-ED881206709D}" srcOrd="4" destOrd="0" parTransId="{20B631A1-AF76-4D1B-BADB-640F406C9519}" sibTransId="{D8340E79-909F-4C06-A224-EAC7C6BA12EA}"/>
    <dgm:cxn modelId="{35C152E3-98AE-4215-9508-D90B2F6C68F9}" type="presOf" srcId="{0A7F88D2-683B-42D0-BFC1-73E1BA24D8FC}" destId="{730B504E-FE73-48E4-AA96-525A3820399F}" srcOrd="0" destOrd="0" presId="urn:microsoft.com/office/officeart/2005/8/layout/radial4"/>
    <dgm:cxn modelId="{9CDAB9F2-67D0-44C2-A2E3-8D94D5E95A28}" type="presOf" srcId="{E76FA85D-417A-4AFE-92BB-F678DF282B9A}" destId="{FDCCD6BA-8165-47C2-BDCA-F287320A77E2}" srcOrd="0" destOrd="0" presId="urn:microsoft.com/office/officeart/2005/8/layout/radial4"/>
    <dgm:cxn modelId="{D97FFA3C-BEF9-4775-9751-8C946E0B3755}" type="presParOf" srcId="{E6927C1B-2E77-4D2A-87CB-D742D36D63B5}" destId="{FDCCD6BA-8165-47C2-BDCA-F287320A77E2}" srcOrd="0" destOrd="0" presId="urn:microsoft.com/office/officeart/2005/8/layout/radial4"/>
    <dgm:cxn modelId="{41D4FD7F-D2FE-47FF-B01B-92B6B9602509}" type="presParOf" srcId="{E6927C1B-2E77-4D2A-87CB-D742D36D63B5}" destId="{730B504E-FE73-48E4-AA96-525A3820399F}" srcOrd="1" destOrd="0" presId="urn:microsoft.com/office/officeart/2005/8/layout/radial4"/>
    <dgm:cxn modelId="{1852228D-5C56-4B0C-9A74-1429A525BB3B}" type="presParOf" srcId="{E6927C1B-2E77-4D2A-87CB-D742D36D63B5}" destId="{1EEE1221-E65F-4AA9-8624-B20BC0F986BE}" srcOrd="2" destOrd="0" presId="urn:microsoft.com/office/officeart/2005/8/layout/radial4"/>
    <dgm:cxn modelId="{1586B94B-E805-40CE-81CB-1D2D99C762B3}" type="presParOf" srcId="{E6927C1B-2E77-4D2A-87CB-D742D36D63B5}" destId="{6E499E6A-4733-4C72-9901-BA44F224D729}" srcOrd="3" destOrd="0" presId="urn:microsoft.com/office/officeart/2005/8/layout/radial4"/>
    <dgm:cxn modelId="{4D6564D6-9C9D-4C38-8A34-C4F8262B81B4}" type="presParOf" srcId="{E6927C1B-2E77-4D2A-87CB-D742D36D63B5}" destId="{4F742CF9-2C0F-4198-B373-A06A8BD609AC}" srcOrd="4" destOrd="0" presId="urn:microsoft.com/office/officeart/2005/8/layout/radial4"/>
    <dgm:cxn modelId="{C2F9DE14-5C59-4EE9-BEC0-A3BCEA1D4144}" type="presParOf" srcId="{E6927C1B-2E77-4D2A-87CB-D742D36D63B5}" destId="{408DA274-0907-436B-98D9-F88C1D9ECBC6}" srcOrd="5" destOrd="0" presId="urn:microsoft.com/office/officeart/2005/8/layout/radial4"/>
    <dgm:cxn modelId="{465456B8-856D-4CCF-9AFA-E4E1312DD6C6}" type="presParOf" srcId="{E6927C1B-2E77-4D2A-87CB-D742D36D63B5}" destId="{2767140F-4FB5-4E3C-ACDE-98BBEEC80327}" srcOrd="6" destOrd="0" presId="urn:microsoft.com/office/officeart/2005/8/layout/radial4"/>
    <dgm:cxn modelId="{74E2CFE7-FD54-4622-AD62-FAC9C1240746}" type="presParOf" srcId="{E6927C1B-2E77-4D2A-87CB-D742D36D63B5}" destId="{84D27CEE-1493-4DB0-AE64-F9188BCB3A75}" srcOrd="7" destOrd="0" presId="urn:microsoft.com/office/officeart/2005/8/layout/radial4"/>
    <dgm:cxn modelId="{B941ADDE-5768-4859-B397-4DCDDB6698DC}" type="presParOf" srcId="{E6927C1B-2E77-4D2A-87CB-D742D36D63B5}" destId="{6FB3BD7E-AD0F-47C2-A9AC-658915C6C776}" srcOrd="8" destOrd="0" presId="urn:microsoft.com/office/officeart/2005/8/layout/radial4"/>
    <dgm:cxn modelId="{E9ACF600-7E05-404C-92C9-7FE8C57098C0}" type="presParOf" srcId="{E6927C1B-2E77-4D2A-87CB-D742D36D63B5}" destId="{0289D8ED-684C-46B8-8B47-F3C994F185F8}" srcOrd="9" destOrd="0" presId="urn:microsoft.com/office/officeart/2005/8/layout/radial4"/>
    <dgm:cxn modelId="{4F4946E3-4D1D-4A13-AFD5-2872D19D0759}" type="presParOf" srcId="{E6927C1B-2E77-4D2A-87CB-D742D36D63B5}" destId="{B90E3D10-EE6C-4D86-91AB-806F0C00B902}" srcOrd="10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76CC900A-64F7-4F11-AB53-9892F9BD7850}" type="doc">
      <dgm:prSet loTypeId="urn:microsoft.com/office/officeart/2005/8/layout/vList3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7F39FAC-C28B-4D13-83F5-CE82A99E1EF2}">
      <dgm:prSet phldrT="[Text]"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solidFill>
          <a:schemeClr val="tx2">
            <a:lumMod val="75000"/>
          </a:schemeClr>
        </a:solidFill>
        <a:ln>
          <a:noFill/>
        </a:ln>
      </dgm:spPr>
      <dgm:t>
        <a:bodyPr/>
        <a:lstStyle/>
        <a:p>
          <a:r>
            <a:rPr lang="en-US" sz="1400" b="1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rPr>
            <a:t>Data Acquisition</a:t>
          </a:r>
          <a:endParaRPr lang="en-IN" sz="1400" b="1" dirty="0">
            <a:solidFill>
              <a:schemeClr val="bg2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15FDE96-35FF-441A-AE23-F8B7589F0DA6}" type="parTrans" cxnId="{06F22659-70CB-486D-9013-D5B9660DD862}">
      <dgm:prSet/>
      <dgm:spPr/>
      <dgm:t>
        <a:bodyPr/>
        <a:lstStyle/>
        <a:p>
          <a:endParaRPr lang="en-IN" sz="1400" b="1">
            <a:solidFill>
              <a:schemeClr val="bg2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0205150-9675-489A-97D8-4BFE8BDBF416}" type="sibTrans" cxnId="{06F22659-70CB-486D-9013-D5B9660DD862}">
      <dgm:prSet/>
      <dgm:spPr/>
      <dgm:t>
        <a:bodyPr/>
        <a:lstStyle/>
        <a:p>
          <a:endParaRPr lang="en-IN" sz="1400" b="1">
            <a:solidFill>
              <a:schemeClr val="bg2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D0D8567-A052-4E23-90C8-62661123B0B7}">
      <dgm:prSet phldrT="[Text]"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solidFill>
          <a:schemeClr val="tx2">
            <a:lumMod val="75000"/>
          </a:schemeClr>
        </a:solidFill>
        <a:ln>
          <a:noFill/>
        </a:ln>
      </dgm:spPr>
      <dgm:t>
        <a:bodyPr/>
        <a:lstStyle/>
        <a:p>
          <a:r>
            <a:rPr lang="en-US" sz="1400" b="1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rPr>
            <a:t>Sales team</a:t>
          </a:r>
          <a:endParaRPr lang="en-IN" sz="1400" b="1" dirty="0">
            <a:solidFill>
              <a:schemeClr val="bg2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1A2E82D-B3A9-4ADF-9620-6D20AB6DC350}" type="parTrans" cxnId="{BE6BCC4D-00A7-4681-BE61-ED9C9D645F2C}">
      <dgm:prSet/>
      <dgm:spPr/>
      <dgm:t>
        <a:bodyPr/>
        <a:lstStyle/>
        <a:p>
          <a:endParaRPr lang="en-IN" sz="1400" b="1">
            <a:solidFill>
              <a:schemeClr val="bg2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7F83A5B-9D5B-4D35-915C-B69B5E8EE4E2}" type="sibTrans" cxnId="{BE6BCC4D-00A7-4681-BE61-ED9C9D645F2C}">
      <dgm:prSet/>
      <dgm:spPr/>
      <dgm:t>
        <a:bodyPr/>
        <a:lstStyle/>
        <a:p>
          <a:endParaRPr lang="en-IN" sz="1400" b="1">
            <a:solidFill>
              <a:schemeClr val="bg2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B4BA3D1-2E88-4B14-97CF-38F05B71D2B0}">
      <dgm:prSet phldrT="[Text]"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solidFill>
          <a:schemeClr val="tx2">
            <a:lumMod val="75000"/>
          </a:schemeClr>
        </a:solidFill>
        <a:ln>
          <a:noFill/>
        </a:ln>
      </dgm:spPr>
      <dgm:t>
        <a:bodyPr/>
        <a:lstStyle/>
        <a:p>
          <a:r>
            <a:rPr lang="en-US" sz="1400" b="1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rPr>
            <a:t>School Campaign</a:t>
          </a:r>
          <a:endParaRPr lang="en-IN" sz="1400" b="1" dirty="0">
            <a:solidFill>
              <a:schemeClr val="bg2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5F2E32D-CE10-4466-8608-B2AC664CBD7F}" type="parTrans" cxnId="{0BAB4646-5C78-4A8B-857A-319841026113}">
      <dgm:prSet/>
      <dgm:spPr/>
      <dgm:t>
        <a:bodyPr/>
        <a:lstStyle/>
        <a:p>
          <a:endParaRPr lang="en-IN" sz="1400" b="1">
            <a:solidFill>
              <a:schemeClr val="bg2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43105A1-A737-4EC8-8478-FC53FE5467A5}" type="sibTrans" cxnId="{0BAB4646-5C78-4A8B-857A-319841026113}">
      <dgm:prSet/>
      <dgm:spPr/>
      <dgm:t>
        <a:bodyPr/>
        <a:lstStyle/>
        <a:p>
          <a:endParaRPr lang="en-IN" sz="1400" b="1">
            <a:solidFill>
              <a:schemeClr val="bg2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2085D37-F51A-428B-965B-0A081CBDB198}">
      <dgm:prSet custT="1">
        <dgm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dgm:style>
      </dgm:prSet>
      <dgm:spPr>
        <a:solidFill>
          <a:schemeClr val="tx2">
            <a:lumMod val="75000"/>
          </a:schemeClr>
        </a:solidFill>
        <a:ln>
          <a:noFill/>
        </a:ln>
      </dgm:spPr>
      <dgm:t>
        <a:bodyPr/>
        <a:lstStyle/>
        <a:p>
          <a:r>
            <a:rPr lang="en-US" sz="1400" b="1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rPr>
            <a:t>Society Campaign</a:t>
          </a:r>
          <a:endParaRPr lang="en-IN" sz="1400" b="1" dirty="0">
            <a:solidFill>
              <a:schemeClr val="bg2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2EB9BB4-A228-4FF0-9CEC-4A1A43A5FF75}" type="parTrans" cxnId="{C623560D-F819-48C0-BF90-C889BD60CE6E}">
      <dgm:prSet/>
      <dgm:spPr/>
      <dgm:t>
        <a:bodyPr/>
        <a:lstStyle/>
        <a:p>
          <a:endParaRPr lang="en-IN" sz="1400" b="1">
            <a:solidFill>
              <a:schemeClr val="bg2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1501FCB-F830-46A7-8955-513E37497237}" type="sibTrans" cxnId="{C623560D-F819-48C0-BF90-C889BD60CE6E}">
      <dgm:prSet/>
      <dgm:spPr/>
      <dgm:t>
        <a:bodyPr/>
        <a:lstStyle/>
        <a:p>
          <a:endParaRPr lang="en-IN" sz="1400" b="1">
            <a:solidFill>
              <a:schemeClr val="bg2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045987D-F80E-40BC-81F5-8825556AC063}" type="pres">
      <dgm:prSet presAssocID="{76CC900A-64F7-4F11-AB53-9892F9BD7850}" presName="linearFlow" presStyleCnt="0">
        <dgm:presLayoutVars>
          <dgm:dir/>
          <dgm:resizeHandles val="exact"/>
        </dgm:presLayoutVars>
      </dgm:prSet>
      <dgm:spPr/>
    </dgm:pt>
    <dgm:pt modelId="{2209C536-55D0-491B-BD43-8F9331AE0CAC}" type="pres">
      <dgm:prSet presAssocID="{17F39FAC-C28B-4D13-83F5-CE82A99E1EF2}" presName="composite" presStyleCnt="0"/>
      <dgm:spPr/>
    </dgm:pt>
    <dgm:pt modelId="{02C65989-759F-4D9F-B6CD-102BB7C00221}" type="pres">
      <dgm:prSet presAssocID="{17F39FAC-C28B-4D13-83F5-CE82A99E1EF2}" presName="imgShp" presStyleLbl="fgImgPlace1" presStyleIdx="0" presStyleCnt="4"/>
      <dgm:spPr>
        <a:blipFill rotWithShape="1"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DD18C050-94BB-4C56-AD8D-7CDFAEA9319B}" type="pres">
      <dgm:prSet presAssocID="{17F39FAC-C28B-4D13-83F5-CE82A99E1EF2}" presName="txShp" presStyleLbl="node1" presStyleIdx="0" presStyleCnt="4">
        <dgm:presLayoutVars>
          <dgm:bulletEnabled val="1"/>
        </dgm:presLayoutVars>
      </dgm:prSet>
      <dgm:spPr/>
    </dgm:pt>
    <dgm:pt modelId="{733151F9-8E89-45BC-BAF0-9963F4F50A59}" type="pres">
      <dgm:prSet presAssocID="{60205150-9675-489A-97D8-4BFE8BDBF416}" presName="spacing" presStyleCnt="0"/>
      <dgm:spPr/>
    </dgm:pt>
    <dgm:pt modelId="{DDBF2D4A-2F97-41C8-B2E4-7298F647B32B}" type="pres">
      <dgm:prSet presAssocID="{8D0D8567-A052-4E23-90C8-62661123B0B7}" presName="composite" presStyleCnt="0"/>
      <dgm:spPr/>
    </dgm:pt>
    <dgm:pt modelId="{67F94E56-18F1-4EA1-A545-F10D3ED981AB}" type="pres">
      <dgm:prSet presAssocID="{8D0D8567-A052-4E23-90C8-62661123B0B7}" presName="imgShp" presStyleLbl="fgImgPlace1" presStyleIdx="1" presStyleCnt="4"/>
      <dgm:spPr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4F344C47-E364-4196-A82E-39DB89B46BCC}" type="pres">
      <dgm:prSet presAssocID="{8D0D8567-A052-4E23-90C8-62661123B0B7}" presName="txShp" presStyleLbl="node1" presStyleIdx="1" presStyleCnt="4">
        <dgm:presLayoutVars>
          <dgm:bulletEnabled val="1"/>
        </dgm:presLayoutVars>
      </dgm:prSet>
      <dgm:spPr/>
    </dgm:pt>
    <dgm:pt modelId="{32EC102D-606D-4D73-9686-09DE060BD8D5}" type="pres">
      <dgm:prSet presAssocID="{D7F83A5B-9D5B-4D35-915C-B69B5E8EE4E2}" presName="spacing" presStyleCnt="0"/>
      <dgm:spPr/>
    </dgm:pt>
    <dgm:pt modelId="{12615163-0684-42AA-A772-3296C19942C8}" type="pres">
      <dgm:prSet presAssocID="{8B4BA3D1-2E88-4B14-97CF-38F05B71D2B0}" presName="composite" presStyleCnt="0"/>
      <dgm:spPr/>
    </dgm:pt>
    <dgm:pt modelId="{AE9E1DBE-9D69-46A8-9458-5233B37CF8E3}" type="pres">
      <dgm:prSet presAssocID="{8B4BA3D1-2E88-4B14-97CF-38F05B71D2B0}" presName="imgShp" presStyleLbl="fgImgPlace1" presStyleIdx="2" presStyleCnt="4"/>
      <dgm:spPr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</dgm:spPr>
    </dgm:pt>
    <dgm:pt modelId="{FA9A5B31-6DA2-4E75-AB42-24003D470699}" type="pres">
      <dgm:prSet presAssocID="{8B4BA3D1-2E88-4B14-97CF-38F05B71D2B0}" presName="txShp" presStyleLbl="node1" presStyleIdx="2" presStyleCnt="4">
        <dgm:presLayoutVars>
          <dgm:bulletEnabled val="1"/>
        </dgm:presLayoutVars>
      </dgm:prSet>
      <dgm:spPr/>
    </dgm:pt>
    <dgm:pt modelId="{3339D70E-972F-4786-9143-34A64DB87716}" type="pres">
      <dgm:prSet presAssocID="{043105A1-A737-4EC8-8478-FC53FE5467A5}" presName="spacing" presStyleCnt="0"/>
      <dgm:spPr/>
    </dgm:pt>
    <dgm:pt modelId="{D4B8784A-9329-40A2-A966-167AC545E6C8}" type="pres">
      <dgm:prSet presAssocID="{52085D37-F51A-428B-965B-0A081CBDB198}" presName="composite" presStyleCnt="0"/>
      <dgm:spPr/>
    </dgm:pt>
    <dgm:pt modelId="{891E3E56-CCCF-4217-85DB-490B92256460}" type="pres">
      <dgm:prSet presAssocID="{52085D37-F51A-428B-965B-0A081CBDB198}" presName="imgShp" presStyleLbl="fgImgPlace1" presStyleIdx="3" presStyleCnt="4"/>
      <dgm:spPr>
        <a:blipFill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40251EB7-7B5C-44B1-BAB9-422981F96DB2}" type="pres">
      <dgm:prSet presAssocID="{52085D37-F51A-428B-965B-0A081CBDB198}" presName="txShp" presStyleLbl="node1" presStyleIdx="3" presStyleCnt="4">
        <dgm:presLayoutVars>
          <dgm:bulletEnabled val="1"/>
        </dgm:presLayoutVars>
      </dgm:prSet>
      <dgm:spPr/>
    </dgm:pt>
  </dgm:ptLst>
  <dgm:cxnLst>
    <dgm:cxn modelId="{C623560D-F819-48C0-BF90-C889BD60CE6E}" srcId="{76CC900A-64F7-4F11-AB53-9892F9BD7850}" destId="{52085D37-F51A-428B-965B-0A081CBDB198}" srcOrd="3" destOrd="0" parTransId="{B2EB9BB4-A228-4FF0-9CEC-4A1A43A5FF75}" sibTransId="{F1501FCB-F830-46A7-8955-513E37497237}"/>
    <dgm:cxn modelId="{09451825-82DB-403B-A9E3-11163A2353E3}" type="presOf" srcId="{8B4BA3D1-2E88-4B14-97CF-38F05B71D2B0}" destId="{FA9A5B31-6DA2-4E75-AB42-24003D470699}" srcOrd="0" destOrd="0" presId="urn:microsoft.com/office/officeart/2005/8/layout/vList3"/>
    <dgm:cxn modelId="{0BAB4646-5C78-4A8B-857A-319841026113}" srcId="{76CC900A-64F7-4F11-AB53-9892F9BD7850}" destId="{8B4BA3D1-2E88-4B14-97CF-38F05B71D2B0}" srcOrd="2" destOrd="0" parTransId="{B5F2E32D-CE10-4466-8608-B2AC664CBD7F}" sibTransId="{043105A1-A737-4EC8-8478-FC53FE5467A5}"/>
    <dgm:cxn modelId="{BE6BCC4D-00A7-4681-BE61-ED9C9D645F2C}" srcId="{76CC900A-64F7-4F11-AB53-9892F9BD7850}" destId="{8D0D8567-A052-4E23-90C8-62661123B0B7}" srcOrd="1" destOrd="0" parTransId="{61A2E82D-B3A9-4ADF-9620-6D20AB6DC350}" sibTransId="{D7F83A5B-9D5B-4D35-915C-B69B5E8EE4E2}"/>
    <dgm:cxn modelId="{1D7A3F4F-A165-447C-ABBE-3AC36E69F098}" type="presOf" srcId="{52085D37-F51A-428B-965B-0A081CBDB198}" destId="{40251EB7-7B5C-44B1-BAB9-422981F96DB2}" srcOrd="0" destOrd="0" presId="urn:microsoft.com/office/officeart/2005/8/layout/vList3"/>
    <dgm:cxn modelId="{06F22659-70CB-486D-9013-D5B9660DD862}" srcId="{76CC900A-64F7-4F11-AB53-9892F9BD7850}" destId="{17F39FAC-C28B-4D13-83F5-CE82A99E1EF2}" srcOrd="0" destOrd="0" parTransId="{E15FDE96-35FF-441A-AE23-F8B7589F0DA6}" sibTransId="{60205150-9675-489A-97D8-4BFE8BDBF416}"/>
    <dgm:cxn modelId="{CB66AC7E-FE15-4DEB-927D-A1470E57A4C4}" type="presOf" srcId="{17F39FAC-C28B-4D13-83F5-CE82A99E1EF2}" destId="{DD18C050-94BB-4C56-AD8D-7CDFAEA9319B}" srcOrd="0" destOrd="0" presId="urn:microsoft.com/office/officeart/2005/8/layout/vList3"/>
    <dgm:cxn modelId="{7239C586-E56E-4F33-9FA0-35D9FF84D819}" type="presOf" srcId="{76CC900A-64F7-4F11-AB53-9892F9BD7850}" destId="{0045987D-F80E-40BC-81F5-8825556AC063}" srcOrd="0" destOrd="0" presId="urn:microsoft.com/office/officeart/2005/8/layout/vList3"/>
    <dgm:cxn modelId="{2BAA75AE-CF10-4C44-A202-89784E929A1B}" type="presOf" srcId="{8D0D8567-A052-4E23-90C8-62661123B0B7}" destId="{4F344C47-E364-4196-A82E-39DB89B46BCC}" srcOrd="0" destOrd="0" presId="urn:microsoft.com/office/officeart/2005/8/layout/vList3"/>
    <dgm:cxn modelId="{48570555-646A-45D3-9A4A-3BC43FED6503}" type="presParOf" srcId="{0045987D-F80E-40BC-81F5-8825556AC063}" destId="{2209C536-55D0-491B-BD43-8F9331AE0CAC}" srcOrd="0" destOrd="0" presId="urn:microsoft.com/office/officeart/2005/8/layout/vList3"/>
    <dgm:cxn modelId="{7D79C8B0-6BBD-4F95-AEBE-495B3E207D1A}" type="presParOf" srcId="{2209C536-55D0-491B-BD43-8F9331AE0CAC}" destId="{02C65989-759F-4D9F-B6CD-102BB7C00221}" srcOrd="0" destOrd="0" presId="urn:microsoft.com/office/officeart/2005/8/layout/vList3"/>
    <dgm:cxn modelId="{1D59D6C1-6C8A-4E82-8DFD-DFBB71FB23C5}" type="presParOf" srcId="{2209C536-55D0-491B-BD43-8F9331AE0CAC}" destId="{DD18C050-94BB-4C56-AD8D-7CDFAEA9319B}" srcOrd="1" destOrd="0" presId="urn:microsoft.com/office/officeart/2005/8/layout/vList3"/>
    <dgm:cxn modelId="{3BACF8D8-3688-4E6D-AE8B-D90CFAEAD767}" type="presParOf" srcId="{0045987D-F80E-40BC-81F5-8825556AC063}" destId="{733151F9-8E89-45BC-BAF0-9963F4F50A59}" srcOrd="1" destOrd="0" presId="urn:microsoft.com/office/officeart/2005/8/layout/vList3"/>
    <dgm:cxn modelId="{F1825995-5E3A-4136-B355-5A3921F18AD2}" type="presParOf" srcId="{0045987D-F80E-40BC-81F5-8825556AC063}" destId="{DDBF2D4A-2F97-41C8-B2E4-7298F647B32B}" srcOrd="2" destOrd="0" presId="urn:microsoft.com/office/officeart/2005/8/layout/vList3"/>
    <dgm:cxn modelId="{B3E91A26-FF52-4C39-A5C6-F3F3DF9B1EAD}" type="presParOf" srcId="{DDBF2D4A-2F97-41C8-B2E4-7298F647B32B}" destId="{67F94E56-18F1-4EA1-A545-F10D3ED981AB}" srcOrd="0" destOrd="0" presId="urn:microsoft.com/office/officeart/2005/8/layout/vList3"/>
    <dgm:cxn modelId="{DA3FCCA7-8EE9-4A63-A7C5-5BDED7EF0B3C}" type="presParOf" srcId="{DDBF2D4A-2F97-41C8-B2E4-7298F647B32B}" destId="{4F344C47-E364-4196-A82E-39DB89B46BCC}" srcOrd="1" destOrd="0" presId="urn:microsoft.com/office/officeart/2005/8/layout/vList3"/>
    <dgm:cxn modelId="{8F032828-E537-4078-9199-A3B2E95D9FF2}" type="presParOf" srcId="{0045987D-F80E-40BC-81F5-8825556AC063}" destId="{32EC102D-606D-4D73-9686-09DE060BD8D5}" srcOrd="3" destOrd="0" presId="urn:microsoft.com/office/officeart/2005/8/layout/vList3"/>
    <dgm:cxn modelId="{83A57DF8-A6D7-4CD4-803F-509E1FBC26CB}" type="presParOf" srcId="{0045987D-F80E-40BC-81F5-8825556AC063}" destId="{12615163-0684-42AA-A772-3296C19942C8}" srcOrd="4" destOrd="0" presId="urn:microsoft.com/office/officeart/2005/8/layout/vList3"/>
    <dgm:cxn modelId="{78D988A4-97F7-482E-AC66-3677191BAD15}" type="presParOf" srcId="{12615163-0684-42AA-A772-3296C19942C8}" destId="{AE9E1DBE-9D69-46A8-9458-5233B37CF8E3}" srcOrd="0" destOrd="0" presId="urn:microsoft.com/office/officeart/2005/8/layout/vList3"/>
    <dgm:cxn modelId="{3D337DBA-C59A-4DE8-8283-4405B9F6EE5E}" type="presParOf" srcId="{12615163-0684-42AA-A772-3296C19942C8}" destId="{FA9A5B31-6DA2-4E75-AB42-24003D470699}" srcOrd="1" destOrd="0" presId="urn:microsoft.com/office/officeart/2005/8/layout/vList3"/>
    <dgm:cxn modelId="{6B78E2B8-1243-484F-8047-7BDA53EF8CFF}" type="presParOf" srcId="{0045987D-F80E-40BC-81F5-8825556AC063}" destId="{3339D70E-972F-4786-9143-34A64DB87716}" srcOrd="5" destOrd="0" presId="urn:microsoft.com/office/officeart/2005/8/layout/vList3"/>
    <dgm:cxn modelId="{10624069-A385-4550-B306-79DA572764F0}" type="presParOf" srcId="{0045987D-F80E-40BC-81F5-8825556AC063}" destId="{D4B8784A-9329-40A2-A966-167AC545E6C8}" srcOrd="6" destOrd="0" presId="urn:microsoft.com/office/officeart/2005/8/layout/vList3"/>
    <dgm:cxn modelId="{D52CBB80-A6A4-429C-8D49-2A2F782EFD11}" type="presParOf" srcId="{D4B8784A-9329-40A2-A966-167AC545E6C8}" destId="{891E3E56-CCCF-4217-85DB-490B92256460}" srcOrd="0" destOrd="0" presId="urn:microsoft.com/office/officeart/2005/8/layout/vList3"/>
    <dgm:cxn modelId="{DDFD3B8B-E811-4FDC-850B-64FD602ABD08}" type="presParOf" srcId="{D4B8784A-9329-40A2-A966-167AC545E6C8}" destId="{40251EB7-7B5C-44B1-BAB9-422981F96DB2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E4D7811-BCFD-42FF-827E-CD722DFD591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A78DD87-6A47-4DB4-8B39-8B1D41F00F6C}">
      <dgm:prSet phldrT="[Text]" custT="1"/>
      <dgm:spPr/>
      <dgm:t>
        <a:bodyPr/>
        <a:lstStyle/>
        <a:p>
          <a:r>
            <a:rPr lang="en-GB" sz="2000" dirty="0"/>
            <a:t>CEO</a:t>
          </a:r>
          <a:endParaRPr lang="en-IN" sz="2000" dirty="0"/>
        </a:p>
      </dgm:t>
    </dgm:pt>
    <dgm:pt modelId="{1A3D8E19-0CE3-414A-B9DA-2765A9373EDA}" type="parTrans" cxnId="{174E2BB8-AE64-42D8-9412-50CC088171FD}">
      <dgm:prSet/>
      <dgm:spPr/>
      <dgm:t>
        <a:bodyPr/>
        <a:lstStyle/>
        <a:p>
          <a:endParaRPr lang="en-IN"/>
        </a:p>
      </dgm:t>
    </dgm:pt>
    <dgm:pt modelId="{A2DC9BCE-55D5-429B-9A84-2C2D41302779}" type="sibTrans" cxnId="{174E2BB8-AE64-42D8-9412-50CC088171FD}">
      <dgm:prSet/>
      <dgm:spPr/>
      <dgm:t>
        <a:bodyPr/>
        <a:lstStyle/>
        <a:p>
          <a:endParaRPr lang="en-IN"/>
        </a:p>
      </dgm:t>
    </dgm:pt>
    <dgm:pt modelId="{0799B2C7-E718-414D-98D0-1CEAEC6DF2FC}">
      <dgm:prSet phldrT="[Text]" custT="1"/>
      <dgm:spPr/>
      <dgm:t>
        <a:bodyPr/>
        <a:lstStyle/>
        <a:p>
          <a:r>
            <a:rPr lang="en-GB" sz="1200" dirty="0"/>
            <a:t>CMO</a:t>
          </a:r>
          <a:endParaRPr lang="en-IN" sz="1200" dirty="0"/>
        </a:p>
      </dgm:t>
    </dgm:pt>
    <dgm:pt modelId="{CAD84798-37A9-4243-86E6-0E81A33FBC87}" type="parTrans" cxnId="{5306E93B-C62F-4886-8FDE-A003892F4A9E}">
      <dgm:prSet/>
      <dgm:spPr/>
      <dgm:t>
        <a:bodyPr/>
        <a:lstStyle/>
        <a:p>
          <a:endParaRPr lang="en-IN"/>
        </a:p>
      </dgm:t>
    </dgm:pt>
    <dgm:pt modelId="{C92CECFE-AC8C-4BC3-8251-6EC2BB607A51}" type="sibTrans" cxnId="{5306E93B-C62F-4886-8FDE-A003892F4A9E}">
      <dgm:prSet/>
      <dgm:spPr/>
      <dgm:t>
        <a:bodyPr/>
        <a:lstStyle/>
        <a:p>
          <a:endParaRPr lang="en-IN"/>
        </a:p>
      </dgm:t>
    </dgm:pt>
    <dgm:pt modelId="{6A14355B-DCA3-470B-98F9-14FDF67FA9DD}">
      <dgm:prSet phldrT="[Text]" custT="1"/>
      <dgm:spPr/>
      <dgm:t>
        <a:bodyPr/>
        <a:lstStyle/>
        <a:p>
          <a:r>
            <a:rPr lang="en-GB" sz="1200" dirty="0"/>
            <a:t>CFO</a:t>
          </a:r>
          <a:endParaRPr lang="en-IN" sz="1200" dirty="0"/>
        </a:p>
      </dgm:t>
    </dgm:pt>
    <dgm:pt modelId="{9C17A479-1607-4CCB-A443-7BA79D97DA4F}" type="parTrans" cxnId="{B270F2E0-1DFB-440B-BAB8-9DD00E67DE27}">
      <dgm:prSet/>
      <dgm:spPr/>
      <dgm:t>
        <a:bodyPr/>
        <a:lstStyle/>
        <a:p>
          <a:endParaRPr lang="en-IN"/>
        </a:p>
      </dgm:t>
    </dgm:pt>
    <dgm:pt modelId="{02C15429-D6BE-4CE3-85A8-8D136EA4DACC}" type="sibTrans" cxnId="{B270F2E0-1DFB-440B-BAB8-9DD00E67DE27}">
      <dgm:prSet/>
      <dgm:spPr/>
      <dgm:t>
        <a:bodyPr/>
        <a:lstStyle/>
        <a:p>
          <a:endParaRPr lang="en-IN"/>
        </a:p>
      </dgm:t>
    </dgm:pt>
    <dgm:pt modelId="{68FA099D-8FF8-46F9-86E2-5649EC252E60}">
      <dgm:prSet phldrT="[Text]" custT="1"/>
      <dgm:spPr/>
      <dgm:t>
        <a:bodyPr/>
        <a:lstStyle/>
        <a:p>
          <a:r>
            <a:rPr lang="en-GB" sz="1200" dirty="0"/>
            <a:t>Tech Head</a:t>
          </a:r>
          <a:endParaRPr lang="en-IN" sz="1200" dirty="0"/>
        </a:p>
      </dgm:t>
    </dgm:pt>
    <dgm:pt modelId="{CD3E71BB-1B58-4660-B361-38C9B5C716CB}" type="parTrans" cxnId="{C5884CB6-3AFC-4EA4-85DD-9165448010C0}">
      <dgm:prSet/>
      <dgm:spPr/>
      <dgm:t>
        <a:bodyPr/>
        <a:lstStyle/>
        <a:p>
          <a:endParaRPr lang="en-IN"/>
        </a:p>
      </dgm:t>
    </dgm:pt>
    <dgm:pt modelId="{EF29056B-D10D-4B4C-BFCE-01A359986637}" type="sibTrans" cxnId="{C5884CB6-3AFC-4EA4-85DD-9165448010C0}">
      <dgm:prSet/>
      <dgm:spPr/>
      <dgm:t>
        <a:bodyPr/>
        <a:lstStyle/>
        <a:p>
          <a:endParaRPr lang="en-IN"/>
        </a:p>
      </dgm:t>
    </dgm:pt>
    <dgm:pt modelId="{22F23949-FCE7-4669-A81C-9467AFACDF76}">
      <dgm:prSet custT="1"/>
      <dgm:spPr/>
      <dgm:t>
        <a:bodyPr/>
        <a:lstStyle/>
        <a:p>
          <a:r>
            <a:rPr lang="en-GB" sz="1200" dirty="0"/>
            <a:t>Content Head</a:t>
          </a:r>
          <a:endParaRPr lang="en-IN" sz="1200" dirty="0"/>
        </a:p>
      </dgm:t>
    </dgm:pt>
    <dgm:pt modelId="{1B5FD3B2-7355-48C1-992D-531F2A818110}" type="parTrans" cxnId="{D55CDD3E-63B2-4198-B6BD-597F24EEFFE7}">
      <dgm:prSet/>
      <dgm:spPr/>
      <dgm:t>
        <a:bodyPr/>
        <a:lstStyle/>
        <a:p>
          <a:endParaRPr lang="en-IN"/>
        </a:p>
      </dgm:t>
    </dgm:pt>
    <dgm:pt modelId="{8BFE6F4F-0536-4C87-BDF4-D415CFA1B934}" type="sibTrans" cxnId="{D55CDD3E-63B2-4198-B6BD-597F24EEFFE7}">
      <dgm:prSet/>
      <dgm:spPr/>
      <dgm:t>
        <a:bodyPr/>
        <a:lstStyle/>
        <a:p>
          <a:endParaRPr lang="en-IN"/>
        </a:p>
      </dgm:t>
    </dgm:pt>
    <dgm:pt modelId="{40F04749-6CC4-4F99-A034-2578794F44CF}">
      <dgm:prSet custT="1"/>
      <dgm:spPr/>
      <dgm:t>
        <a:bodyPr/>
        <a:lstStyle/>
        <a:p>
          <a:r>
            <a:rPr lang="en-GB" sz="1200" dirty="0"/>
            <a:t>HR Head</a:t>
          </a:r>
          <a:endParaRPr lang="en-IN" sz="1200" dirty="0"/>
        </a:p>
      </dgm:t>
    </dgm:pt>
    <dgm:pt modelId="{8777B854-DE62-4656-B714-EBEF5791141E}" type="parTrans" cxnId="{8EF1D884-A7F7-4CEC-9ADA-2FB64904CA6D}">
      <dgm:prSet/>
      <dgm:spPr/>
      <dgm:t>
        <a:bodyPr/>
        <a:lstStyle/>
        <a:p>
          <a:endParaRPr lang="en-IN"/>
        </a:p>
      </dgm:t>
    </dgm:pt>
    <dgm:pt modelId="{E74291CB-E739-4085-A6AE-4697CFE4A02A}" type="sibTrans" cxnId="{8EF1D884-A7F7-4CEC-9ADA-2FB64904CA6D}">
      <dgm:prSet/>
      <dgm:spPr/>
      <dgm:t>
        <a:bodyPr/>
        <a:lstStyle/>
        <a:p>
          <a:endParaRPr lang="en-IN"/>
        </a:p>
      </dgm:t>
    </dgm:pt>
    <dgm:pt modelId="{CD4DADE0-D777-419A-9398-AA5C6D72FC7A}">
      <dgm:prSet custT="1"/>
      <dgm:spPr/>
      <dgm:t>
        <a:bodyPr/>
        <a:lstStyle/>
        <a:p>
          <a:r>
            <a:rPr lang="en-GB" sz="700" dirty="0"/>
            <a:t>Event/Community Executive</a:t>
          </a:r>
          <a:endParaRPr lang="en-IN" sz="700" dirty="0"/>
        </a:p>
      </dgm:t>
    </dgm:pt>
    <dgm:pt modelId="{F084CA38-59FE-4FEB-B5B2-742A8F3A4598}" type="parTrans" cxnId="{B962BCE5-29E0-40C7-A82A-FCABE9161BB0}">
      <dgm:prSet/>
      <dgm:spPr/>
      <dgm:t>
        <a:bodyPr/>
        <a:lstStyle/>
        <a:p>
          <a:endParaRPr lang="en-IN"/>
        </a:p>
      </dgm:t>
    </dgm:pt>
    <dgm:pt modelId="{DD235E78-3278-4830-8244-4CEBDAE75F90}" type="sibTrans" cxnId="{B962BCE5-29E0-40C7-A82A-FCABE9161BB0}">
      <dgm:prSet/>
      <dgm:spPr/>
      <dgm:t>
        <a:bodyPr/>
        <a:lstStyle/>
        <a:p>
          <a:endParaRPr lang="en-IN"/>
        </a:p>
      </dgm:t>
    </dgm:pt>
    <dgm:pt modelId="{E370CC12-9083-4C58-9920-460E9D603D3D}">
      <dgm:prSet custT="1"/>
      <dgm:spPr/>
      <dgm:t>
        <a:bodyPr/>
        <a:lstStyle/>
        <a:p>
          <a:r>
            <a:rPr lang="en-GB" sz="900" dirty="0"/>
            <a:t>Event Manager</a:t>
          </a:r>
          <a:endParaRPr lang="en-IN" sz="900" dirty="0"/>
        </a:p>
      </dgm:t>
    </dgm:pt>
    <dgm:pt modelId="{E216230D-D71C-47FB-96FD-BCF635358973}" type="parTrans" cxnId="{346FBA9E-DDB3-48B9-9AC4-A8972D35F8B4}">
      <dgm:prSet/>
      <dgm:spPr/>
      <dgm:t>
        <a:bodyPr/>
        <a:lstStyle/>
        <a:p>
          <a:endParaRPr lang="en-IN"/>
        </a:p>
      </dgm:t>
    </dgm:pt>
    <dgm:pt modelId="{9F8A0D2B-B2B5-46E3-BBC8-37359D56E18F}" type="sibTrans" cxnId="{346FBA9E-DDB3-48B9-9AC4-A8972D35F8B4}">
      <dgm:prSet/>
      <dgm:spPr/>
      <dgm:t>
        <a:bodyPr/>
        <a:lstStyle/>
        <a:p>
          <a:endParaRPr lang="en-IN"/>
        </a:p>
      </dgm:t>
    </dgm:pt>
    <dgm:pt modelId="{284E9663-915E-4464-9DAA-800B25986F1B}">
      <dgm:prSet custT="1"/>
      <dgm:spPr/>
      <dgm:t>
        <a:bodyPr/>
        <a:lstStyle/>
        <a:p>
          <a:r>
            <a:rPr lang="en-GB" sz="900" dirty="0"/>
            <a:t>Business Development Manager</a:t>
          </a:r>
          <a:endParaRPr lang="en-IN" sz="900" dirty="0"/>
        </a:p>
      </dgm:t>
    </dgm:pt>
    <dgm:pt modelId="{51E45BEE-E724-4881-8245-DD73728D1C8A}" type="parTrans" cxnId="{DC467344-66F8-4DA2-BCA2-11C4966AB226}">
      <dgm:prSet/>
      <dgm:spPr/>
      <dgm:t>
        <a:bodyPr/>
        <a:lstStyle/>
        <a:p>
          <a:endParaRPr lang="en-IN"/>
        </a:p>
      </dgm:t>
    </dgm:pt>
    <dgm:pt modelId="{B5349071-75CC-4073-BDA1-7CC0C0C321CF}" type="sibTrans" cxnId="{DC467344-66F8-4DA2-BCA2-11C4966AB226}">
      <dgm:prSet/>
      <dgm:spPr/>
      <dgm:t>
        <a:bodyPr/>
        <a:lstStyle/>
        <a:p>
          <a:endParaRPr lang="en-IN"/>
        </a:p>
      </dgm:t>
    </dgm:pt>
    <dgm:pt modelId="{CC7DB59B-8672-40BE-B5BD-BC42CC2BB9C2}">
      <dgm:prSet custT="1"/>
      <dgm:spPr/>
      <dgm:t>
        <a:bodyPr/>
        <a:lstStyle/>
        <a:p>
          <a:r>
            <a:rPr lang="en-GB" sz="900" dirty="0"/>
            <a:t>Marketing Manager</a:t>
          </a:r>
          <a:endParaRPr lang="en-IN" sz="900" dirty="0"/>
        </a:p>
      </dgm:t>
    </dgm:pt>
    <dgm:pt modelId="{301111C5-EDA9-468D-A9AF-382C84BB4E0D}" type="parTrans" cxnId="{23B2F89A-5251-4728-9D31-E1B8220C76E1}">
      <dgm:prSet/>
      <dgm:spPr/>
      <dgm:t>
        <a:bodyPr/>
        <a:lstStyle/>
        <a:p>
          <a:endParaRPr lang="en-IN"/>
        </a:p>
      </dgm:t>
    </dgm:pt>
    <dgm:pt modelId="{F0056E51-767C-4291-8021-2DB5EF49201F}" type="sibTrans" cxnId="{23B2F89A-5251-4728-9D31-E1B8220C76E1}">
      <dgm:prSet/>
      <dgm:spPr/>
      <dgm:t>
        <a:bodyPr/>
        <a:lstStyle/>
        <a:p>
          <a:endParaRPr lang="en-IN"/>
        </a:p>
      </dgm:t>
    </dgm:pt>
    <dgm:pt modelId="{807D1BD1-0DA4-4C83-8989-CDCBA586F721}">
      <dgm:prSet custT="1"/>
      <dgm:spPr/>
      <dgm:t>
        <a:bodyPr/>
        <a:lstStyle/>
        <a:p>
          <a:r>
            <a:rPr lang="en-GB" sz="700" dirty="0"/>
            <a:t>Sales Executive</a:t>
          </a:r>
          <a:endParaRPr lang="en-IN" sz="700" dirty="0"/>
        </a:p>
      </dgm:t>
    </dgm:pt>
    <dgm:pt modelId="{EE8D8DD5-A0A4-4D5C-B2BF-1414C4758B45}" type="parTrans" cxnId="{A853A141-A748-4ED9-869C-B254B55288F8}">
      <dgm:prSet/>
      <dgm:spPr/>
      <dgm:t>
        <a:bodyPr/>
        <a:lstStyle/>
        <a:p>
          <a:endParaRPr lang="en-IN"/>
        </a:p>
      </dgm:t>
    </dgm:pt>
    <dgm:pt modelId="{FD575C69-AFE1-4A3B-A658-6BC73305EBD4}" type="sibTrans" cxnId="{A853A141-A748-4ED9-869C-B254B55288F8}">
      <dgm:prSet/>
      <dgm:spPr/>
      <dgm:t>
        <a:bodyPr/>
        <a:lstStyle/>
        <a:p>
          <a:endParaRPr lang="en-IN"/>
        </a:p>
      </dgm:t>
    </dgm:pt>
    <dgm:pt modelId="{A7337EB5-4126-499F-95D9-5C149C59356A}">
      <dgm:prSet custT="1"/>
      <dgm:spPr/>
      <dgm:t>
        <a:bodyPr/>
        <a:lstStyle/>
        <a:p>
          <a:r>
            <a:rPr lang="en-GB" sz="600" dirty="0"/>
            <a:t>Inside Sales Executive</a:t>
          </a:r>
          <a:endParaRPr lang="en-IN" sz="600" dirty="0"/>
        </a:p>
      </dgm:t>
    </dgm:pt>
    <dgm:pt modelId="{965F960B-1442-4863-B3BC-16AA5902EA04}" type="parTrans" cxnId="{86C04A4C-1149-4342-A961-6D915516CDC3}">
      <dgm:prSet/>
      <dgm:spPr/>
      <dgm:t>
        <a:bodyPr/>
        <a:lstStyle/>
        <a:p>
          <a:endParaRPr lang="en-IN"/>
        </a:p>
      </dgm:t>
    </dgm:pt>
    <dgm:pt modelId="{8C2B5DED-853C-4C7D-A892-386833FA64E4}" type="sibTrans" cxnId="{86C04A4C-1149-4342-A961-6D915516CDC3}">
      <dgm:prSet/>
      <dgm:spPr/>
      <dgm:t>
        <a:bodyPr/>
        <a:lstStyle/>
        <a:p>
          <a:endParaRPr lang="en-IN"/>
        </a:p>
      </dgm:t>
    </dgm:pt>
    <dgm:pt modelId="{4803AE73-63C3-4CC3-A05B-6047FB333224}">
      <dgm:prSet custT="1"/>
      <dgm:spPr/>
      <dgm:t>
        <a:bodyPr/>
        <a:lstStyle/>
        <a:p>
          <a:r>
            <a:rPr lang="en-GB" sz="700" dirty="0"/>
            <a:t>Outbound Executive</a:t>
          </a:r>
          <a:endParaRPr lang="en-IN" sz="700" dirty="0"/>
        </a:p>
      </dgm:t>
    </dgm:pt>
    <dgm:pt modelId="{E2E3FC35-CFDE-4FE4-B1E3-101AB5BA5421}" type="parTrans" cxnId="{7B22F95E-8E64-4969-90EC-B56D045D88EE}">
      <dgm:prSet/>
      <dgm:spPr/>
      <dgm:t>
        <a:bodyPr/>
        <a:lstStyle/>
        <a:p>
          <a:endParaRPr lang="en-IN"/>
        </a:p>
      </dgm:t>
    </dgm:pt>
    <dgm:pt modelId="{506A0646-0AC7-4CEE-B484-0A6077A93892}" type="sibTrans" cxnId="{7B22F95E-8E64-4969-90EC-B56D045D88EE}">
      <dgm:prSet/>
      <dgm:spPr/>
      <dgm:t>
        <a:bodyPr/>
        <a:lstStyle/>
        <a:p>
          <a:endParaRPr lang="en-IN"/>
        </a:p>
      </dgm:t>
    </dgm:pt>
    <dgm:pt modelId="{6C14647A-8D67-4E90-9E26-3239ADDA2AE7}">
      <dgm:prSet custT="1"/>
      <dgm:spPr/>
      <dgm:t>
        <a:bodyPr/>
        <a:lstStyle/>
        <a:p>
          <a:r>
            <a:rPr lang="en-GB" sz="600" dirty="0"/>
            <a:t>Inbound Executive</a:t>
          </a:r>
          <a:endParaRPr lang="en-IN" sz="600" dirty="0"/>
        </a:p>
      </dgm:t>
    </dgm:pt>
    <dgm:pt modelId="{CD894AFC-BC99-497C-A5B4-9B7B42BBBD6A}" type="parTrans" cxnId="{3E0D152A-24BE-4665-9BAE-DBCA34F66FFA}">
      <dgm:prSet/>
      <dgm:spPr/>
      <dgm:t>
        <a:bodyPr/>
        <a:lstStyle/>
        <a:p>
          <a:endParaRPr lang="en-IN"/>
        </a:p>
      </dgm:t>
    </dgm:pt>
    <dgm:pt modelId="{CCB68F8B-024B-4319-9C82-516C104D584C}" type="sibTrans" cxnId="{3E0D152A-24BE-4665-9BAE-DBCA34F66FFA}">
      <dgm:prSet/>
      <dgm:spPr/>
      <dgm:t>
        <a:bodyPr/>
        <a:lstStyle/>
        <a:p>
          <a:endParaRPr lang="en-IN"/>
        </a:p>
      </dgm:t>
    </dgm:pt>
    <dgm:pt modelId="{0F1A765C-A8B2-446E-8C8C-FB8F9AD9ED53}">
      <dgm:prSet custT="1"/>
      <dgm:spPr/>
      <dgm:t>
        <a:bodyPr/>
        <a:lstStyle/>
        <a:p>
          <a:r>
            <a:rPr lang="en-GB" sz="900" dirty="0"/>
            <a:t>Accounts/Billing Executive</a:t>
          </a:r>
          <a:endParaRPr lang="en-IN" sz="900" dirty="0"/>
        </a:p>
      </dgm:t>
    </dgm:pt>
    <dgm:pt modelId="{B1966B2A-1CD3-4F1D-A633-59B388354F80}" type="parTrans" cxnId="{464D153D-2159-41A3-B7FE-13523167AD2A}">
      <dgm:prSet/>
      <dgm:spPr/>
      <dgm:t>
        <a:bodyPr/>
        <a:lstStyle/>
        <a:p>
          <a:endParaRPr lang="en-IN"/>
        </a:p>
      </dgm:t>
    </dgm:pt>
    <dgm:pt modelId="{B363804C-5AB6-4891-AFAB-5E62A436B4EA}" type="sibTrans" cxnId="{464D153D-2159-41A3-B7FE-13523167AD2A}">
      <dgm:prSet/>
      <dgm:spPr/>
      <dgm:t>
        <a:bodyPr/>
        <a:lstStyle/>
        <a:p>
          <a:endParaRPr lang="en-IN"/>
        </a:p>
      </dgm:t>
    </dgm:pt>
    <dgm:pt modelId="{98255BDD-1046-4F0D-AE78-815B59206F31}">
      <dgm:prSet custT="1"/>
      <dgm:spPr/>
      <dgm:t>
        <a:bodyPr/>
        <a:lstStyle/>
        <a:p>
          <a:r>
            <a:rPr lang="en-GB" sz="700" dirty="0"/>
            <a:t>Finance Executive</a:t>
          </a:r>
          <a:endParaRPr lang="en-IN" sz="700" dirty="0"/>
        </a:p>
      </dgm:t>
    </dgm:pt>
    <dgm:pt modelId="{01D8404D-7575-44B4-B65B-A00A6F735ABC}" type="parTrans" cxnId="{21BA0790-28E4-466C-8EC5-173BA3D8E8D3}">
      <dgm:prSet/>
      <dgm:spPr/>
      <dgm:t>
        <a:bodyPr/>
        <a:lstStyle/>
        <a:p>
          <a:endParaRPr lang="en-IN"/>
        </a:p>
      </dgm:t>
    </dgm:pt>
    <dgm:pt modelId="{C524C174-2EB9-43B7-9896-A6F58305C067}" type="sibTrans" cxnId="{21BA0790-28E4-466C-8EC5-173BA3D8E8D3}">
      <dgm:prSet/>
      <dgm:spPr/>
      <dgm:t>
        <a:bodyPr/>
        <a:lstStyle/>
        <a:p>
          <a:endParaRPr lang="en-IN"/>
        </a:p>
      </dgm:t>
    </dgm:pt>
    <dgm:pt modelId="{711D0892-7868-4810-88FB-2890DAD75FDA}">
      <dgm:prSet custT="1"/>
      <dgm:spPr/>
      <dgm:t>
        <a:bodyPr/>
        <a:lstStyle/>
        <a:p>
          <a:r>
            <a:rPr lang="en-GB" sz="900" dirty="0"/>
            <a:t>Outsourced Team</a:t>
          </a:r>
          <a:endParaRPr lang="en-IN" sz="900" dirty="0"/>
        </a:p>
      </dgm:t>
    </dgm:pt>
    <dgm:pt modelId="{7D2A523E-2BF3-4C34-90AE-E8E0EDA6D396}" type="parTrans" cxnId="{40E61A41-992B-420F-8C9D-C9DAA5A75E59}">
      <dgm:prSet/>
      <dgm:spPr/>
      <dgm:t>
        <a:bodyPr/>
        <a:lstStyle/>
        <a:p>
          <a:endParaRPr lang="en-IN"/>
        </a:p>
      </dgm:t>
    </dgm:pt>
    <dgm:pt modelId="{9A26A83C-28BF-49D5-A50D-3E6419A48FE5}" type="sibTrans" cxnId="{40E61A41-992B-420F-8C9D-C9DAA5A75E59}">
      <dgm:prSet/>
      <dgm:spPr/>
      <dgm:t>
        <a:bodyPr/>
        <a:lstStyle/>
        <a:p>
          <a:endParaRPr lang="en-IN"/>
        </a:p>
      </dgm:t>
    </dgm:pt>
    <dgm:pt modelId="{E10620EE-F22E-45BB-B810-306A9D82DF92}">
      <dgm:prSet custT="1"/>
      <dgm:spPr/>
      <dgm:t>
        <a:bodyPr/>
        <a:lstStyle/>
        <a:p>
          <a:r>
            <a:rPr lang="en-GB" sz="700" dirty="0"/>
            <a:t>Tech Support Team</a:t>
          </a:r>
          <a:endParaRPr lang="en-IN" sz="700" dirty="0"/>
        </a:p>
      </dgm:t>
    </dgm:pt>
    <dgm:pt modelId="{FD5D2457-BE18-4CFE-A347-AE8ACA57D535}" type="parTrans" cxnId="{6F3EE96D-36F1-46D8-8C5C-38F66433B5A0}">
      <dgm:prSet/>
      <dgm:spPr/>
      <dgm:t>
        <a:bodyPr/>
        <a:lstStyle/>
        <a:p>
          <a:endParaRPr lang="en-IN"/>
        </a:p>
      </dgm:t>
    </dgm:pt>
    <dgm:pt modelId="{B29E85C8-220A-472D-86B7-7E0AF95E621B}" type="sibTrans" cxnId="{6F3EE96D-36F1-46D8-8C5C-38F66433B5A0}">
      <dgm:prSet/>
      <dgm:spPr/>
      <dgm:t>
        <a:bodyPr/>
        <a:lstStyle/>
        <a:p>
          <a:endParaRPr lang="en-IN"/>
        </a:p>
      </dgm:t>
    </dgm:pt>
    <dgm:pt modelId="{ACE98712-B343-4BE3-9F33-9603298F6393}">
      <dgm:prSet custT="1"/>
      <dgm:spPr/>
      <dgm:t>
        <a:bodyPr/>
        <a:lstStyle/>
        <a:p>
          <a:r>
            <a:rPr lang="en-GB" sz="900" dirty="0"/>
            <a:t>Senior Support Manager</a:t>
          </a:r>
          <a:endParaRPr lang="en-IN" sz="900" dirty="0"/>
        </a:p>
      </dgm:t>
    </dgm:pt>
    <dgm:pt modelId="{C23D9C8C-5AED-416E-A0F1-B8790999A728}" type="sibTrans" cxnId="{C1B458FE-F679-4CEA-A3B7-E625DB693670}">
      <dgm:prSet/>
      <dgm:spPr/>
      <dgm:t>
        <a:bodyPr/>
        <a:lstStyle/>
        <a:p>
          <a:endParaRPr lang="en-IN"/>
        </a:p>
      </dgm:t>
    </dgm:pt>
    <dgm:pt modelId="{65F44044-B7F6-423B-8D31-F5B7937E680A}" type="parTrans" cxnId="{C1B458FE-F679-4CEA-A3B7-E625DB693670}">
      <dgm:prSet/>
      <dgm:spPr/>
      <dgm:t>
        <a:bodyPr/>
        <a:lstStyle/>
        <a:p>
          <a:endParaRPr lang="en-IN"/>
        </a:p>
      </dgm:t>
    </dgm:pt>
    <dgm:pt modelId="{A4A1DF34-127F-4E73-A090-556C155AFB99}">
      <dgm:prSet custT="1"/>
      <dgm:spPr/>
      <dgm:t>
        <a:bodyPr/>
        <a:lstStyle/>
        <a:p>
          <a:r>
            <a:rPr lang="en-GB" sz="900" dirty="0"/>
            <a:t>Content Development Manager</a:t>
          </a:r>
          <a:endParaRPr lang="en-IN" sz="900" dirty="0"/>
        </a:p>
      </dgm:t>
    </dgm:pt>
    <dgm:pt modelId="{29AE00E5-EB60-4F4E-B9B0-6A38BB866AD6}" type="parTrans" cxnId="{A2A5AE42-32D0-4EFB-9B0A-059942446329}">
      <dgm:prSet/>
      <dgm:spPr/>
      <dgm:t>
        <a:bodyPr/>
        <a:lstStyle/>
        <a:p>
          <a:endParaRPr lang="en-IN"/>
        </a:p>
      </dgm:t>
    </dgm:pt>
    <dgm:pt modelId="{A841E038-64E5-47F8-909B-AD847D687626}" type="sibTrans" cxnId="{A2A5AE42-32D0-4EFB-9B0A-059942446329}">
      <dgm:prSet/>
      <dgm:spPr/>
      <dgm:t>
        <a:bodyPr/>
        <a:lstStyle/>
        <a:p>
          <a:endParaRPr lang="en-IN"/>
        </a:p>
      </dgm:t>
    </dgm:pt>
    <dgm:pt modelId="{9C4C2DCF-30B8-4C06-8CA0-A1B70612BE15}">
      <dgm:prSet custT="1"/>
      <dgm:spPr/>
      <dgm:t>
        <a:bodyPr/>
        <a:lstStyle/>
        <a:p>
          <a:r>
            <a:rPr lang="en-GB" sz="700" dirty="0"/>
            <a:t>Regional Team Lead</a:t>
          </a:r>
          <a:endParaRPr lang="en-IN" sz="700" dirty="0"/>
        </a:p>
      </dgm:t>
    </dgm:pt>
    <dgm:pt modelId="{E478C0FE-C52C-4608-A78D-BCE8F8FC369C}" type="parTrans" cxnId="{6113836A-D141-4EE0-91C3-7B01EBC71EC5}">
      <dgm:prSet/>
      <dgm:spPr/>
      <dgm:t>
        <a:bodyPr/>
        <a:lstStyle/>
        <a:p>
          <a:endParaRPr lang="en-IN"/>
        </a:p>
      </dgm:t>
    </dgm:pt>
    <dgm:pt modelId="{F511F99C-E017-4182-8A1B-8FBB06EF006F}" type="sibTrans" cxnId="{6113836A-D141-4EE0-91C3-7B01EBC71EC5}">
      <dgm:prSet/>
      <dgm:spPr/>
      <dgm:t>
        <a:bodyPr/>
        <a:lstStyle/>
        <a:p>
          <a:endParaRPr lang="en-IN"/>
        </a:p>
      </dgm:t>
    </dgm:pt>
    <dgm:pt modelId="{C025947B-3E80-4829-8C70-9C3F3BE41E17}">
      <dgm:prSet custT="1"/>
      <dgm:spPr/>
      <dgm:t>
        <a:bodyPr/>
        <a:lstStyle/>
        <a:p>
          <a:r>
            <a:rPr lang="en-GB" sz="600" dirty="0"/>
            <a:t>Product Expert</a:t>
          </a:r>
          <a:endParaRPr lang="en-IN" sz="600" dirty="0"/>
        </a:p>
      </dgm:t>
    </dgm:pt>
    <dgm:pt modelId="{ADD4357E-697C-4AEC-9293-B19A56AAAC7A}" type="parTrans" cxnId="{06C44B8F-4B43-4B2C-93EB-F4E8D3594E64}">
      <dgm:prSet/>
      <dgm:spPr/>
      <dgm:t>
        <a:bodyPr/>
        <a:lstStyle/>
        <a:p>
          <a:endParaRPr lang="en-IN"/>
        </a:p>
      </dgm:t>
    </dgm:pt>
    <dgm:pt modelId="{CB9696E0-46D7-49F2-932B-7083B8D5245B}" type="sibTrans" cxnId="{06C44B8F-4B43-4B2C-93EB-F4E8D3594E64}">
      <dgm:prSet/>
      <dgm:spPr/>
      <dgm:t>
        <a:bodyPr/>
        <a:lstStyle/>
        <a:p>
          <a:endParaRPr lang="en-IN"/>
        </a:p>
      </dgm:t>
    </dgm:pt>
    <dgm:pt modelId="{DAEFF623-A38C-4DF9-A6AD-1F06214A211D}">
      <dgm:prSet custT="1"/>
      <dgm:spPr/>
      <dgm:t>
        <a:bodyPr/>
        <a:lstStyle/>
        <a:p>
          <a:r>
            <a:rPr lang="en-GB" sz="700" dirty="0"/>
            <a:t>Content Executive</a:t>
          </a:r>
          <a:endParaRPr lang="en-IN" sz="700" dirty="0"/>
        </a:p>
      </dgm:t>
    </dgm:pt>
    <dgm:pt modelId="{3E94317F-1D1B-4881-89F0-0128DB81FC27}" type="parTrans" cxnId="{09480A4F-AA57-4C74-BC57-754730957EEF}">
      <dgm:prSet/>
      <dgm:spPr/>
      <dgm:t>
        <a:bodyPr/>
        <a:lstStyle/>
        <a:p>
          <a:endParaRPr lang="en-IN"/>
        </a:p>
      </dgm:t>
    </dgm:pt>
    <dgm:pt modelId="{CB54C6FB-32DA-4E3D-A738-B2BC4214FF98}" type="sibTrans" cxnId="{09480A4F-AA57-4C74-BC57-754730957EEF}">
      <dgm:prSet/>
      <dgm:spPr/>
      <dgm:t>
        <a:bodyPr/>
        <a:lstStyle/>
        <a:p>
          <a:endParaRPr lang="en-IN"/>
        </a:p>
      </dgm:t>
    </dgm:pt>
    <dgm:pt modelId="{38D94918-DCB1-4A52-9863-E6E1AF0A8A14}">
      <dgm:prSet custT="1"/>
      <dgm:spPr/>
      <dgm:t>
        <a:bodyPr/>
        <a:lstStyle/>
        <a:p>
          <a:r>
            <a:rPr lang="en-GB" sz="900" dirty="0"/>
            <a:t>HR Executive</a:t>
          </a:r>
          <a:endParaRPr lang="en-IN" sz="900" dirty="0"/>
        </a:p>
      </dgm:t>
    </dgm:pt>
    <dgm:pt modelId="{AFDE3205-DFF4-4B6F-852F-BA95BE75E4E2}" type="parTrans" cxnId="{3086CE0B-E365-4E86-BCEF-1AAE81C197E5}">
      <dgm:prSet/>
      <dgm:spPr/>
      <dgm:t>
        <a:bodyPr/>
        <a:lstStyle/>
        <a:p>
          <a:endParaRPr lang="en-IN"/>
        </a:p>
      </dgm:t>
    </dgm:pt>
    <dgm:pt modelId="{001C328D-AB3E-45F0-B6BA-0BC4FAE113F0}" type="sibTrans" cxnId="{3086CE0B-E365-4E86-BCEF-1AAE81C197E5}">
      <dgm:prSet/>
      <dgm:spPr/>
      <dgm:t>
        <a:bodyPr/>
        <a:lstStyle/>
        <a:p>
          <a:endParaRPr lang="en-IN"/>
        </a:p>
      </dgm:t>
    </dgm:pt>
    <dgm:pt modelId="{2053E649-E753-4F03-BA94-0CFF1B344A9A}">
      <dgm:prSet custT="1"/>
      <dgm:spPr/>
      <dgm:t>
        <a:bodyPr/>
        <a:lstStyle/>
        <a:p>
          <a:r>
            <a:rPr lang="en-GB" sz="700" dirty="0"/>
            <a:t>Admin Executive</a:t>
          </a:r>
          <a:endParaRPr lang="en-IN" sz="700" dirty="0"/>
        </a:p>
      </dgm:t>
    </dgm:pt>
    <dgm:pt modelId="{E796C7CF-7118-4E76-B8A9-021AC15A79DC}" type="parTrans" cxnId="{E1BCA26F-2F80-4E0E-9CB4-9648D6179D4D}">
      <dgm:prSet/>
      <dgm:spPr/>
      <dgm:t>
        <a:bodyPr/>
        <a:lstStyle/>
        <a:p>
          <a:endParaRPr lang="en-IN"/>
        </a:p>
      </dgm:t>
    </dgm:pt>
    <dgm:pt modelId="{E74AB1E5-45F0-4987-BB45-BE7127D668E9}" type="sibTrans" cxnId="{E1BCA26F-2F80-4E0E-9CB4-9648D6179D4D}">
      <dgm:prSet/>
      <dgm:spPr/>
      <dgm:t>
        <a:bodyPr/>
        <a:lstStyle/>
        <a:p>
          <a:endParaRPr lang="en-IN"/>
        </a:p>
      </dgm:t>
    </dgm:pt>
    <dgm:pt modelId="{F1876A4D-3284-4FF4-9418-03927E0BE7BB}" type="pres">
      <dgm:prSet presAssocID="{3E4D7811-BCFD-42FF-827E-CD722DFD591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EE13A82-8717-436A-BEE7-D646012E79BD}" type="pres">
      <dgm:prSet presAssocID="{DA78DD87-6A47-4DB4-8B39-8B1D41F00F6C}" presName="hierRoot1" presStyleCnt="0">
        <dgm:presLayoutVars>
          <dgm:hierBranch val="init"/>
        </dgm:presLayoutVars>
      </dgm:prSet>
      <dgm:spPr/>
    </dgm:pt>
    <dgm:pt modelId="{D6B35DCF-6A90-41F9-8C23-D5A1B89DEE5F}" type="pres">
      <dgm:prSet presAssocID="{DA78DD87-6A47-4DB4-8B39-8B1D41F00F6C}" presName="rootComposite1" presStyleCnt="0"/>
      <dgm:spPr/>
    </dgm:pt>
    <dgm:pt modelId="{67C1A2B7-50C3-4916-9DC0-5C50752130A4}" type="pres">
      <dgm:prSet presAssocID="{DA78DD87-6A47-4DB4-8B39-8B1D41F00F6C}" presName="rootText1" presStyleLbl="node0" presStyleIdx="0" presStyleCnt="1" custScaleX="248526" custScaleY="403798">
        <dgm:presLayoutVars>
          <dgm:chPref val="3"/>
        </dgm:presLayoutVars>
      </dgm:prSet>
      <dgm:spPr/>
    </dgm:pt>
    <dgm:pt modelId="{FDFB9CDB-6807-4F3C-8772-35DC91595731}" type="pres">
      <dgm:prSet presAssocID="{DA78DD87-6A47-4DB4-8B39-8B1D41F00F6C}" presName="rootConnector1" presStyleLbl="node1" presStyleIdx="0" presStyleCnt="0"/>
      <dgm:spPr/>
    </dgm:pt>
    <dgm:pt modelId="{F666F838-429B-4A57-813E-1D1F03DD760C}" type="pres">
      <dgm:prSet presAssocID="{DA78DD87-6A47-4DB4-8B39-8B1D41F00F6C}" presName="hierChild2" presStyleCnt="0"/>
      <dgm:spPr/>
    </dgm:pt>
    <dgm:pt modelId="{7E51E118-6592-4CDE-A499-FB6115977960}" type="pres">
      <dgm:prSet presAssocID="{CAD84798-37A9-4243-86E6-0E81A33FBC87}" presName="Name37" presStyleLbl="parChTrans1D2" presStyleIdx="0" presStyleCnt="5"/>
      <dgm:spPr/>
    </dgm:pt>
    <dgm:pt modelId="{78DA628E-E5F9-41D6-B616-8798D9958630}" type="pres">
      <dgm:prSet presAssocID="{0799B2C7-E718-414D-98D0-1CEAEC6DF2FC}" presName="hierRoot2" presStyleCnt="0">
        <dgm:presLayoutVars>
          <dgm:hierBranch val="init"/>
        </dgm:presLayoutVars>
      </dgm:prSet>
      <dgm:spPr/>
    </dgm:pt>
    <dgm:pt modelId="{F0E4BF19-C690-4D2F-8402-791212A578E5}" type="pres">
      <dgm:prSet presAssocID="{0799B2C7-E718-414D-98D0-1CEAEC6DF2FC}" presName="rootComposite" presStyleCnt="0"/>
      <dgm:spPr/>
    </dgm:pt>
    <dgm:pt modelId="{CE00E02B-B49A-4641-BD96-EB4AE061FF68}" type="pres">
      <dgm:prSet presAssocID="{0799B2C7-E718-414D-98D0-1CEAEC6DF2FC}" presName="rootText" presStyleLbl="node2" presStyleIdx="0" presStyleCnt="5" custScaleX="187505" custScaleY="280706">
        <dgm:presLayoutVars>
          <dgm:chPref val="3"/>
        </dgm:presLayoutVars>
      </dgm:prSet>
      <dgm:spPr/>
    </dgm:pt>
    <dgm:pt modelId="{FB9995DC-20CA-4DC6-B55E-EA48A61C9338}" type="pres">
      <dgm:prSet presAssocID="{0799B2C7-E718-414D-98D0-1CEAEC6DF2FC}" presName="rootConnector" presStyleLbl="node2" presStyleIdx="0" presStyleCnt="5"/>
      <dgm:spPr/>
    </dgm:pt>
    <dgm:pt modelId="{2F984342-CF32-400A-942F-9C3D3A42E375}" type="pres">
      <dgm:prSet presAssocID="{0799B2C7-E718-414D-98D0-1CEAEC6DF2FC}" presName="hierChild4" presStyleCnt="0"/>
      <dgm:spPr/>
    </dgm:pt>
    <dgm:pt modelId="{178E4E3C-ABF2-479C-90DD-359F9916DE6F}" type="pres">
      <dgm:prSet presAssocID="{E216230D-D71C-47FB-96FD-BCF635358973}" presName="Name37" presStyleLbl="parChTrans1D3" presStyleIdx="0" presStyleCnt="10"/>
      <dgm:spPr/>
    </dgm:pt>
    <dgm:pt modelId="{2907A267-1A67-4208-BA0C-C6ABB0E2A8AE}" type="pres">
      <dgm:prSet presAssocID="{E370CC12-9083-4C58-9920-460E9D603D3D}" presName="hierRoot2" presStyleCnt="0">
        <dgm:presLayoutVars>
          <dgm:hierBranch val="init"/>
        </dgm:presLayoutVars>
      </dgm:prSet>
      <dgm:spPr/>
    </dgm:pt>
    <dgm:pt modelId="{285E6233-D5C3-4526-85A6-16C66C9F08D7}" type="pres">
      <dgm:prSet presAssocID="{E370CC12-9083-4C58-9920-460E9D603D3D}" presName="rootComposite" presStyleCnt="0"/>
      <dgm:spPr/>
    </dgm:pt>
    <dgm:pt modelId="{62E34C0A-B668-485C-A581-7714A12279C9}" type="pres">
      <dgm:prSet presAssocID="{E370CC12-9083-4C58-9920-460E9D603D3D}" presName="rootText" presStyleLbl="node3" presStyleIdx="0" presStyleCnt="10" custScaleX="183100" custScaleY="303715">
        <dgm:presLayoutVars>
          <dgm:chPref val="3"/>
        </dgm:presLayoutVars>
      </dgm:prSet>
      <dgm:spPr/>
    </dgm:pt>
    <dgm:pt modelId="{2EC03E7A-D95F-4703-B14D-E94D1A155B19}" type="pres">
      <dgm:prSet presAssocID="{E370CC12-9083-4C58-9920-460E9D603D3D}" presName="rootConnector" presStyleLbl="node3" presStyleIdx="0" presStyleCnt="10"/>
      <dgm:spPr/>
    </dgm:pt>
    <dgm:pt modelId="{D66DF8AA-183D-4F41-8EC3-65DED566467B}" type="pres">
      <dgm:prSet presAssocID="{E370CC12-9083-4C58-9920-460E9D603D3D}" presName="hierChild4" presStyleCnt="0"/>
      <dgm:spPr/>
    </dgm:pt>
    <dgm:pt modelId="{C41054E4-155F-473D-A077-C72751E52E61}" type="pres">
      <dgm:prSet presAssocID="{F084CA38-59FE-4FEB-B5B2-742A8F3A4598}" presName="Name37" presStyleLbl="parChTrans1D4" presStyleIdx="0" presStyleCnt="9"/>
      <dgm:spPr/>
    </dgm:pt>
    <dgm:pt modelId="{EBC1B82A-93E6-4F42-914C-6C688915CF07}" type="pres">
      <dgm:prSet presAssocID="{CD4DADE0-D777-419A-9398-AA5C6D72FC7A}" presName="hierRoot2" presStyleCnt="0">
        <dgm:presLayoutVars>
          <dgm:hierBranch val="init"/>
        </dgm:presLayoutVars>
      </dgm:prSet>
      <dgm:spPr/>
    </dgm:pt>
    <dgm:pt modelId="{91A433D4-B305-4719-A3BE-7F1F2C363CB6}" type="pres">
      <dgm:prSet presAssocID="{CD4DADE0-D777-419A-9398-AA5C6D72FC7A}" presName="rootComposite" presStyleCnt="0"/>
      <dgm:spPr/>
    </dgm:pt>
    <dgm:pt modelId="{DD9BB7D9-BC7F-4FE3-9F45-C95C7367BC33}" type="pres">
      <dgm:prSet presAssocID="{CD4DADE0-D777-419A-9398-AA5C6D72FC7A}" presName="rootText" presStyleLbl="node4" presStyleIdx="0" presStyleCnt="9" custScaleX="181191" custScaleY="188702">
        <dgm:presLayoutVars>
          <dgm:chPref val="3"/>
        </dgm:presLayoutVars>
      </dgm:prSet>
      <dgm:spPr/>
    </dgm:pt>
    <dgm:pt modelId="{8ECA8778-F8FA-454F-81EF-F22829C24D29}" type="pres">
      <dgm:prSet presAssocID="{CD4DADE0-D777-419A-9398-AA5C6D72FC7A}" presName="rootConnector" presStyleLbl="node4" presStyleIdx="0" presStyleCnt="9"/>
      <dgm:spPr/>
    </dgm:pt>
    <dgm:pt modelId="{A63222C4-554A-4072-847A-75C02E20329F}" type="pres">
      <dgm:prSet presAssocID="{CD4DADE0-D777-419A-9398-AA5C6D72FC7A}" presName="hierChild4" presStyleCnt="0"/>
      <dgm:spPr/>
    </dgm:pt>
    <dgm:pt modelId="{CE4DE5D0-19E9-44CD-9A8D-C87528876193}" type="pres">
      <dgm:prSet presAssocID="{CD4DADE0-D777-419A-9398-AA5C6D72FC7A}" presName="hierChild5" presStyleCnt="0"/>
      <dgm:spPr/>
    </dgm:pt>
    <dgm:pt modelId="{4F40DE05-2DA1-4241-8940-CC56FD8A6CB5}" type="pres">
      <dgm:prSet presAssocID="{E370CC12-9083-4C58-9920-460E9D603D3D}" presName="hierChild5" presStyleCnt="0"/>
      <dgm:spPr/>
    </dgm:pt>
    <dgm:pt modelId="{C8337BE8-A2B4-4B01-929A-69143D048083}" type="pres">
      <dgm:prSet presAssocID="{51E45BEE-E724-4881-8245-DD73728D1C8A}" presName="Name37" presStyleLbl="parChTrans1D3" presStyleIdx="1" presStyleCnt="10"/>
      <dgm:spPr/>
    </dgm:pt>
    <dgm:pt modelId="{9F123BE0-2E06-47F2-B7C1-73644CCE4803}" type="pres">
      <dgm:prSet presAssocID="{284E9663-915E-4464-9DAA-800B25986F1B}" presName="hierRoot2" presStyleCnt="0">
        <dgm:presLayoutVars>
          <dgm:hierBranch val="init"/>
        </dgm:presLayoutVars>
      </dgm:prSet>
      <dgm:spPr/>
    </dgm:pt>
    <dgm:pt modelId="{8F9311C9-B24A-4D0C-8560-43713B082805}" type="pres">
      <dgm:prSet presAssocID="{284E9663-915E-4464-9DAA-800B25986F1B}" presName="rootComposite" presStyleCnt="0"/>
      <dgm:spPr/>
    </dgm:pt>
    <dgm:pt modelId="{200A2EA5-FFC3-4368-8DCE-D63A8CB7F165}" type="pres">
      <dgm:prSet presAssocID="{284E9663-915E-4464-9DAA-800B25986F1B}" presName="rootText" presStyleLbl="node3" presStyleIdx="1" presStyleCnt="10" custScaleX="279609" custScaleY="291993">
        <dgm:presLayoutVars>
          <dgm:chPref val="3"/>
        </dgm:presLayoutVars>
      </dgm:prSet>
      <dgm:spPr/>
    </dgm:pt>
    <dgm:pt modelId="{0A0EDC70-DA60-4A1E-B5DC-D9952D695DA9}" type="pres">
      <dgm:prSet presAssocID="{284E9663-915E-4464-9DAA-800B25986F1B}" presName="rootConnector" presStyleLbl="node3" presStyleIdx="1" presStyleCnt="10"/>
      <dgm:spPr/>
    </dgm:pt>
    <dgm:pt modelId="{56BEA82B-39E6-4C3D-81CD-B479C4CDC2E5}" type="pres">
      <dgm:prSet presAssocID="{284E9663-915E-4464-9DAA-800B25986F1B}" presName="hierChild4" presStyleCnt="0"/>
      <dgm:spPr/>
    </dgm:pt>
    <dgm:pt modelId="{7ED2213F-02F3-4D38-8410-029080B1600E}" type="pres">
      <dgm:prSet presAssocID="{EE8D8DD5-A0A4-4D5C-B2BF-1414C4758B45}" presName="Name37" presStyleLbl="parChTrans1D4" presStyleIdx="1" presStyleCnt="9"/>
      <dgm:spPr/>
    </dgm:pt>
    <dgm:pt modelId="{94905830-CAF8-49FB-A41A-2A68ECC3E607}" type="pres">
      <dgm:prSet presAssocID="{807D1BD1-0DA4-4C83-8989-CDCBA586F721}" presName="hierRoot2" presStyleCnt="0">
        <dgm:presLayoutVars>
          <dgm:hierBranch val="init"/>
        </dgm:presLayoutVars>
      </dgm:prSet>
      <dgm:spPr/>
    </dgm:pt>
    <dgm:pt modelId="{11174B61-51F8-49D8-9990-2124C9B5A0BB}" type="pres">
      <dgm:prSet presAssocID="{807D1BD1-0DA4-4C83-8989-CDCBA586F721}" presName="rootComposite" presStyleCnt="0"/>
      <dgm:spPr/>
    </dgm:pt>
    <dgm:pt modelId="{63B44779-1F9F-4D05-B48B-36997248471C}" type="pres">
      <dgm:prSet presAssocID="{807D1BD1-0DA4-4C83-8989-CDCBA586F721}" presName="rootText" presStyleLbl="node4" presStyleIdx="1" presStyleCnt="9" custScaleX="212504" custScaleY="171668">
        <dgm:presLayoutVars>
          <dgm:chPref val="3"/>
        </dgm:presLayoutVars>
      </dgm:prSet>
      <dgm:spPr/>
    </dgm:pt>
    <dgm:pt modelId="{50978317-E531-4E20-8195-F0C60FED6796}" type="pres">
      <dgm:prSet presAssocID="{807D1BD1-0DA4-4C83-8989-CDCBA586F721}" presName="rootConnector" presStyleLbl="node4" presStyleIdx="1" presStyleCnt="9"/>
      <dgm:spPr/>
    </dgm:pt>
    <dgm:pt modelId="{FF832714-0973-412A-906D-94C852BB6C89}" type="pres">
      <dgm:prSet presAssocID="{807D1BD1-0DA4-4C83-8989-CDCBA586F721}" presName="hierChild4" presStyleCnt="0"/>
      <dgm:spPr/>
    </dgm:pt>
    <dgm:pt modelId="{147189CD-BBB5-4838-A190-4721557CC243}" type="pres">
      <dgm:prSet presAssocID="{807D1BD1-0DA4-4C83-8989-CDCBA586F721}" presName="hierChild5" presStyleCnt="0"/>
      <dgm:spPr/>
    </dgm:pt>
    <dgm:pt modelId="{43041BFF-56FA-429B-953F-496C0991950B}" type="pres">
      <dgm:prSet presAssocID="{965F960B-1442-4863-B3BC-16AA5902EA04}" presName="Name37" presStyleLbl="parChTrans1D4" presStyleIdx="2" presStyleCnt="9"/>
      <dgm:spPr/>
    </dgm:pt>
    <dgm:pt modelId="{C38E91EC-D716-4F98-ACC8-433EE9DF751C}" type="pres">
      <dgm:prSet presAssocID="{A7337EB5-4126-499F-95D9-5C149C59356A}" presName="hierRoot2" presStyleCnt="0">
        <dgm:presLayoutVars>
          <dgm:hierBranch val="init"/>
        </dgm:presLayoutVars>
      </dgm:prSet>
      <dgm:spPr/>
    </dgm:pt>
    <dgm:pt modelId="{85A56D4C-CAEB-4A08-B8F8-17DBEC1C9A40}" type="pres">
      <dgm:prSet presAssocID="{A7337EB5-4126-499F-95D9-5C149C59356A}" presName="rootComposite" presStyleCnt="0"/>
      <dgm:spPr/>
    </dgm:pt>
    <dgm:pt modelId="{2D7E2B5A-4919-4ACF-BB99-FFC99564189E}" type="pres">
      <dgm:prSet presAssocID="{A7337EB5-4126-499F-95D9-5C149C59356A}" presName="rootText" presStyleLbl="node4" presStyleIdx="2" presStyleCnt="9" custScaleX="190668" custScaleY="222334">
        <dgm:presLayoutVars>
          <dgm:chPref val="3"/>
        </dgm:presLayoutVars>
      </dgm:prSet>
      <dgm:spPr/>
    </dgm:pt>
    <dgm:pt modelId="{50CB207D-C68C-4F79-B751-980063952422}" type="pres">
      <dgm:prSet presAssocID="{A7337EB5-4126-499F-95D9-5C149C59356A}" presName="rootConnector" presStyleLbl="node4" presStyleIdx="2" presStyleCnt="9"/>
      <dgm:spPr/>
    </dgm:pt>
    <dgm:pt modelId="{438863F4-D26F-474D-8899-2BCFF0A53F10}" type="pres">
      <dgm:prSet presAssocID="{A7337EB5-4126-499F-95D9-5C149C59356A}" presName="hierChild4" presStyleCnt="0"/>
      <dgm:spPr/>
    </dgm:pt>
    <dgm:pt modelId="{929EE4F5-426E-4EE0-BED8-1FA42C6E9D62}" type="pres">
      <dgm:prSet presAssocID="{A7337EB5-4126-499F-95D9-5C149C59356A}" presName="hierChild5" presStyleCnt="0"/>
      <dgm:spPr/>
    </dgm:pt>
    <dgm:pt modelId="{FC7B49D9-004C-43E8-AA59-2C0226CDAD76}" type="pres">
      <dgm:prSet presAssocID="{284E9663-915E-4464-9DAA-800B25986F1B}" presName="hierChild5" presStyleCnt="0"/>
      <dgm:spPr/>
    </dgm:pt>
    <dgm:pt modelId="{BD946AB0-10AA-4186-8B08-7ECC77DD0A22}" type="pres">
      <dgm:prSet presAssocID="{301111C5-EDA9-468D-A9AF-382C84BB4E0D}" presName="Name37" presStyleLbl="parChTrans1D3" presStyleIdx="2" presStyleCnt="10"/>
      <dgm:spPr/>
    </dgm:pt>
    <dgm:pt modelId="{0A03DD56-3A9A-4624-A68D-A9C06460DA05}" type="pres">
      <dgm:prSet presAssocID="{CC7DB59B-8672-40BE-B5BD-BC42CC2BB9C2}" presName="hierRoot2" presStyleCnt="0">
        <dgm:presLayoutVars>
          <dgm:hierBranch val="init"/>
        </dgm:presLayoutVars>
      </dgm:prSet>
      <dgm:spPr/>
    </dgm:pt>
    <dgm:pt modelId="{E9058737-F77C-4E31-A3DE-C655D8ADB4D1}" type="pres">
      <dgm:prSet presAssocID="{CC7DB59B-8672-40BE-B5BD-BC42CC2BB9C2}" presName="rootComposite" presStyleCnt="0"/>
      <dgm:spPr/>
    </dgm:pt>
    <dgm:pt modelId="{55F02399-AA2C-41DE-915E-5F53018C6576}" type="pres">
      <dgm:prSet presAssocID="{CC7DB59B-8672-40BE-B5BD-BC42CC2BB9C2}" presName="rootText" presStyleLbl="node3" presStyleIdx="2" presStyleCnt="10" custScaleX="255216" custScaleY="289696">
        <dgm:presLayoutVars>
          <dgm:chPref val="3"/>
        </dgm:presLayoutVars>
      </dgm:prSet>
      <dgm:spPr/>
    </dgm:pt>
    <dgm:pt modelId="{1E4B797F-6B5A-4117-89AF-23A28742F2A6}" type="pres">
      <dgm:prSet presAssocID="{CC7DB59B-8672-40BE-B5BD-BC42CC2BB9C2}" presName="rootConnector" presStyleLbl="node3" presStyleIdx="2" presStyleCnt="10"/>
      <dgm:spPr/>
    </dgm:pt>
    <dgm:pt modelId="{64BB9195-2B0B-4A63-AD02-4DF12A7772F1}" type="pres">
      <dgm:prSet presAssocID="{CC7DB59B-8672-40BE-B5BD-BC42CC2BB9C2}" presName="hierChild4" presStyleCnt="0"/>
      <dgm:spPr/>
    </dgm:pt>
    <dgm:pt modelId="{C8DE7339-AE21-4F53-BB0E-0DE3A2638621}" type="pres">
      <dgm:prSet presAssocID="{E2E3FC35-CFDE-4FE4-B1E3-101AB5BA5421}" presName="Name37" presStyleLbl="parChTrans1D4" presStyleIdx="3" presStyleCnt="9"/>
      <dgm:spPr/>
    </dgm:pt>
    <dgm:pt modelId="{97209346-069E-403B-8855-8E066ADD7DFB}" type="pres">
      <dgm:prSet presAssocID="{4803AE73-63C3-4CC3-A05B-6047FB333224}" presName="hierRoot2" presStyleCnt="0">
        <dgm:presLayoutVars>
          <dgm:hierBranch val="init"/>
        </dgm:presLayoutVars>
      </dgm:prSet>
      <dgm:spPr/>
    </dgm:pt>
    <dgm:pt modelId="{0390492A-1D20-4753-ABC9-38D6DC9C1F4D}" type="pres">
      <dgm:prSet presAssocID="{4803AE73-63C3-4CC3-A05B-6047FB333224}" presName="rootComposite" presStyleCnt="0"/>
      <dgm:spPr/>
    </dgm:pt>
    <dgm:pt modelId="{7DAA81BF-5DAF-45D8-97AB-7F59DF534A59}" type="pres">
      <dgm:prSet presAssocID="{4803AE73-63C3-4CC3-A05B-6047FB333224}" presName="rootText" presStyleLbl="node4" presStyleIdx="3" presStyleCnt="9" custScaleX="212504" custScaleY="171668">
        <dgm:presLayoutVars>
          <dgm:chPref val="3"/>
        </dgm:presLayoutVars>
      </dgm:prSet>
      <dgm:spPr/>
    </dgm:pt>
    <dgm:pt modelId="{A39885D2-F87C-4237-B847-04AA33797655}" type="pres">
      <dgm:prSet presAssocID="{4803AE73-63C3-4CC3-A05B-6047FB333224}" presName="rootConnector" presStyleLbl="node4" presStyleIdx="3" presStyleCnt="9"/>
      <dgm:spPr/>
    </dgm:pt>
    <dgm:pt modelId="{D7552F8C-3CC0-478D-8368-B67341F2D837}" type="pres">
      <dgm:prSet presAssocID="{4803AE73-63C3-4CC3-A05B-6047FB333224}" presName="hierChild4" presStyleCnt="0"/>
      <dgm:spPr/>
    </dgm:pt>
    <dgm:pt modelId="{F0C5EDEA-3470-49F1-A357-6FDE6244B47D}" type="pres">
      <dgm:prSet presAssocID="{4803AE73-63C3-4CC3-A05B-6047FB333224}" presName="hierChild5" presStyleCnt="0"/>
      <dgm:spPr/>
    </dgm:pt>
    <dgm:pt modelId="{77A0A595-F806-4464-830B-9E6CC2B3C747}" type="pres">
      <dgm:prSet presAssocID="{CD894AFC-BC99-497C-A5B4-9B7B42BBBD6A}" presName="Name37" presStyleLbl="parChTrans1D4" presStyleIdx="4" presStyleCnt="9"/>
      <dgm:spPr/>
    </dgm:pt>
    <dgm:pt modelId="{4255D752-6413-40E4-83C6-BEA22792F6FC}" type="pres">
      <dgm:prSet presAssocID="{6C14647A-8D67-4E90-9E26-3239ADDA2AE7}" presName="hierRoot2" presStyleCnt="0">
        <dgm:presLayoutVars>
          <dgm:hierBranch val="init"/>
        </dgm:presLayoutVars>
      </dgm:prSet>
      <dgm:spPr/>
    </dgm:pt>
    <dgm:pt modelId="{4AFB1E3F-8B67-4940-ABF7-69876B60B7DF}" type="pres">
      <dgm:prSet presAssocID="{6C14647A-8D67-4E90-9E26-3239ADDA2AE7}" presName="rootComposite" presStyleCnt="0"/>
      <dgm:spPr/>
    </dgm:pt>
    <dgm:pt modelId="{3BD2798E-2BEA-48AE-AA2D-156880C97C84}" type="pres">
      <dgm:prSet presAssocID="{6C14647A-8D67-4E90-9E26-3239ADDA2AE7}" presName="rootText" presStyleLbl="node4" presStyleIdx="4" presStyleCnt="9" custScaleX="190668" custScaleY="222334" custLinFactNeighborX="-2680" custLinFactNeighborY="6987">
        <dgm:presLayoutVars>
          <dgm:chPref val="3"/>
        </dgm:presLayoutVars>
      </dgm:prSet>
      <dgm:spPr/>
    </dgm:pt>
    <dgm:pt modelId="{ADF83706-6283-40C1-9C8C-513D0D63CE0C}" type="pres">
      <dgm:prSet presAssocID="{6C14647A-8D67-4E90-9E26-3239ADDA2AE7}" presName="rootConnector" presStyleLbl="node4" presStyleIdx="4" presStyleCnt="9"/>
      <dgm:spPr/>
    </dgm:pt>
    <dgm:pt modelId="{B1FABDCC-E238-4D9E-B705-A7A785756E16}" type="pres">
      <dgm:prSet presAssocID="{6C14647A-8D67-4E90-9E26-3239ADDA2AE7}" presName="hierChild4" presStyleCnt="0"/>
      <dgm:spPr/>
    </dgm:pt>
    <dgm:pt modelId="{1E05B480-2952-4986-96D1-8FDC9299ADEC}" type="pres">
      <dgm:prSet presAssocID="{6C14647A-8D67-4E90-9E26-3239ADDA2AE7}" presName="hierChild5" presStyleCnt="0"/>
      <dgm:spPr/>
    </dgm:pt>
    <dgm:pt modelId="{77D25A86-5428-4370-A769-635047BD9B64}" type="pres">
      <dgm:prSet presAssocID="{CC7DB59B-8672-40BE-B5BD-BC42CC2BB9C2}" presName="hierChild5" presStyleCnt="0"/>
      <dgm:spPr/>
    </dgm:pt>
    <dgm:pt modelId="{F35CFF24-6AF0-4BFE-82E7-A32B44096156}" type="pres">
      <dgm:prSet presAssocID="{0799B2C7-E718-414D-98D0-1CEAEC6DF2FC}" presName="hierChild5" presStyleCnt="0"/>
      <dgm:spPr/>
    </dgm:pt>
    <dgm:pt modelId="{4F3BB3E4-DE8A-4448-B802-D523EC667AF7}" type="pres">
      <dgm:prSet presAssocID="{9C17A479-1607-4CCB-A443-7BA79D97DA4F}" presName="Name37" presStyleLbl="parChTrans1D2" presStyleIdx="1" presStyleCnt="5"/>
      <dgm:spPr/>
    </dgm:pt>
    <dgm:pt modelId="{A243CC2F-8600-4455-9BC0-38803C282248}" type="pres">
      <dgm:prSet presAssocID="{6A14355B-DCA3-470B-98F9-14FDF67FA9DD}" presName="hierRoot2" presStyleCnt="0">
        <dgm:presLayoutVars>
          <dgm:hierBranch val="init"/>
        </dgm:presLayoutVars>
      </dgm:prSet>
      <dgm:spPr/>
    </dgm:pt>
    <dgm:pt modelId="{A65FC32A-FBE7-4526-ADDA-F20C5AC9DD0D}" type="pres">
      <dgm:prSet presAssocID="{6A14355B-DCA3-470B-98F9-14FDF67FA9DD}" presName="rootComposite" presStyleCnt="0"/>
      <dgm:spPr/>
    </dgm:pt>
    <dgm:pt modelId="{4CAA4511-839A-43BE-84A8-E006AF18C6A8}" type="pres">
      <dgm:prSet presAssocID="{6A14355B-DCA3-470B-98F9-14FDF67FA9DD}" presName="rootText" presStyleLbl="node2" presStyleIdx="1" presStyleCnt="5" custScaleX="187505" custScaleY="280706">
        <dgm:presLayoutVars>
          <dgm:chPref val="3"/>
        </dgm:presLayoutVars>
      </dgm:prSet>
      <dgm:spPr/>
    </dgm:pt>
    <dgm:pt modelId="{EBB889C7-C291-4CD4-A5BA-354D939431DF}" type="pres">
      <dgm:prSet presAssocID="{6A14355B-DCA3-470B-98F9-14FDF67FA9DD}" presName="rootConnector" presStyleLbl="node2" presStyleIdx="1" presStyleCnt="5"/>
      <dgm:spPr/>
    </dgm:pt>
    <dgm:pt modelId="{7081EA26-6F16-4548-B214-A3C0AD257F31}" type="pres">
      <dgm:prSet presAssocID="{6A14355B-DCA3-470B-98F9-14FDF67FA9DD}" presName="hierChild4" presStyleCnt="0"/>
      <dgm:spPr/>
    </dgm:pt>
    <dgm:pt modelId="{3F1A92AF-3ACD-409F-99F4-0742F6DD5540}" type="pres">
      <dgm:prSet presAssocID="{B1966B2A-1CD3-4F1D-A633-59B388354F80}" presName="Name37" presStyleLbl="parChTrans1D3" presStyleIdx="3" presStyleCnt="10"/>
      <dgm:spPr/>
    </dgm:pt>
    <dgm:pt modelId="{30530B3C-0936-4748-AA39-FD7774E3B95B}" type="pres">
      <dgm:prSet presAssocID="{0F1A765C-A8B2-446E-8C8C-FB8F9AD9ED53}" presName="hierRoot2" presStyleCnt="0">
        <dgm:presLayoutVars>
          <dgm:hierBranch val="init"/>
        </dgm:presLayoutVars>
      </dgm:prSet>
      <dgm:spPr/>
    </dgm:pt>
    <dgm:pt modelId="{5AFAC07D-F71E-4AE4-AAB5-60487D830A46}" type="pres">
      <dgm:prSet presAssocID="{0F1A765C-A8B2-446E-8C8C-FB8F9AD9ED53}" presName="rootComposite" presStyleCnt="0"/>
      <dgm:spPr/>
    </dgm:pt>
    <dgm:pt modelId="{C9223BA6-ECA0-43EF-9F25-03D900EDDEAF}" type="pres">
      <dgm:prSet presAssocID="{0F1A765C-A8B2-446E-8C8C-FB8F9AD9ED53}" presName="rootText" presStyleLbl="node3" presStyleIdx="3" presStyleCnt="10" custScaleX="255216" custScaleY="273513">
        <dgm:presLayoutVars>
          <dgm:chPref val="3"/>
        </dgm:presLayoutVars>
      </dgm:prSet>
      <dgm:spPr/>
    </dgm:pt>
    <dgm:pt modelId="{869FB36F-6BDE-4E02-942B-9B11B0B31D66}" type="pres">
      <dgm:prSet presAssocID="{0F1A765C-A8B2-446E-8C8C-FB8F9AD9ED53}" presName="rootConnector" presStyleLbl="node3" presStyleIdx="3" presStyleCnt="10"/>
      <dgm:spPr/>
    </dgm:pt>
    <dgm:pt modelId="{EF1E03BE-650F-4ED5-AB47-0CAC864B3238}" type="pres">
      <dgm:prSet presAssocID="{0F1A765C-A8B2-446E-8C8C-FB8F9AD9ED53}" presName="hierChild4" presStyleCnt="0"/>
      <dgm:spPr/>
    </dgm:pt>
    <dgm:pt modelId="{E6FBB3D5-2D65-4739-B276-11D3A40E91CF}" type="pres">
      <dgm:prSet presAssocID="{0F1A765C-A8B2-446E-8C8C-FB8F9AD9ED53}" presName="hierChild5" presStyleCnt="0"/>
      <dgm:spPr/>
    </dgm:pt>
    <dgm:pt modelId="{F3B1ADA5-442D-4B36-A665-C49E81B1BFE7}" type="pres">
      <dgm:prSet presAssocID="{01D8404D-7575-44B4-B65B-A00A6F735ABC}" presName="Name37" presStyleLbl="parChTrans1D3" presStyleIdx="4" presStyleCnt="10"/>
      <dgm:spPr/>
    </dgm:pt>
    <dgm:pt modelId="{14AE1BAF-2AE9-44C1-9D48-A3C49448D477}" type="pres">
      <dgm:prSet presAssocID="{98255BDD-1046-4F0D-AE78-815B59206F31}" presName="hierRoot2" presStyleCnt="0">
        <dgm:presLayoutVars>
          <dgm:hierBranch val="init"/>
        </dgm:presLayoutVars>
      </dgm:prSet>
      <dgm:spPr/>
    </dgm:pt>
    <dgm:pt modelId="{C580E6FA-273D-4735-88BF-8BD67FF78A4B}" type="pres">
      <dgm:prSet presAssocID="{98255BDD-1046-4F0D-AE78-815B59206F31}" presName="rootComposite" presStyleCnt="0"/>
      <dgm:spPr/>
    </dgm:pt>
    <dgm:pt modelId="{5862AD54-AB69-45B3-A438-7882A42B1AF3}" type="pres">
      <dgm:prSet presAssocID="{98255BDD-1046-4F0D-AE78-815B59206F31}" presName="rootText" presStyleLbl="node3" presStyleIdx="4" presStyleCnt="10" custScaleX="212504" custScaleY="171668">
        <dgm:presLayoutVars>
          <dgm:chPref val="3"/>
        </dgm:presLayoutVars>
      </dgm:prSet>
      <dgm:spPr/>
    </dgm:pt>
    <dgm:pt modelId="{D36883CD-AEE1-49FA-AFE4-CF725BF6CE05}" type="pres">
      <dgm:prSet presAssocID="{98255BDD-1046-4F0D-AE78-815B59206F31}" presName="rootConnector" presStyleLbl="node3" presStyleIdx="4" presStyleCnt="10"/>
      <dgm:spPr/>
    </dgm:pt>
    <dgm:pt modelId="{8FD48614-8DDE-4BBD-B88D-3078C6A66F62}" type="pres">
      <dgm:prSet presAssocID="{98255BDD-1046-4F0D-AE78-815B59206F31}" presName="hierChild4" presStyleCnt="0"/>
      <dgm:spPr/>
    </dgm:pt>
    <dgm:pt modelId="{ECAEE920-B771-40FC-97CA-035BB4BC0763}" type="pres">
      <dgm:prSet presAssocID="{98255BDD-1046-4F0D-AE78-815B59206F31}" presName="hierChild5" presStyleCnt="0"/>
      <dgm:spPr/>
    </dgm:pt>
    <dgm:pt modelId="{4EE4D38D-9B70-4E03-83DB-61AB377E2BA4}" type="pres">
      <dgm:prSet presAssocID="{6A14355B-DCA3-470B-98F9-14FDF67FA9DD}" presName="hierChild5" presStyleCnt="0"/>
      <dgm:spPr/>
    </dgm:pt>
    <dgm:pt modelId="{D0983AB8-BAE0-4456-938D-4E673CD55489}" type="pres">
      <dgm:prSet presAssocID="{CD3E71BB-1B58-4660-B361-38C9B5C716CB}" presName="Name37" presStyleLbl="parChTrans1D2" presStyleIdx="2" presStyleCnt="5"/>
      <dgm:spPr/>
    </dgm:pt>
    <dgm:pt modelId="{F794FEA6-89BF-4EC9-A16A-848CC64C0D91}" type="pres">
      <dgm:prSet presAssocID="{68FA099D-8FF8-46F9-86E2-5649EC252E60}" presName="hierRoot2" presStyleCnt="0">
        <dgm:presLayoutVars>
          <dgm:hierBranch val="init"/>
        </dgm:presLayoutVars>
      </dgm:prSet>
      <dgm:spPr/>
    </dgm:pt>
    <dgm:pt modelId="{963E10E3-D64E-4566-832A-9EE935D2C106}" type="pres">
      <dgm:prSet presAssocID="{68FA099D-8FF8-46F9-86E2-5649EC252E60}" presName="rootComposite" presStyleCnt="0"/>
      <dgm:spPr/>
    </dgm:pt>
    <dgm:pt modelId="{D180DA84-7383-49BE-ABFE-692B80580AC6}" type="pres">
      <dgm:prSet presAssocID="{68FA099D-8FF8-46F9-86E2-5649EC252E60}" presName="rootText" presStyleLbl="node2" presStyleIdx="2" presStyleCnt="5" custScaleX="247831" custScaleY="280706">
        <dgm:presLayoutVars>
          <dgm:chPref val="3"/>
        </dgm:presLayoutVars>
      </dgm:prSet>
      <dgm:spPr/>
    </dgm:pt>
    <dgm:pt modelId="{E80EC4D9-688E-4431-9D7C-F7CC8FA7A6C1}" type="pres">
      <dgm:prSet presAssocID="{68FA099D-8FF8-46F9-86E2-5649EC252E60}" presName="rootConnector" presStyleLbl="node2" presStyleIdx="2" presStyleCnt="5"/>
      <dgm:spPr/>
    </dgm:pt>
    <dgm:pt modelId="{5E7571DF-2FC3-4DD1-AF22-98E3BB856FD9}" type="pres">
      <dgm:prSet presAssocID="{68FA099D-8FF8-46F9-86E2-5649EC252E60}" presName="hierChild4" presStyleCnt="0"/>
      <dgm:spPr/>
    </dgm:pt>
    <dgm:pt modelId="{B0A5EAE7-FE40-4797-AA8B-09FA839E516C}" type="pres">
      <dgm:prSet presAssocID="{7D2A523E-2BF3-4C34-90AE-E8E0EDA6D396}" presName="Name37" presStyleLbl="parChTrans1D3" presStyleIdx="5" presStyleCnt="10"/>
      <dgm:spPr/>
    </dgm:pt>
    <dgm:pt modelId="{42386886-7695-4F28-AC1E-9F082195848E}" type="pres">
      <dgm:prSet presAssocID="{711D0892-7868-4810-88FB-2890DAD75FDA}" presName="hierRoot2" presStyleCnt="0">
        <dgm:presLayoutVars>
          <dgm:hierBranch val="init"/>
        </dgm:presLayoutVars>
      </dgm:prSet>
      <dgm:spPr/>
    </dgm:pt>
    <dgm:pt modelId="{7A2378DF-BE00-42A9-AB0D-1F44BFBEF386}" type="pres">
      <dgm:prSet presAssocID="{711D0892-7868-4810-88FB-2890DAD75FDA}" presName="rootComposite" presStyleCnt="0"/>
      <dgm:spPr/>
    </dgm:pt>
    <dgm:pt modelId="{51B7C0FD-C8D2-4B82-8D5A-8E978EDAC354}" type="pres">
      <dgm:prSet presAssocID="{711D0892-7868-4810-88FB-2890DAD75FDA}" presName="rootText" presStyleLbl="node3" presStyleIdx="5" presStyleCnt="10" custScaleX="255216" custScaleY="273513">
        <dgm:presLayoutVars>
          <dgm:chPref val="3"/>
        </dgm:presLayoutVars>
      </dgm:prSet>
      <dgm:spPr/>
    </dgm:pt>
    <dgm:pt modelId="{DF727CAE-9F49-4205-B5DA-9DA5172735CA}" type="pres">
      <dgm:prSet presAssocID="{711D0892-7868-4810-88FB-2890DAD75FDA}" presName="rootConnector" presStyleLbl="node3" presStyleIdx="5" presStyleCnt="10"/>
      <dgm:spPr/>
    </dgm:pt>
    <dgm:pt modelId="{D50F3A0A-4222-4ACD-8511-FEAB29C4A702}" type="pres">
      <dgm:prSet presAssocID="{711D0892-7868-4810-88FB-2890DAD75FDA}" presName="hierChild4" presStyleCnt="0"/>
      <dgm:spPr/>
    </dgm:pt>
    <dgm:pt modelId="{E5B13987-F357-43B5-8056-9CD40CF52BB8}" type="pres">
      <dgm:prSet presAssocID="{711D0892-7868-4810-88FB-2890DAD75FDA}" presName="hierChild5" presStyleCnt="0"/>
      <dgm:spPr/>
    </dgm:pt>
    <dgm:pt modelId="{03E85A9A-7CE4-468A-BB72-7A154804B162}" type="pres">
      <dgm:prSet presAssocID="{FD5D2457-BE18-4CFE-A347-AE8ACA57D535}" presName="Name37" presStyleLbl="parChTrans1D3" presStyleIdx="6" presStyleCnt="10"/>
      <dgm:spPr/>
    </dgm:pt>
    <dgm:pt modelId="{2AD72CC3-2E05-4202-BCA9-8D0EE16F031F}" type="pres">
      <dgm:prSet presAssocID="{E10620EE-F22E-45BB-B810-306A9D82DF92}" presName="hierRoot2" presStyleCnt="0">
        <dgm:presLayoutVars>
          <dgm:hierBranch val="init"/>
        </dgm:presLayoutVars>
      </dgm:prSet>
      <dgm:spPr/>
    </dgm:pt>
    <dgm:pt modelId="{A0394005-E1AE-4E21-AE21-752205FF865B}" type="pres">
      <dgm:prSet presAssocID="{E10620EE-F22E-45BB-B810-306A9D82DF92}" presName="rootComposite" presStyleCnt="0"/>
      <dgm:spPr/>
    </dgm:pt>
    <dgm:pt modelId="{3A56C92D-8ED3-44E8-A886-743FAB211D55}" type="pres">
      <dgm:prSet presAssocID="{E10620EE-F22E-45BB-B810-306A9D82DF92}" presName="rootText" presStyleLbl="node3" presStyleIdx="6" presStyleCnt="10" custScaleX="212504" custScaleY="171668">
        <dgm:presLayoutVars>
          <dgm:chPref val="3"/>
        </dgm:presLayoutVars>
      </dgm:prSet>
      <dgm:spPr/>
    </dgm:pt>
    <dgm:pt modelId="{0EB8A5F3-BCD7-4EFD-9970-6A96186BC203}" type="pres">
      <dgm:prSet presAssocID="{E10620EE-F22E-45BB-B810-306A9D82DF92}" presName="rootConnector" presStyleLbl="node3" presStyleIdx="6" presStyleCnt="10"/>
      <dgm:spPr/>
    </dgm:pt>
    <dgm:pt modelId="{B5684C45-9174-4AA4-9BB9-ABD5A16EC325}" type="pres">
      <dgm:prSet presAssocID="{E10620EE-F22E-45BB-B810-306A9D82DF92}" presName="hierChild4" presStyleCnt="0"/>
      <dgm:spPr/>
    </dgm:pt>
    <dgm:pt modelId="{E7F5621A-52B7-4009-935D-69E2F4A07CB9}" type="pres">
      <dgm:prSet presAssocID="{E10620EE-F22E-45BB-B810-306A9D82DF92}" presName="hierChild5" presStyleCnt="0"/>
      <dgm:spPr/>
    </dgm:pt>
    <dgm:pt modelId="{055709E8-2FB7-4C9F-B5D5-EF315F04F7BE}" type="pres">
      <dgm:prSet presAssocID="{68FA099D-8FF8-46F9-86E2-5649EC252E60}" presName="hierChild5" presStyleCnt="0"/>
      <dgm:spPr/>
    </dgm:pt>
    <dgm:pt modelId="{8B668A6F-100F-4588-AFE7-469D18548693}" type="pres">
      <dgm:prSet presAssocID="{1B5FD3B2-7355-48C1-992D-531F2A818110}" presName="Name37" presStyleLbl="parChTrans1D2" presStyleIdx="3" presStyleCnt="5"/>
      <dgm:spPr/>
    </dgm:pt>
    <dgm:pt modelId="{946B5707-5AAB-4F33-B714-AFE581C0C038}" type="pres">
      <dgm:prSet presAssocID="{22F23949-FCE7-4669-A81C-9467AFACDF76}" presName="hierRoot2" presStyleCnt="0">
        <dgm:presLayoutVars>
          <dgm:hierBranch val="init"/>
        </dgm:presLayoutVars>
      </dgm:prSet>
      <dgm:spPr/>
    </dgm:pt>
    <dgm:pt modelId="{5EBFE8E2-FC6E-4EF2-B0B9-59FCE8E85DFD}" type="pres">
      <dgm:prSet presAssocID="{22F23949-FCE7-4669-A81C-9467AFACDF76}" presName="rootComposite" presStyleCnt="0"/>
      <dgm:spPr/>
    </dgm:pt>
    <dgm:pt modelId="{29252294-3127-4086-A101-7941F82AD449}" type="pres">
      <dgm:prSet presAssocID="{22F23949-FCE7-4669-A81C-9467AFACDF76}" presName="rootText" presStyleLbl="node2" presStyleIdx="3" presStyleCnt="5" custScaleX="284537" custScaleY="280706">
        <dgm:presLayoutVars>
          <dgm:chPref val="3"/>
        </dgm:presLayoutVars>
      </dgm:prSet>
      <dgm:spPr/>
    </dgm:pt>
    <dgm:pt modelId="{0E11F34D-B2BC-4B2F-8117-6CB5B5E68D7B}" type="pres">
      <dgm:prSet presAssocID="{22F23949-FCE7-4669-A81C-9467AFACDF76}" presName="rootConnector" presStyleLbl="node2" presStyleIdx="3" presStyleCnt="5"/>
      <dgm:spPr/>
    </dgm:pt>
    <dgm:pt modelId="{DF1EEB0E-E2DC-4AD7-9584-38949FC305BD}" type="pres">
      <dgm:prSet presAssocID="{22F23949-FCE7-4669-A81C-9467AFACDF76}" presName="hierChild4" presStyleCnt="0"/>
      <dgm:spPr/>
    </dgm:pt>
    <dgm:pt modelId="{08CEBBE7-817A-4CD3-AC33-715FABB449BB}" type="pres">
      <dgm:prSet presAssocID="{65F44044-B7F6-423B-8D31-F5B7937E680A}" presName="Name37" presStyleLbl="parChTrans1D3" presStyleIdx="7" presStyleCnt="10"/>
      <dgm:spPr/>
    </dgm:pt>
    <dgm:pt modelId="{3F26744E-8D48-4833-AA2A-7D512BBE2221}" type="pres">
      <dgm:prSet presAssocID="{ACE98712-B343-4BE3-9F33-9603298F6393}" presName="hierRoot2" presStyleCnt="0">
        <dgm:presLayoutVars>
          <dgm:hierBranch val="init"/>
        </dgm:presLayoutVars>
      </dgm:prSet>
      <dgm:spPr/>
    </dgm:pt>
    <dgm:pt modelId="{B65C7CD1-2452-4AFE-8A81-77C98D3849A7}" type="pres">
      <dgm:prSet presAssocID="{ACE98712-B343-4BE3-9F33-9603298F6393}" presName="rootComposite" presStyleCnt="0"/>
      <dgm:spPr/>
    </dgm:pt>
    <dgm:pt modelId="{55427FC2-894B-4CEB-BF48-4B009B8255A4}" type="pres">
      <dgm:prSet presAssocID="{ACE98712-B343-4BE3-9F33-9603298F6393}" presName="rootText" presStyleLbl="node3" presStyleIdx="7" presStyleCnt="10" custScaleX="255216" custScaleY="273513">
        <dgm:presLayoutVars>
          <dgm:chPref val="3"/>
        </dgm:presLayoutVars>
      </dgm:prSet>
      <dgm:spPr/>
    </dgm:pt>
    <dgm:pt modelId="{B816C511-FF25-4AF3-858D-70E206ADBD6E}" type="pres">
      <dgm:prSet presAssocID="{ACE98712-B343-4BE3-9F33-9603298F6393}" presName="rootConnector" presStyleLbl="node3" presStyleIdx="7" presStyleCnt="10"/>
      <dgm:spPr/>
    </dgm:pt>
    <dgm:pt modelId="{641C001B-182E-4255-B47A-0BCBF171952E}" type="pres">
      <dgm:prSet presAssocID="{ACE98712-B343-4BE3-9F33-9603298F6393}" presName="hierChild4" presStyleCnt="0"/>
      <dgm:spPr/>
    </dgm:pt>
    <dgm:pt modelId="{B1FA4E32-ADBB-430B-8E6B-0908068E072A}" type="pres">
      <dgm:prSet presAssocID="{E478C0FE-C52C-4608-A78D-BCE8F8FC369C}" presName="Name37" presStyleLbl="parChTrans1D4" presStyleIdx="5" presStyleCnt="9"/>
      <dgm:spPr/>
    </dgm:pt>
    <dgm:pt modelId="{0DB45DD1-4E82-424C-B50B-E2B5F2086B63}" type="pres">
      <dgm:prSet presAssocID="{9C4C2DCF-30B8-4C06-8CA0-A1B70612BE15}" presName="hierRoot2" presStyleCnt="0">
        <dgm:presLayoutVars>
          <dgm:hierBranch val="init"/>
        </dgm:presLayoutVars>
      </dgm:prSet>
      <dgm:spPr/>
    </dgm:pt>
    <dgm:pt modelId="{81B6B414-32CD-4102-83A7-FFA2BC368F2E}" type="pres">
      <dgm:prSet presAssocID="{9C4C2DCF-30B8-4C06-8CA0-A1B70612BE15}" presName="rootComposite" presStyleCnt="0"/>
      <dgm:spPr/>
    </dgm:pt>
    <dgm:pt modelId="{F6E7D188-A0E1-4321-AF15-D5026652ABA3}" type="pres">
      <dgm:prSet presAssocID="{9C4C2DCF-30B8-4C06-8CA0-A1B70612BE15}" presName="rootText" presStyleLbl="node4" presStyleIdx="5" presStyleCnt="9" custScaleX="212504" custScaleY="171668">
        <dgm:presLayoutVars>
          <dgm:chPref val="3"/>
        </dgm:presLayoutVars>
      </dgm:prSet>
      <dgm:spPr/>
    </dgm:pt>
    <dgm:pt modelId="{F10956FD-C1AB-4174-BDF3-2CCD66F84FF8}" type="pres">
      <dgm:prSet presAssocID="{9C4C2DCF-30B8-4C06-8CA0-A1B70612BE15}" presName="rootConnector" presStyleLbl="node4" presStyleIdx="5" presStyleCnt="9"/>
      <dgm:spPr/>
    </dgm:pt>
    <dgm:pt modelId="{7737D1D3-D947-4D8B-858B-C4DFF27B2CC7}" type="pres">
      <dgm:prSet presAssocID="{9C4C2DCF-30B8-4C06-8CA0-A1B70612BE15}" presName="hierChild4" presStyleCnt="0"/>
      <dgm:spPr/>
    </dgm:pt>
    <dgm:pt modelId="{2FC3D885-162F-4533-9D58-F9ECE2A15AC4}" type="pres">
      <dgm:prSet presAssocID="{ADD4357E-697C-4AEC-9293-B19A56AAAC7A}" presName="Name37" presStyleLbl="parChTrans1D4" presStyleIdx="6" presStyleCnt="9"/>
      <dgm:spPr/>
    </dgm:pt>
    <dgm:pt modelId="{5D1DF98C-F9A1-4955-B579-342B5ACE4DE1}" type="pres">
      <dgm:prSet presAssocID="{C025947B-3E80-4829-8C70-9C3F3BE41E17}" presName="hierRoot2" presStyleCnt="0">
        <dgm:presLayoutVars>
          <dgm:hierBranch val="init"/>
        </dgm:presLayoutVars>
      </dgm:prSet>
      <dgm:spPr/>
    </dgm:pt>
    <dgm:pt modelId="{C8737C35-0FB4-4B7D-A19C-67E1E0C704DB}" type="pres">
      <dgm:prSet presAssocID="{C025947B-3E80-4829-8C70-9C3F3BE41E17}" presName="rootComposite" presStyleCnt="0"/>
      <dgm:spPr/>
    </dgm:pt>
    <dgm:pt modelId="{76298E11-E800-4C1D-B8A5-24A148C1E03A}" type="pres">
      <dgm:prSet presAssocID="{C025947B-3E80-4829-8C70-9C3F3BE41E17}" presName="rootText" presStyleLbl="node4" presStyleIdx="6" presStyleCnt="9" custScaleX="190668" custScaleY="222334" custLinFactNeighborX="-2680" custLinFactNeighborY="6987">
        <dgm:presLayoutVars>
          <dgm:chPref val="3"/>
        </dgm:presLayoutVars>
      </dgm:prSet>
      <dgm:spPr/>
    </dgm:pt>
    <dgm:pt modelId="{163E442B-2773-4D47-A356-F97F5C9F6CFC}" type="pres">
      <dgm:prSet presAssocID="{C025947B-3E80-4829-8C70-9C3F3BE41E17}" presName="rootConnector" presStyleLbl="node4" presStyleIdx="6" presStyleCnt="9"/>
      <dgm:spPr/>
    </dgm:pt>
    <dgm:pt modelId="{DC5ED998-D956-4417-9CD0-1B47C400A05A}" type="pres">
      <dgm:prSet presAssocID="{C025947B-3E80-4829-8C70-9C3F3BE41E17}" presName="hierChild4" presStyleCnt="0"/>
      <dgm:spPr/>
    </dgm:pt>
    <dgm:pt modelId="{C67323B9-BD8D-4FE8-A22C-21F98C961E2E}" type="pres">
      <dgm:prSet presAssocID="{C025947B-3E80-4829-8C70-9C3F3BE41E17}" presName="hierChild5" presStyleCnt="0"/>
      <dgm:spPr/>
    </dgm:pt>
    <dgm:pt modelId="{51CBCF49-6545-409A-946D-ED90D79563C3}" type="pres">
      <dgm:prSet presAssocID="{9C4C2DCF-30B8-4C06-8CA0-A1B70612BE15}" presName="hierChild5" presStyleCnt="0"/>
      <dgm:spPr/>
    </dgm:pt>
    <dgm:pt modelId="{C1F89B33-910D-4B15-82FC-B14433D1E4D5}" type="pres">
      <dgm:prSet presAssocID="{ACE98712-B343-4BE3-9F33-9603298F6393}" presName="hierChild5" presStyleCnt="0"/>
      <dgm:spPr/>
    </dgm:pt>
    <dgm:pt modelId="{B4EAB8B5-4AFD-401A-B9AA-3A4C80BD4B50}" type="pres">
      <dgm:prSet presAssocID="{29AE00E5-EB60-4F4E-B9B0-6A38BB866AD6}" presName="Name37" presStyleLbl="parChTrans1D3" presStyleIdx="8" presStyleCnt="10"/>
      <dgm:spPr/>
    </dgm:pt>
    <dgm:pt modelId="{E2E35FAF-6E2F-41D7-AAF5-325B60620BEC}" type="pres">
      <dgm:prSet presAssocID="{A4A1DF34-127F-4E73-A090-556C155AFB99}" presName="hierRoot2" presStyleCnt="0">
        <dgm:presLayoutVars>
          <dgm:hierBranch val="init"/>
        </dgm:presLayoutVars>
      </dgm:prSet>
      <dgm:spPr/>
    </dgm:pt>
    <dgm:pt modelId="{17168BA8-DFDA-4028-823C-6757479AF965}" type="pres">
      <dgm:prSet presAssocID="{A4A1DF34-127F-4E73-A090-556C155AFB99}" presName="rootComposite" presStyleCnt="0"/>
      <dgm:spPr/>
    </dgm:pt>
    <dgm:pt modelId="{E4200BF1-2F1B-448C-975A-0414C6050102}" type="pres">
      <dgm:prSet presAssocID="{A4A1DF34-127F-4E73-A090-556C155AFB99}" presName="rootText" presStyleLbl="node3" presStyleIdx="8" presStyleCnt="10" custScaleX="255216" custScaleY="273513">
        <dgm:presLayoutVars>
          <dgm:chPref val="3"/>
        </dgm:presLayoutVars>
      </dgm:prSet>
      <dgm:spPr/>
    </dgm:pt>
    <dgm:pt modelId="{C4A4E602-00B9-4F37-AFA0-2E00446C5952}" type="pres">
      <dgm:prSet presAssocID="{A4A1DF34-127F-4E73-A090-556C155AFB99}" presName="rootConnector" presStyleLbl="node3" presStyleIdx="8" presStyleCnt="10"/>
      <dgm:spPr/>
    </dgm:pt>
    <dgm:pt modelId="{CCD509F6-2636-465E-8B35-789B0110957F}" type="pres">
      <dgm:prSet presAssocID="{A4A1DF34-127F-4E73-A090-556C155AFB99}" presName="hierChild4" presStyleCnt="0"/>
      <dgm:spPr/>
    </dgm:pt>
    <dgm:pt modelId="{6244E76A-F76D-4295-A427-81CD60BFB770}" type="pres">
      <dgm:prSet presAssocID="{3E94317F-1D1B-4881-89F0-0128DB81FC27}" presName="Name37" presStyleLbl="parChTrans1D4" presStyleIdx="7" presStyleCnt="9"/>
      <dgm:spPr/>
    </dgm:pt>
    <dgm:pt modelId="{64FA178D-6E16-4417-B5DB-85E662AA430F}" type="pres">
      <dgm:prSet presAssocID="{DAEFF623-A38C-4DF9-A6AD-1F06214A211D}" presName="hierRoot2" presStyleCnt="0">
        <dgm:presLayoutVars>
          <dgm:hierBranch val="init"/>
        </dgm:presLayoutVars>
      </dgm:prSet>
      <dgm:spPr/>
    </dgm:pt>
    <dgm:pt modelId="{11532559-9CB4-4184-AA17-997A7B4F5ECB}" type="pres">
      <dgm:prSet presAssocID="{DAEFF623-A38C-4DF9-A6AD-1F06214A211D}" presName="rootComposite" presStyleCnt="0"/>
      <dgm:spPr/>
    </dgm:pt>
    <dgm:pt modelId="{FFCDB149-34D3-4F22-A016-3916AC42E045}" type="pres">
      <dgm:prSet presAssocID="{DAEFF623-A38C-4DF9-A6AD-1F06214A211D}" presName="rootText" presStyleLbl="node4" presStyleIdx="7" presStyleCnt="9" custScaleX="212504" custScaleY="171668">
        <dgm:presLayoutVars>
          <dgm:chPref val="3"/>
        </dgm:presLayoutVars>
      </dgm:prSet>
      <dgm:spPr/>
    </dgm:pt>
    <dgm:pt modelId="{57FE9746-D049-4A42-A456-ECD3FC0FC74D}" type="pres">
      <dgm:prSet presAssocID="{DAEFF623-A38C-4DF9-A6AD-1F06214A211D}" presName="rootConnector" presStyleLbl="node4" presStyleIdx="7" presStyleCnt="9"/>
      <dgm:spPr/>
    </dgm:pt>
    <dgm:pt modelId="{94B3AA3B-0491-4F97-B4A7-89827ABF6FF7}" type="pres">
      <dgm:prSet presAssocID="{DAEFF623-A38C-4DF9-A6AD-1F06214A211D}" presName="hierChild4" presStyleCnt="0"/>
      <dgm:spPr/>
    </dgm:pt>
    <dgm:pt modelId="{8F333733-8F9D-4503-857D-EAF05E18EE3D}" type="pres">
      <dgm:prSet presAssocID="{DAEFF623-A38C-4DF9-A6AD-1F06214A211D}" presName="hierChild5" presStyleCnt="0"/>
      <dgm:spPr/>
    </dgm:pt>
    <dgm:pt modelId="{5E50BE30-1AAF-492F-BCD0-F069CA3D7DD6}" type="pres">
      <dgm:prSet presAssocID="{A4A1DF34-127F-4E73-A090-556C155AFB99}" presName="hierChild5" presStyleCnt="0"/>
      <dgm:spPr/>
    </dgm:pt>
    <dgm:pt modelId="{26ABEB37-0D61-4EAF-B6C3-B5C4694FC40E}" type="pres">
      <dgm:prSet presAssocID="{22F23949-FCE7-4669-A81C-9467AFACDF76}" presName="hierChild5" presStyleCnt="0"/>
      <dgm:spPr/>
    </dgm:pt>
    <dgm:pt modelId="{17779819-F930-4E2B-A655-37187A6850D3}" type="pres">
      <dgm:prSet presAssocID="{8777B854-DE62-4656-B714-EBEF5791141E}" presName="Name37" presStyleLbl="parChTrans1D2" presStyleIdx="4" presStyleCnt="5"/>
      <dgm:spPr/>
    </dgm:pt>
    <dgm:pt modelId="{051608FA-DD0A-4596-AB12-900674FFC4B1}" type="pres">
      <dgm:prSet presAssocID="{40F04749-6CC4-4F99-A034-2578794F44CF}" presName="hierRoot2" presStyleCnt="0">
        <dgm:presLayoutVars>
          <dgm:hierBranch val="init"/>
        </dgm:presLayoutVars>
      </dgm:prSet>
      <dgm:spPr/>
    </dgm:pt>
    <dgm:pt modelId="{5B63FC12-2B44-4B79-8DA0-8411D0109A70}" type="pres">
      <dgm:prSet presAssocID="{40F04749-6CC4-4F99-A034-2578794F44CF}" presName="rootComposite" presStyleCnt="0"/>
      <dgm:spPr/>
    </dgm:pt>
    <dgm:pt modelId="{33669CFB-A0C3-41D0-B57B-FD877A1895ED}" type="pres">
      <dgm:prSet presAssocID="{40F04749-6CC4-4F99-A034-2578794F44CF}" presName="rootText" presStyleLbl="node2" presStyleIdx="4" presStyleCnt="5" custScaleX="187505" custScaleY="280706">
        <dgm:presLayoutVars>
          <dgm:chPref val="3"/>
        </dgm:presLayoutVars>
      </dgm:prSet>
      <dgm:spPr/>
    </dgm:pt>
    <dgm:pt modelId="{8B0DE940-D880-44E6-9C32-3BE09826107E}" type="pres">
      <dgm:prSet presAssocID="{40F04749-6CC4-4F99-A034-2578794F44CF}" presName="rootConnector" presStyleLbl="node2" presStyleIdx="4" presStyleCnt="5"/>
      <dgm:spPr/>
    </dgm:pt>
    <dgm:pt modelId="{4F465A47-637A-4C7E-9C5B-D0314B34C36A}" type="pres">
      <dgm:prSet presAssocID="{40F04749-6CC4-4F99-A034-2578794F44CF}" presName="hierChild4" presStyleCnt="0"/>
      <dgm:spPr/>
    </dgm:pt>
    <dgm:pt modelId="{3447A58F-C45C-4B14-A17D-424C64F47DED}" type="pres">
      <dgm:prSet presAssocID="{AFDE3205-DFF4-4B6F-852F-BA95BE75E4E2}" presName="Name37" presStyleLbl="parChTrans1D3" presStyleIdx="9" presStyleCnt="10"/>
      <dgm:spPr/>
    </dgm:pt>
    <dgm:pt modelId="{AA70DBD3-23A6-4F0D-89CA-4A2D6B0CC001}" type="pres">
      <dgm:prSet presAssocID="{38D94918-DCB1-4A52-9863-E6E1AF0A8A14}" presName="hierRoot2" presStyleCnt="0">
        <dgm:presLayoutVars>
          <dgm:hierBranch val="init"/>
        </dgm:presLayoutVars>
      </dgm:prSet>
      <dgm:spPr/>
    </dgm:pt>
    <dgm:pt modelId="{0A9D5147-9C9F-4800-A788-D876D8F65F9E}" type="pres">
      <dgm:prSet presAssocID="{38D94918-DCB1-4A52-9863-E6E1AF0A8A14}" presName="rootComposite" presStyleCnt="0"/>
      <dgm:spPr/>
    </dgm:pt>
    <dgm:pt modelId="{9BBBA2FD-1A2D-4AD3-959D-FCC2597D857A}" type="pres">
      <dgm:prSet presAssocID="{38D94918-DCB1-4A52-9863-E6E1AF0A8A14}" presName="rootText" presStyleLbl="node3" presStyleIdx="9" presStyleCnt="10" custScaleX="255216" custScaleY="273513">
        <dgm:presLayoutVars>
          <dgm:chPref val="3"/>
        </dgm:presLayoutVars>
      </dgm:prSet>
      <dgm:spPr/>
    </dgm:pt>
    <dgm:pt modelId="{F379670A-4C5B-4319-A39B-1FA52A33BEBD}" type="pres">
      <dgm:prSet presAssocID="{38D94918-DCB1-4A52-9863-E6E1AF0A8A14}" presName="rootConnector" presStyleLbl="node3" presStyleIdx="9" presStyleCnt="10"/>
      <dgm:spPr/>
    </dgm:pt>
    <dgm:pt modelId="{77A87E8A-3B69-4CB0-8611-CAEB5D4BAA6B}" type="pres">
      <dgm:prSet presAssocID="{38D94918-DCB1-4A52-9863-E6E1AF0A8A14}" presName="hierChild4" presStyleCnt="0"/>
      <dgm:spPr/>
    </dgm:pt>
    <dgm:pt modelId="{04444352-9A99-4A69-9516-4A6998874E39}" type="pres">
      <dgm:prSet presAssocID="{E796C7CF-7118-4E76-B8A9-021AC15A79DC}" presName="Name37" presStyleLbl="parChTrans1D4" presStyleIdx="8" presStyleCnt="9"/>
      <dgm:spPr/>
    </dgm:pt>
    <dgm:pt modelId="{FB896A67-EFB6-4FE9-A530-1DA72B3FCDFA}" type="pres">
      <dgm:prSet presAssocID="{2053E649-E753-4F03-BA94-0CFF1B344A9A}" presName="hierRoot2" presStyleCnt="0">
        <dgm:presLayoutVars>
          <dgm:hierBranch val="init"/>
        </dgm:presLayoutVars>
      </dgm:prSet>
      <dgm:spPr/>
    </dgm:pt>
    <dgm:pt modelId="{C50126D1-1216-473B-9B94-CEA7768CA6F7}" type="pres">
      <dgm:prSet presAssocID="{2053E649-E753-4F03-BA94-0CFF1B344A9A}" presName="rootComposite" presStyleCnt="0"/>
      <dgm:spPr/>
    </dgm:pt>
    <dgm:pt modelId="{1147609B-3512-42C9-8C8C-C3926B151125}" type="pres">
      <dgm:prSet presAssocID="{2053E649-E753-4F03-BA94-0CFF1B344A9A}" presName="rootText" presStyleLbl="node4" presStyleIdx="8" presStyleCnt="9" custScaleX="212504" custScaleY="171668">
        <dgm:presLayoutVars>
          <dgm:chPref val="3"/>
        </dgm:presLayoutVars>
      </dgm:prSet>
      <dgm:spPr/>
    </dgm:pt>
    <dgm:pt modelId="{D2C9FD10-E646-4385-A241-A6A3697C8609}" type="pres">
      <dgm:prSet presAssocID="{2053E649-E753-4F03-BA94-0CFF1B344A9A}" presName="rootConnector" presStyleLbl="node4" presStyleIdx="8" presStyleCnt="9"/>
      <dgm:spPr/>
    </dgm:pt>
    <dgm:pt modelId="{A203E7B9-ABD9-4F2C-B462-31B34D884473}" type="pres">
      <dgm:prSet presAssocID="{2053E649-E753-4F03-BA94-0CFF1B344A9A}" presName="hierChild4" presStyleCnt="0"/>
      <dgm:spPr/>
    </dgm:pt>
    <dgm:pt modelId="{030424A7-A986-490C-B08E-57D35B24D112}" type="pres">
      <dgm:prSet presAssocID="{2053E649-E753-4F03-BA94-0CFF1B344A9A}" presName="hierChild5" presStyleCnt="0"/>
      <dgm:spPr/>
    </dgm:pt>
    <dgm:pt modelId="{402CEC8D-D30E-418D-80C3-F58FA7D36A3D}" type="pres">
      <dgm:prSet presAssocID="{38D94918-DCB1-4A52-9863-E6E1AF0A8A14}" presName="hierChild5" presStyleCnt="0"/>
      <dgm:spPr/>
    </dgm:pt>
    <dgm:pt modelId="{CF3FBD1E-72E2-402D-A62A-C68543DC6646}" type="pres">
      <dgm:prSet presAssocID="{40F04749-6CC4-4F99-A034-2578794F44CF}" presName="hierChild5" presStyleCnt="0"/>
      <dgm:spPr/>
    </dgm:pt>
    <dgm:pt modelId="{3D29BA8C-2A33-4C43-9209-C1A2E8CCAA43}" type="pres">
      <dgm:prSet presAssocID="{DA78DD87-6A47-4DB4-8B39-8B1D41F00F6C}" presName="hierChild3" presStyleCnt="0"/>
      <dgm:spPr/>
    </dgm:pt>
  </dgm:ptLst>
  <dgm:cxnLst>
    <dgm:cxn modelId="{1F6F4103-2DA7-40D5-8EF6-B95136BFAF91}" type="presOf" srcId="{40F04749-6CC4-4F99-A034-2578794F44CF}" destId="{33669CFB-A0C3-41D0-B57B-FD877A1895ED}" srcOrd="0" destOrd="0" presId="urn:microsoft.com/office/officeart/2005/8/layout/orgChart1"/>
    <dgm:cxn modelId="{BF1A9809-EDC3-4549-A89D-59DBE37D11EB}" type="presOf" srcId="{22F23949-FCE7-4669-A81C-9467AFACDF76}" destId="{0E11F34D-B2BC-4B2F-8117-6CB5B5E68D7B}" srcOrd="1" destOrd="0" presId="urn:microsoft.com/office/officeart/2005/8/layout/orgChart1"/>
    <dgm:cxn modelId="{8C60330A-A214-4D97-A6A4-9BA64C694BB6}" type="presOf" srcId="{711D0892-7868-4810-88FB-2890DAD75FDA}" destId="{DF727CAE-9F49-4205-B5DA-9DA5172735CA}" srcOrd="1" destOrd="0" presId="urn:microsoft.com/office/officeart/2005/8/layout/orgChart1"/>
    <dgm:cxn modelId="{3086CE0B-E365-4E86-BCEF-1AAE81C197E5}" srcId="{40F04749-6CC4-4F99-A034-2578794F44CF}" destId="{38D94918-DCB1-4A52-9863-E6E1AF0A8A14}" srcOrd="0" destOrd="0" parTransId="{AFDE3205-DFF4-4B6F-852F-BA95BE75E4E2}" sibTransId="{001C328D-AB3E-45F0-B6BA-0BC4FAE113F0}"/>
    <dgm:cxn modelId="{0131B51C-9189-4F85-BA11-BFC40C9B8BF6}" type="presOf" srcId="{E478C0FE-C52C-4608-A78D-BCE8F8FC369C}" destId="{B1FA4E32-ADBB-430B-8E6B-0908068E072A}" srcOrd="0" destOrd="0" presId="urn:microsoft.com/office/officeart/2005/8/layout/orgChart1"/>
    <dgm:cxn modelId="{26AC2F20-29CA-487E-94B8-641FC3482C04}" type="presOf" srcId="{98255BDD-1046-4F0D-AE78-815B59206F31}" destId="{D36883CD-AEE1-49FA-AFE4-CF725BF6CE05}" srcOrd="1" destOrd="0" presId="urn:microsoft.com/office/officeart/2005/8/layout/orgChart1"/>
    <dgm:cxn modelId="{54C47720-2EBA-4AC5-85ED-71EBC646077B}" type="presOf" srcId="{CAD84798-37A9-4243-86E6-0E81A33FBC87}" destId="{7E51E118-6592-4CDE-A499-FB6115977960}" srcOrd="0" destOrd="0" presId="urn:microsoft.com/office/officeart/2005/8/layout/orgChart1"/>
    <dgm:cxn modelId="{597C8A22-6481-4084-8CB4-A465CF0333A2}" type="presOf" srcId="{E370CC12-9083-4C58-9920-460E9D603D3D}" destId="{62E34C0A-B668-485C-A581-7714A12279C9}" srcOrd="0" destOrd="0" presId="urn:microsoft.com/office/officeart/2005/8/layout/orgChart1"/>
    <dgm:cxn modelId="{7ED37A25-2BE4-4BA0-91C4-E39327BF418A}" type="presOf" srcId="{DA78DD87-6A47-4DB4-8B39-8B1D41F00F6C}" destId="{FDFB9CDB-6807-4F3C-8772-35DC91595731}" srcOrd="1" destOrd="0" presId="urn:microsoft.com/office/officeart/2005/8/layout/orgChart1"/>
    <dgm:cxn modelId="{1E97C428-3772-4518-9D3A-63EAB1E335A5}" type="presOf" srcId="{807D1BD1-0DA4-4C83-8989-CDCBA586F721}" destId="{50978317-E531-4E20-8195-F0C60FED6796}" srcOrd="1" destOrd="0" presId="urn:microsoft.com/office/officeart/2005/8/layout/orgChart1"/>
    <dgm:cxn modelId="{3E0D152A-24BE-4665-9BAE-DBCA34F66FFA}" srcId="{CC7DB59B-8672-40BE-B5BD-BC42CC2BB9C2}" destId="{6C14647A-8D67-4E90-9E26-3239ADDA2AE7}" srcOrd="1" destOrd="0" parTransId="{CD894AFC-BC99-497C-A5B4-9B7B42BBBD6A}" sibTransId="{CCB68F8B-024B-4319-9C82-516C104D584C}"/>
    <dgm:cxn modelId="{3A74842C-7637-459F-ADD9-8AB295BB679C}" type="presOf" srcId="{4803AE73-63C3-4CC3-A05B-6047FB333224}" destId="{A39885D2-F87C-4237-B847-04AA33797655}" srcOrd="1" destOrd="0" presId="urn:microsoft.com/office/officeart/2005/8/layout/orgChart1"/>
    <dgm:cxn modelId="{6B0F512F-5626-4BB0-AAD8-0EB7A729E24B}" type="presOf" srcId="{65F44044-B7F6-423B-8D31-F5B7937E680A}" destId="{08CEBBE7-817A-4CD3-AC33-715FABB449BB}" srcOrd="0" destOrd="0" presId="urn:microsoft.com/office/officeart/2005/8/layout/orgChart1"/>
    <dgm:cxn modelId="{7DF43F35-54F0-42F6-A569-3605439ED296}" type="presOf" srcId="{DAEFF623-A38C-4DF9-A6AD-1F06214A211D}" destId="{57FE9746-D049-4A42-A456-ECD3FC0FC74D}" srcOrd="1" destOrd="0" presId="urn:microsoft.com/office/officeart/2005/8/layout/orgChart1"/>
    <dgm:cxn modelId="{BC541938-3715-4838-9E0F-C20FE197700E}" type="presOf" srcId="{51E45BEE-E724-4881-8245-DD73728D1C8A}" destId="{C8337BE8-A2B4-4B01-929A-69143D048083}" srcOrd="0" destOrd="0" presId="urn:microsoft.com/office/officeart/2005/8/layout/orgChart1"/>
    <dgm:cxn modelId="{6E19213B-C393-4836-AC10-4D2DE88510F7}" type="presOf" srcId="{ADD4357E-697C-4AEC-9293-B19A56AAAC7A}" destId="{2FC3D885-162F-4533-9D58-F9ECE2A15AC4}" srcOrd="0" destOrd="0" presId="urn:microsoft.com/office/officeart/2005/8/layout/orgChart1"/>
    <dgm:cxn modelId="{36ED9F3B-B0B9-4712-AB20-4B621C36B435}" type="presOf" srcId="{1B5FD3B2-7355-48C1-992D-531F2A818110}" destId="{8B668A6F-100F-4588-AFE7-469D18548693}" srcOrd="0" destOrd="0" presId="urn:microsoft.com/office/officeart/2005/8/layout/orgChart1"/>
    <dgm:cxn modelId="{5306E93B-C62F-4886-8FDE-A003892F4A9E}" srcId="{DA78DD87-6A47-4DB4-8B39-8B1D41F00F6C}" destId="{0799B2C7-E718-414D-98D0-1CEAEC6DF2FC}" srcOrd="0" destOrd="0" parTransId="{CAD84798-37A9-4243-86E6-0E81A33FBC87}" sibTransId="{C92CECFE-AC8C-4BC3-8251-6EC2BB607A51}"/>
    <dgm:cxn modelId="{464D153D-2159-41A3-B7FE-13523167AD2A}" srcId="{6A14355B-DCA3-470B-98F9-14FDF67FA9DD}" destId="{0F1A765C-A8B2-446E-8C8C-FB8F9AD9ED53}" srcOrd="0" destOrd="0" parTransId="{B1966B2A-1CD3-4F1D-A633-59B388354F80}" sibTransId="{B363804C-5AB6-4891-AFAB-5E62A436B4EA}"/>
    <dgm:cxn modelId="{1259923E-7859-4300-AD44-BE71D7A7CA3D}" type="presOf" srcId="{EE8D8DD5-A0A4-4D5C-B2BF-1414C4758B45}" destId="{7ED2213F-02F3-4D38-8410-029080B1600E}" srcOrd="0" destOrd="0" presId="urn:microsoft.com/office/officeart/2005/8/layout/orgChart1"/>
    <dgm:cxn modelId="{D55CDD3E-63B2-4198-B6BD-597F24EEFFE7}" srcId="{DA78DD87-6A47-4DB4-8B39-8B1D41F00F6C}" destId="{22F23949-FCE7-4669-A81C-9467AFACDF76}" srcOrd="3" destOrd="0" parTransId="{1B5FD3B2-7355-48C1-992D-531F2A818110}" sibTransId="{8BFE6F4F-0536-4C87-BDF4-D415CFA1B934}"/>
    <dgm:cxn modelId="{7443D63F-9231-4AC7-9FA1-776237B6264A}" type="presOf" srcId="{7D2A523E-2BF3-4C34-90AE-E8E0EDA6D396}" destId="{B0A5EAE7-FE40-4797-AA8B-09FA839E516C}" srcOrd="0" destOrd="0" presId="urn:microsoft.com/office/officeart/2005/8/layout/orgChart1"/>
    <dgm:cxn modelId="{7B22F95E-8E64-4969-90EC-B56D045D88EE}" srcId="{CC7DB59B-8672-40BE-B5BD-BC42CC2BB9C2}" destId="{4803AE73-63C3-4CC3-A05B-6047FB333224}" srcOrd="0" destOrd="0" parTransId="{E2E3FC35-CFDE-4FE4-B1E3-101AB5BA5421}" sibTransId="{506A0646-0AC7-4CEE-B484-0A6077A93892}"/>
    <dgm:cxn modelId="{80865260-41B2-419B-A882-FC444D9EE686}" type="presOf" srcId="{0799B2C7-E718-414D-98D0-1CEAEC6DF2FC}" destId="{FB9995DC-20CA-4DC6-B55E-EA48A61C9338}" srcOrd="1" destOrd="0" presId="urn:microsoft.com/office/officeart/2005/8/layout/orgChart1"/>
    <dgm:cxn modelId="{40E61A41-992B-420F-8C9D-C9DAA5A75E59}" srcId="{68FA099D-8FF8-46F9-86E2-5649EC252E60}" destId="{711D0892-7868-4810-88FB-2890DAD75FDA}" srcOrd="0" destOrd="0" parTransId="{7D2A523E-2BF3-4C34-90AE-E8E0EDA6D396}" sibTransId="{9A26A83C-28BF-49D5-A50D-3E6419A48FE5}"/>
    <dgm:cxn modelId="{A853A141-A748-4ED9-869C-B254B55288F8}" srcId="{284E9663-915E-4464-9DAA-800B25986F1B}" destId="{807D1BD1-0DA4-4C83-8989-CDCBA586F721}" srcOrd="0" destOrd="0" parTransId="{EE8D8DD5-A0A4-4D5C-B2BF-1414C4758B45}" sibTransId="{FD575C69-AFE1-4A3B-A658-6BC73305EBD4}"/>
    <dgm:cxn modelId="{89D33762-6CF1-4796-A41A-50E3AC8E2B05}" type="presOf" srcId="{0F1A765C-A8B2-446E-8C8C-FB8F9AD9ED53}" destId="{869FB36F-6BDE-4E02-942B-9B11B0B31D66}" srcOrd="1" destOrd="0" presId="urn:microsoft.com/office/officeart/2005/8/layout/orgChart1"/>
    <dgm:cxn modelId="{A2A5AE42-32D0-4EFB-9B0A-059942446329}" srcId="{22F23949-FCE7-4669-A81C-9467AFACDF76}" destId="{A4A1DF34-127F-4E73-A090-556C155AFB99}" srcOrd="1" destOrd="0" parTransId="{29AE00E5-EB60-4F4E-B9B0-6A38BB866AD6}" sibTransId="{A841E038-64E5-47F8-909B-AD847D687626}"/>
    <dgm:cxn modelId="{6D9BC862-E1E6-4D79-B287-FB1982D99BE3}" type="presOf" srcId="{FD5D2457-BE18-4CFE-A347-AE8ACA57D535}" destId="{03E85A9A-7CE4-468A-BB72-7A154804B162}" srcOrd="0" destOrd="0" presId="urn:microsoft.com/office/officeart/2005/8/layout/orgChart1"/>
    <dgm:cxn modelId="{FCA50B43-7236-432B-831F-E3BF09C97BA7}" type="presOf" srcId="{01D8404D-7575-44B4-B65B-A00A6F735ABC}" destId="{F3B1ADA5-442D-4B36-A665-C49E81B1BFE7}" srcOrd="0" destOrd="0" presId="urn:microsoft.com/office/officeart/2005/8/layout/orgChart1"/>
    <dgm:cxn modelId="{BFA26664-7D63-4A94-A2F6-E1BABFD092BB}" type="presOf" srcId="{E370CC12-9083-4C58-9920-460E9D603D3D}" destId="{2EC03E7A-D95F-4703-B14D-E94D1A155B19}" srcOrd="1" destOrd="0" presId="urn:microsoft.com/office/officeart/2005/8/layout/orgChart1"/>
    <dgm:cxn modelId="{DC467344-66F8-4DA2-BCA2-11C4966AB226}" srcId="{0799B2C7-E718-414D-98D0-1CEAEC6DF2FC}" destId="{284E9663-915E-4464-9DAA-800B25986F1B}" srcOrd="1" destOrd="0" parTransId="{51E45BEE-E724-4881-8245-DD73728D1C8A}" sibTransId="{B5349071-75CC-4073-BDA1-7CC0C0C321CF}"/>
    <dgm:cxn modelId="{6C495445-6E75-4913-8F34-48D5DD17871C}" type="presOf" srcId="{ACE98712-B343-4BE3-9F33-9603298F6393}" destId="{55427FC2-894B-4CEB-BF48-4B009B8255A4}" srcOrd="0" destOrd="0" presId="urn:microsoft.com/office/officeart/2005/8/layout/orgChart1"/>
    <dgm:cxn modelId="{8E758166-360D-44BD-8F10-924B37401669}" type="presOf" srcId="{F084CA38-59FE-4FEB-B5B2-742A8F3A4598}" destId="{C41054E4-155F-473D-A077-C72751E52E61}" srcOrd="0" destOrd="0" presId="urn:microsoft.com/office/officeart/2005/8/layout/orgChart1"/>
    <dgm:cxn modelId="{BEAFAA68-2961-4BC5-8016-BDA4B71041FC}" type="presOf" srcId="{3E4D7811-BCFD-42FF-827E-CD722DFD5918}" destId="{F1876A4D-3284-4FF4-9418-03927E0BE7BB}" srcOrd="0" destOrd="0" presId="urn:microsoft.com/office/officeart/2005/8/layout/orgChart1"/>
    <dgm:cxn modelId="{6113836A-D141-4EE0-91C3-7B01EBC71EC5}" srcId="{ACE98712-B343-4BE3-9F33-9603298F6393}" destId="{9C4C2DCF-30B8-4C06-8CA0-A1B70612BE15}" srcOrd="0" destOrd="0" parTransId="{E478C0FE-C52C-4608-A78D-BCE8F8FC369C}" sibTransId="{F511F99C-E017-4182-8A1B-8FBB06EF006F}"/>
    <dgm:cxn modelId="{B4727B4B-58A0-43FA-9ACE-D0507BB9B7EA}" type="presOf" srcId="{2053E649-E753-4F03-BA94-0CFF1B344A9A}" destId="{D2C9FD10-E646-4385-A241-A6A3697C8609}" srcOrd="1" destOrd="0" presId="urn:microsoft.com/office/officeart/2005/8/layout/orgChart1"/>
    <dgm:cxn modelId="{86C04A4C-1149-4342-A961-6D915516CDC3}" srcId="{284E9663-915E-4464-9DAA-800B25986F1B}" destId="{A7337EB5-4126-499F-95D9-5C149C59356A}" srcOrd="1" destOrd="0" parTransId="{965F960B-1442-4863-B3BC-16AA5902EA04}" sibTransId="{8C2B5DED-853C-4C7D-A892-386833FA64E4}"/>
    <dgm:cxn modelId="{F1C7AE4C-F349-4E04-B535-8B66E08527D4}" type="presOf" srcId="{22F23949-FCE7-4669-A81C-9467AFACDF76}" destId="{29252294-3127-4086-A101-7941F82AD449}" srcOrd="0" destOrd="0" presId="urn:microsoft.com/office/officeart/2005/8/layout/orgChart1"/>
    <dgm:cxn modelId="{6F3EE96D-36F1-46D8-8C5C-38F66433B5A0}" srcId="{68FA099D-8FF8-46F9-86E2-5649EC252E60}" destId="{E10620EE-F22E-45BB-B810-306A9D82DF92}" srcOrd="1" destOrd="0" parTransId="{FD5D2457-BE18-4CFE-A347-AE8ACA57D535}" sibTransId="{B29E85C8-220A-472D-86B7-7E0AF95E621B}"/>
    <dgm:cxn modelId="{09480A4F-AA57-4C74-BC57-754730957EEF}" srcId="{A4A1DF34-127F-4E73-A090-556C155AFB99}" destId="{DAEFF623-A38C-4DF9-A6AD-1F06214A211D}" srcOrd="0" destOrd="0" parTransId="{3E94317F-1D1B-4881-89F0-0128DB81FC27}" sibTransId="{CB54C6FB-32DA-4E3D-A738-B2BC4214FF98}"/>
    <dgm:cxn modelId="{CF563F6F-EAE5-4638-857A-19FF2E655BBD}" type="presOf" srcId="{301111C5-EDA9-468D-A9AF-382C84BB4E0D}" destId="{BD946AB0-10AA-4186-8B08-7ECC77DD0A22}" srcOrd="0" destOrd="0" presId="urn:microsoft.com/office/officeart/2005/8/layout/orgChart1"/>
    <dgm:cxn modelId="{EE17854F-9940-4131-AEB2-A24E56F37978}" type="presOf" srcId="{A7337EB5-4126-499F-95D9-5C149C59356A}" destId="{50CB207D-C68C-4F79-B751-980063952422}" srcOrd="1" destOrd="0" presId="urn:microsoft.com/office/officeart/2005/8/layout/orgChart1"/>
    <dgm:cxn modelId="{E1BCA26F-2F80-4E0E-9CB4-9648D6179D4D}" srcId="{38D94918-DCB1-4A52-9863-E6E1AF0A8A14}" destId="{2053E649-E753-4F03-BA94-0CFF1B344A9A}" srcOrd="0" destOrd="0" parTransId="{E796C7CF-7118-4E76-B8A9-021AC15A79DC}" sibTransId="{E74AB1E5-45F0-4987-BB45-BE7127D668E9}"/>
    <dgm:cxn modelId="{5E3F1950-081F-478B-85C7-B920FF3C89A0}" type="presOf" srcId="{0F1A765C-A8B2-446E-8C8C-FB8F9AD9ED53}" destId="{C9223BA6-ECA0-43EF-9F25-03D900EDDEAF}" srcOrd="0" destOrd="0" presId="urn:microsoft.com/office/officeart/2005/8/layout/orgChart1"/>
    <dgm:cxn modelId="{CEB67070-CB15-4774-9AFE-E630A6364B8B}" type="presOf" srcId="{E216230D-D71C-47FB-96FD-BCF635358973}" destId="{178E4E3C-ABF2-479C-90DD-359F9916DE6F}" srcOrd="0" destOrd="0" presId="urn:microsoft.com/office/officeart/2005/8/layout/orgChart1"/>
    <dgm:cxn modelId="{D3A0EB70-8C36-4864-A28A-D4BFBF06EE87}" type="presOf" srcId="{9C4C2DCF-30B8-4C06-8CA0-A1B70612BE15}" destId="{F10956FD-C1AB-4174-BDF3-2CCD66F84FF8}" srcOrd="1" destOrd="0" presId="urn:microsoft.com/office/officeart/2005/8/layout/orgChart1"/>
    <dgm:cxn modelId="{BEE3AF71-E0A3-4FAF-9A66-2A314FD76480}" type="presOf" srcId="{38D94918-DCB1-4A52-9863-E6E1AF0A8A14}" destId="{9BBBA2FD-1A2D-4AD3-959D-FCC2597D857A}" srcOrd="0" destOrd="0" presId="urn:microsoft.com/office/officeart/2005/8/layout/orgChart1"/>
    <dgm:cxn modelId="{6320D873-EA82-405D-832E-37A36BF7E1EB}" type="presOf" srcId="{E10620EE-F22E-45BB-B810-306A9D82DF92}" destId="{3A56C92D-8ED3-44E8-A886-743FAB211D55}" srcOrd="0" destOrd="0" presId="urn:microsoft.com/office/officeart/2005/8/layout/orgChart1"/>
    <dgm:cxn modelId="{C57B4D57-B42B-4159-A000-CDCAF8086404}" type="presOf" srcId="{711D0892-7868-4810-88FB-2890DAD75FDA}" destId="{51B7C0FD-C8D2-4B82-8D5A-8E978EDAC354}" srcOrd="0" destOrd="0" presId="urn:microsoft.com/office/officeart/2005/8/layout/orgChart1"/>
    <dgm:cxn modelId="{370FF178-8F63-4581-8A72-6E8CCBE5A44C}" type="presOf" srcId="{DA78DD87-6A47-4DB4-8B39-8B1D41F00F6C}" destId="{67C1A2B7-50C3-4916-9DC0-5C50752130A4}" srcOrd="0" destOrd="0" presId="urn:microsoft.com/office/officeart/2005/8/layout/orgChart1"/>
    <dgm:cxn modelId="{3424A97C-73FE-4937-9D32-7718FF57E97B}" type="presOf" srcId="{C025947B-3E80-4829-8C70-9C3F3BE41E17}" destId="{163E442B-2773-4D47-A356-F97F5C9F6CFC}" srcOrd="1" destOrd="0" presId="urn:microsoft.com/office/officeart/2005/8/layout/orgChart1"/>
    <dgm:cxn modelId="{D1834B7E-BB3B-48A3-A8FE-E57CC3FCE03B}" type="presOf" srcId="{A4A1DF34-127F-4E73-A090-556C155AFB99}" destId="{E4200BF1-2F1B-448C-975A-0414C6050102}" srcOrd="0" destOrd="0" presId="urn:microsoft.com/office/officeart/2005/8/layout/orgChart1"/>
    <dgm:cxn modelId="{A6AD6A7F-F404-4506-8789-DC290C24DECD}" type="presOf" srcId="{9C4C2DCF-30B8-4C06-8CA0-A1B70612BE15}" destId="{F6E7D188-A0E1-4321-AF15-D5026652ABA3}" srcOrd="0" destOrd="0" presId="urn:microsoft.com/office/officeart/2005/8/layout/orgChart1"/>
    <dgm:cxn modelId="{EF7EC280-F748-48FF-B483-5E7BD094A7E9}" type="presOf" srcId="{B1966B2A-1CD3-4F1D-A633-59B388354F80}" destId="{3F1A92AF-3ACD-409F-99F4-0742F6DD5540}" srcOrd="0" destOrd="0" presId="urn:microsoft.com/office/officeart/2005/8/layout/orgChart1"/>
    <dgm:cxn modelId="{8EF1D884-A7F7-4CEC-9ADA-2FB64904CA6D}" srcId="{DA78DD87-6A47-4DB4-8B39-8B1D41F00F6C}" destId="{40F04749-6CC4-4F99-A034-2578794F44CF}" srcOrd="4" destOrd="0" parTransId="{8777B854-DE62-4656-B714-EBEF5791141E}" sibTransId="{E74291CB-E739-4085-A6AE-4697CFE4A02A}"/>
    <dgm:cxn modelId="{83D57F87-0C21-4106-AC62-28056EB29946}" type="presOf" srcId="{6A14355B-DCA3-470B-98F9-14FDF67FA9DD}" destId="{EBB889C7-C291-4CD4-A5BA-354D939431DF}" srcOrd="1" destOrd="0" presId="urn:microsoft.com/office/officeart/2005/8/layout/orgChart1"/>
    <dgm:cxn modelId="{06C44B8F-4B43-4B2C-93EB-F4E8D3594E64}" srcId="{9C4C2DCF-30B8-4C06-8CA0-A1B70612BE15}" destId="{C025947B-3E80-4829-8C70-9C3F3BE41E17}" srcOrd="0" destOrd="0" parTransId="{ADD4357E-697C-4AEC-9293-B19A56AAAC7A}" sibTransId="{CB9696E0-46D7-49F2-932B-7083B8D5245B}"/>
    <dgm:cxn modelId="{6EC44E8F-7A63-4F53-B8C0-9A1E58172452}" type="presOf" srcId="{8777B854-DE62-4656-B714-EBEF5791141E}" destId="{17779819-F930-4E2B-A655-37187A6850D3}" srcOrd="0" destOrd="0" presId="urn:microsoft.com/office/officeart/2005/8/layout/orgChart1"/>
    <dgm:cxn modelId="{21BA0790-28E4-466C-8EC5-173BA3D8E8D3}" srcId="{6A14355B-DCA3-470B-98F9-14FDF67FA9DD}" destId="{98255BDD-1046-4F0D-AE78-815B59206F31}" srcOrd="1" destOrd="0" parTransId="{01D8404D-7575-44B4-B65B-A00A6F735ABC}" sibTransId="{C524C174-2EB9-43B7-9896-A6F58305C067}"/>
    <dgm:cxn modelId="{6A1E0495-2BE5-4860-B0CB-3E5CC649C3D7}" type="presOf" srcId="{68FA099D-8FF8-46F9-86E2-5649EC252E60}" destId="{D180DA84-7383-49BE-ABFE-692B80580AC6}" srcOrd="0" destOrd="0" presId="urn:microsoft.com/office/officeart/2005/8/layout/orgChart1"/>
    <dgm:cxn modelId="{C9B27B9A-AEFA-46D6-A2F3-D094C165CF4F}" type="presOf" srcId="{29AE00E5-EB60-4F4E-B9B0-6A38BB866AD6}" destId="{B4EAB8B5-4AFD-401A-B9AA-3A4C80BD4B50}" srcOrd="0" destOrd="0" presId="urn:microsoft.com/office/officeart/2005/8/layout/orgChart1"/>
    <dgm:cxn modelId="{23B2F89A-5251-4728-9D31-E1B8220C76E1}" srcId="{0799B2C7-E718-414D-98D0-1CEAEC6DF2FC}" destId="{CC7DB59B-8672-40BE-B5BD-BC42CC2BB9C2}" srcOrd="2" destOrd="0" parTransId="{301111C5-EDA9-468D-A9AF-382C84BB4E0D}" sibTransId="{F0056E51-767C-4291-8021-2DB5EF49201F}"/>
    <dgm:cxn modelId="{C1C9BD9C-B097-4CD3-ACE2-88867F12821A}" type="presOf" srcId="{CC7DB59B-8672-40BE-B5BD-BC42CC2BB9C2}" destId="{55F02399-AA2C-41DE-915E-5F53018C6576}" srcOrd="0" destOrd="0" presId="urn:microsoft.com/office/officeart/2005/8/layout/orgChart1"/>
    <dgm:cxn modelId="{346FBA9E-DDB3-48B9-9AC4-A8972D35F8B4}" srcId="{0799B2C7-E718-414D-98D0-1CEAEC6DF2FC}" destId="{E370CC12-9083-4C58-9920-460E9D603D3D}" srcOrd="0" destOrd="0" parTransId="{E216230D-D71C-47FB-96FD-BCF635358973}" sibTransId="{9F8A0D2B-B2B5-46E3-BBC8-37359D56E18F}"/>
    <dgm:cxn modelId="{483498AB-4026-44A2-95C6-5CD812229F92}" type="presOf" srcId="{6A14355B-DCA3-470B-98F9-14FDF67FA9DD}" destId="{4CAA4511-839A-43BE-84A8-E006AF18C6A8}" srcOrd="0" destOrd="0" presId="urn:microsoft.com/office/officeart/2005/8/layout/orgChart1"/>
    <dgm:cxn modelId="{1B5908AC-A014-473C-A3C8-BDA8D081D738}" type="presOf" srcId="{6C14647A-8D67-4E90-9E26-3239ADDA2AE7}" destId="{ADF83706-6283-40C1-9C8C-513D0D63CE0C}" srcOrd="1" destOrd="0" presId="urn:microsoft.com/office/officeart/2005/8/layout/orgChart1"/>
    <dgm:cxn modelId="{5CD06DAC-11D1-43CC-B5D3-6076F8972730}" type="presOf" srcId="{E2E3FC35-CFDE-4FE4-B1E3-101AB5BA5421}" destId="{C8DE7339-AE21-4F53-BB0E-0DE3A2638621}" srcOrd="0" destOrd="0" presId="urn:microsoft.com/office/officeart/2005/8/layout/orgChart1"/>
    <dgm:cxn modelId="{AEE8E5B0-D38C-41F4-8995-65B68E06D3B2}" type="presOf" srcId="{CD3E71BB-1B58-4660-B361-38C9B5C716CB}" destId="{D0983AB8-BAE0-4456-938D-4E673CD55489}" srcOrd="0" destOrd="0" presId="urn:microsoft.com/office/officeart/2005/8/layout/orgChart1"/>
    <dgm:cxn modelId="{0398FEB2-37BB-466A-B1E5-5B81F5414B07}" type="presOf" srcId="{A7337EB5-4126-499F-95D9-5C149C59356A}" destId="{2D7E2B5A-4919-4ACF-BB99-FFC99564189E}" srcOrd="0" destOrd="0" presId="urn:microsoft.com/office/officeart/2005/8/layout/orgChart1"/>
    <dgm:cxn modelId="{F21A5DB6-D8D2-49C2-A1A0-9F5A946A7CD9}" type="presOf" srcId="{DAEFF623-A38C-4DF9-A6AD-1F06214A211D}" destId="{FFCDB149-34D3-4F22-A016-3916AC42E045}" srcOrd="0" destOrd="0" presId="urn:microsoft.com/office/officeart/2005/8/layout/orgChart1"/>
    <dgm:cxn modelId="{C5884CB6-3AFC-4EA4-85DD-9165448010C0}" srcId="{DA78DD87-6A47-4DB4-8B39-8B1D41F00F6C}" destId="{68FA099D-8FF8-46F9-86E2-5649EC252E60}" srcOrd="2" destOrd="0" parTransId="{CD3E71BB-1B58-4660-B361-38C9B5C716CB}" sibTransId="{EF29056B-D10D-4B4C-BFCE-01A359986637}"/>
    <dgm:cxn modelId="{174E2BB8-AE64-42D8-9412-50CC088171FD}" srcId="{3E4D7811-BCFD-42FF-827E-CD722DFD5918}" destId="{DA78DD87-6A47-4DB4-8B39-8B1D41F00F6C}" srcOrd="0" destOrd="0" parTransId="{1A3D8E19-0CE3-414A-B9DA-2765A9373EDA}" sibTransId="{A2DC9BCE-55D5-429B-9A84-2C2D41302779}"/>
    <dgm:cxn modelId="{AE4B28BA-A2F8-4136-BE15-C5FC0F353E63}" type="presOf" srcId="{965F960B-1442-4863-B3BC-16AA5902EA04}" destId="{43041BFF-56FA-429B-953F-496C0991950B}" srcOrd="0" destOrd="0" presId="urn:microsoft.com/office/officeart/2005/8/layout/orgChart1"/>
    <dgm:cxn modelId="{26D471BD-E365-472E-BE4E-C9CBDBB5A61F}" type="presOf" srcId="{98255BDD-1046-4F0D-AE78-815B59206F31}" destId="{5862AD54-AB69-45B3-A438-7882A42B1AF3}" srcOrd="0" destOrd="0" presId="urn:microsoft.com/office/officeart/2005/8/layout/orgChart1"/>
    <dgm:cxn modelId="{E05DDAC0-A573-4AB1-8609-71E3B6B22A01}" type="presOf" srcId="{3E94317F-1D1B-4881-89F0-0128DB81FC27}" destId="{6244E76A-F76D-4295-A427-81CD60BFB770}" srcOrd="0" destOrd="0" presId="urn:microsoft.com/office/officeart/2005/8/layout/orgChart1"/>
    <dgm:cxn modelId="{E10A45C1-76D1-447C-A0B8-5A9379CCFB40}" type="presOf" srcId="{807D1BD1-0DA4-4C83-8989-CDCBA586F721}" destId="{63B44779-1F9F-4D05-B48B-36997248471C}" srcOrd="0" destOrd="0" presId="urn:microsoft.com/office/officeart/2005/8/layout/orgChart1"/>
    <dgm:cxn modelId="{8A51E2C1-7C96-441A-A012-B287778A7328}" type="presOf" srcId="{284E9663-915E-4464-9DAA-800B25986F1B}" destId="{0A0EDC70-DA60-4A1E-B5DC-D9952D695DA9}" srcOrd="1" destOrd="0" presId="urn:microsoft.com/office/officeart/2005/8/layout/orgChart1"/>
    <dgm:cxn modelId="{BAA525C7-02D7-419A-9CB3-9BEF669584FE}" type="presOf" srcId="{68FA099D-8FF8-46F9-86E2-5649EC252E60}" destId="{E80EC4D9-688E-4431-9D7C-F7CC8FA7A6C1}" srcOrd="1" destOrd="0" presId="urn:microsoft.com/office/officeart/2005/8/layout/orgChart1"/>
    <dgm:cxn modelId="{511585C7-3FCB-4C52-B5E3-0E7130368165}" type="presOf" srcId="{E796C7CF-7118-4E76-B8A9-021AC15A79DC}" destId="{04444352-9A99-4A69-9516-4A6998874E39}" srcOrd="0" destOrd="0" presId="urn:microsoft.com/office/officeart/2005/8/layout/orgChart1"/>
    <dgm:cxn modelId="{1FCF18CA-61ED-4FBF-BDF1-AD6EC8DC9D1B}" type="presOf" srcId="{4803AE73-63C3-4CC3-A05B-6047FB333224}" destId="{7DAA81BF-5DAF-45D8-97AB-7F59DF534A59}" srcOrd="0" destOrd="0" presId="urn:microsoft.com/office/officeart/2005/8/layout/orgChart1"/>
    <dgm:cxn modelId="{088A7BCA-19C6-4DF2-B6A8-6E15C42A8BC3}" type="presOf" srcId="{AFDE3205-DFF4-4B6F-852F-BA95BE75E4E2}" destId="{3447A58F-C45C-4B14-A17D-424C64F47DED}" srcOrd="0" destOrd="0" presId="urn:microsoft.com/office/officeart/2005/8/layout/orgChart1"/>
    <dgm:cxn modelId="{86C50EDC-EE65-494F-A55B-4799FB495C5D}" type="presOf" srcId="{CD894AFC-BC99-497C-A5B4-9B7B42BBBD6A}" destId="{77A0A595-F806-4464-830B-9E6CC2B3C747}" srcOrd="0" destOrd="0" presId="urn:microsoft.com/office/officeart/2005/8/layout/orgChart1"/>
    <dgm:cxn modelId="{6824C0DD-B03B-404F-8BDA-7D959D6B0EF1}" type="presOf" srcId="{CC7DB59B-8672-40BE-B5BD-BC42CC2BB9C2}" destId="{1E4B797F-6B5A-4117-89AF-23A28742F2A6}" srcOrd="1" destOrd="0" presId="urn:microsoft.com/office/officeart/2005/8/layout/orgChart1"/>
    <dgm:cxn modelId="{0EF2E5DD-8510-4E48-973F-3A70249CC397}" type="presOf" srcId="{0799B2C7-E718-414D-98D0-1CEAEC6DF2FC}" destId="{CE00E02B-B49A-4641-BD96-EB4AE061FF68}" srcOrd="0" destOrd="0" presId="urn:microsoft.com/office/officeart/2005/8/layout/orgChart1"/>
    <dgm:cxn modelId="{184552DF-091D-4E34-8084-89F454A7F79B}" type="presOf" srcId="{A4A1DF34-127F-4E73-A090-556C155AFB99}" destId="{C4A4E602-00B9-4F37-AFA0-2E00446C5952}" srcOrd="1" destOrd="0" presId="urn:microsoft.com/office/officeart/2005/8/layout/orgChart1"/>
    <dgm:cxn modelId="{4876B9DF-37F6-42D4-AD1A-393006A9CBC7}" type="presOf" srcId="{40F04749-6CC4-4F99-A034-2578794F44CF}" destId="{8B0DE940-D880-44E6-9C32-3BE09826107E}" srcOrd="1" destOrd="0" presId="urn:microsoft.com/office/officeart/2005/8/layout/orgChart1"/>
    <dgm:cxn modelId="{B270F2E0-1DFB-440B-BAB8-9DD00E67DE27}" srcId="{DA78DD87-6A47-4DB4-8B39-8B1D41F00F6C}" destId="{6A14355B-DCA3-470B-98F9-14FDF67FA9DD}" srcOrd="1" destOrd="0" parTransId="{9C17A479-1607-4CCB-A443-7BA79D97DA4F}" sibTransId="{02C15429-D6BE-4CE3-85A8-8D136EA4DACC}"/>
    <dgm:cxn modelId="{A9E89AE3-9702-4D8F-8C05-1C06D3642E35}" type="presOf" srcId="{CD4DADE0-D777-419A-9398-AA5C6D72FC7A}" destId="{DD9BB7D9-BC7F-4FE3-9F45-C95C7367BC33}" srcOrd="0" destOrd="0" presId="urn:microsoft.com/office/officeart/2005/8/layout/orgChart1"/>
    <dgm:cxn modelId="{B962BCE5-29E0-40C7-A82A-FCABE9161BB0}" srcId="{E370CC12-9083-4C58-9920-460E9D603D3D}" destId="{CD4DADE0-D777-419A-9398-AA5C6D72FC7A}" srcOrd="0" destOrd="0" parTransId="{F084CA38-59FE-4FEB-B5B2-742A8F3A4598}" sibTransId="{DD235E78-3278-4830-8244-4CEBDAE75F90}"/>
    <dgm:cxn modelId="{F72E14E8-55EE-4063-8E52-CF757DD00C8F}" type="presOf" srcId="{ACE98712-B343-4BE3-9F33-9603298F6393}" destId="{B816C511-FF25-4AF3-858D-70E206ADBD6E}" srcOrd="1" destOrd="0" presId="urn:microsoft.com/office/officeart/2005/8/layout/orgChart1"/>
    <dgm:cxn modelId="{AD4156E9-5612-4D14-B609-1A0AF191F4D8}" type="presOf" srcId="{2053E649-E753-4F03-BA94-0CFF1B344A9A}" destId="{1147609B-3512-42C9-8C8C-C3926B151125}" srcOrd="0" destOrd="0" presId="urn:microsoft.com/office/officeart/2005/8/layout/orgChart1"/>
    <dgm:cxn modelId="{E98920EC-CD00-4225-B033-A40C1D3FC49A}" type="presOf" srcId="{284E9663-915E-4464-9DAA-800B25986F1B}" destId="{200A2EA5-FFC3-4368-8DCE-D63A8CB7F165}" srcOrd="0" destOrd="0" presId="urn:microsoft.com/office/officeart/2005/8/layout/orgChart1"/>
    <dgm:cxn modelId="{07C57FED-BA6C-4EC5-A995-4FFB8665EF84}" type="presOf" srcId="{6C14647A-8D67-4E90-9E26-3239ADDA2AE7}" destId="{3BD2798E-2BEA-48AE-AA2D-156880C97C84}" srcOrd="0" destOrd="0" presId="urn:microsoft.com/office/officeart/2005/8/layout/orgChart1"/>
    <dgm:cxn modelId="{A34320F0-2863-49D0-BE68-5E8B62F54590}" type="presOf" srcId="{C025947B-3E80-4829-8C70-9C3F3BE41E17}" destId="{76298E11-E800-4C1D-B8A5-24A148C1E03A}" srcOrd="0" destOrd="0" presId="urn:microsoft.com/office/officeart/2005/8/layout/orgChart1"/>
    <dgm:cxn modelId="{4D21F6F8-FAF0-4A10-9414-F26BC911CDD6}" type="presOf" srcId="{38D94918-DCB1-4A52-9863-E6E1AF0A8A14}" destId="{F379670A-4C5B-4319-A39B-1FA52A33BEBD}" srcOrd="1" destOrd="0" presId="urn:microsoft.com/office/officeart/2005/8/layout/orgChart1"/>
    <dgm:cxn modelId="{C7F5C4FC-FFD1-478E-B6CD-EB342A58E87D}" type="presOf" srcId="{9C17A479-1607-4CCB-A443-7BA79D97DA4F}" destId="{4F3BB3E4-DE8A-4448-B802-D523EC667AF7}" srcOrd="0" destOrd="0" presId="urn:microsoft.com/office/officeart/2005/8/layout/orgChart1"/>
    <dgm:cxn modelId="{8A2236FD-C09B-4E36-AD99-83BC77CD41FC}" type="presOf" srcId="{CD4DADE0-D777-419A-9398-AA5C6D72FC7A}" destId="{8ECA8778-F8FA-454F-81EF-F22829C24D29}" srcOrd="1" destOrd="0" presId="urn:microsoft.com/office/officeart/2005/8/layout/orgChart1"/>
    <dgm:cxn modelId="{1BCC37FE-850C-4A44-97C0-C2F8646FDA6E}" type="presOf" srcId="{E10620EE-F22E-45BB-B810-306A9D82DF92}" destId="{0EB8A5F3-BCD7-4EFD-9970-6A96186BC203}" srcOrd="1" destOrd="0" presId="urn:microsoft.com/office/officeart/2005/8/layout/orgChart1"/>
    <dgm:cxn modelId="{C1B458FE-F679-4CEA-A3B7-E625DB693670}" srcId="{22F23949-FCE7-4669-A81C-9467AFACDF76}" destId="{ACE98712-B343-4BE3-9F33-9603298F6393}" srcOrd="0" destOrd="0" parTransId="{65F44044-B7F6-423B-8D31-F5B7937E680A}" sibTransId="{C23D9C8C-5AED-416E-A0F1-B8790999A728}"/>
    <dgm:cxn modelId="{F7CFC21D-C83D-4CD1-A433-FA68CFADBADB}" type="presParOf" srcId="{F1876A4D-3284-4FF4-9418-03927E0BE7BB}" destId="{8EE13A82-8717-436A-BEE7-D646012E79BD}" srcOrd="0" destOrd="0" presId="urn:microsoft.com/office/officeart/2005/8/layout/orgChart1"/>
    <dgm:cxn modelId="{B08DA17A-599D-46E0-9BA9-7816CEC3B77A}" type="presParOf" srcId="{8EE13A82-8717-436A-BEE7-D646012E79BD}" destId="{D6B35DCF-6A90-41F9-8C23-D5A1B89DEE5F}" srcOrd="0" destOrd="0" presId="urn:microsoft.com/office/officeart/2005/8/layout/orgChart1"/>
    <dgm:cxn modelId="{457E3458-373C-43EB-B2AB-66E1CB1D2BC7}" type="presParOf" srcId="{D6B35DCF-6A90-41F9-8C23-D5A1B89DEE5F}" destId="{67C1A2B7-50C3-4916-9DC0-5C50752130A4}" srcOrd="0" destOrd="0" presId="urn:microsoft.com/office/officeart/2005/8/layout/orgChart1"/>
    <dgm:cxn modelId="{C9D5FCC9-FBDC-4AD8-8B44-39D799D08FFA}" type="presParOf" srcId="{D6B35DCF-6A90-41F9-8C23-D5A1B89DEE5F}" destId="{FDFB9CDB-6807-4F3C-8772-35DC91595731}" srcOrd="1" destOrd="0" presId="urn:microsoft.com/office/officeart/2005/8/layout/orgChart1"/>
    <dgm:cxn modelId="{A6FDFF25-89F0-49E9-AC3E-D41984C8AF42}" type="presParOf" srcId="{8EE13A82-8717-436A-BEE7-D646012E79BD}" destId="{F666F838-429B-4A57-813E-1D1F03DD760C}" srcOrd="1" destOrd="0" presId="urn:microsoft.com/office/officeart/2005/8/layout/orgChart1"/>
    <dgm:cxn modelId="{D499F9B8-4BCF-45B0-B48E-98F155792751}" type="presParOf" srcId="{F666F838-429B-4A57-813E-1D1F03DD760C}" destId="{7E51E118-6592-4CDE-A499-FB6115977960}" srcOrd="0" destOrd="0" presId="urn:microsoft.com/office/officeart/2005/8/layout/orgChart1"/>
    <dgm:cxn modelId="{ADE7D3D7-BAA9-428C-BB5C-3F3BD6FCF8B1}" type="presParOf" srcId="{F666F838-429B-4A57-813E-1D1F03DD760C}" destId="{78DA628E-E5F9-41D6-B616-8798D9958630}" srcOrd="1" destOrd="0" presId="urn:microsoft.com/office/officeart/2005/8/layout/orgChart1"/>
    <dgm:cxn modelId="{82784E07-9485-4810-8FD7-69DEE3C1BD13}" type="presParOf" srcId="{78DA628E-E5F9-41D6-B616-8798D9958630}" destId="{F0E4BF19-C690-4D2F-8402-791212A578E5}" srcOrd="0" destOrd="0" presId="urn:microsoft.com/office/officeart/2005/8/layout/orgChart1"/>
    <dgm:cxn modelId="{3D26A3A6-5C37-49BD-A6C9-7FC995E93D91}" type="presParOf" srcId="{F0E4BF19-C690-4D2F-8402-791212A578E5}" destId="{CE00E02B-B49A-4641-BD96-EB4AE061FF68}" srcOrd="0" destOrd="0" presId="urn:microsoft.com/office/officeart/2005/8/layout/orgChart1"/>
    <dgm:cxn modelId="{83B77F37-FCC3-4F54-80A1-61B39F80DE8D}" type="presParOf" srcId="{F0E4BF19-C690-4D2F-8402-791212A578E5}" destId="{FB9995DC-20CA-4DC6-B55E-EA48A61C9338}" srcOrd="1" destOrd="0" presId="urn:microsoft.com/office/officeart/2005/8/layout/orgChart1"/>
    <dgm:cxn modelId="{FE8CA7A8-7875-49E6-9FED-77A5D3D49855}" type="presParOf" srcId="{78DA628E-E5F9-41D6-B616-8798D9958630}" destId="{2F984342-CF32-400A-942F-9C3D3A42E375}" srcOrd="1" destOrd="0" presId="urn:microsoft.com/office/officeart/2005/8/layout/orgChart1"/>
    <dgm:cxn modelId="{057244F4-FB71-4464-A186-6751AE34E6FA}" type="presParOf" srcId="{2F984342-CF32-400A-942F-9C3D3A42E375}" destId="{178E4E3C-ABF2-479C-90DD-359F9916DE6F}" srcOrd="0" destOrd="0" presId="urn:microsoft.com/office/officeart/2005/8/layout/orgChart1"/>
    <dgm:cxn modelId="{87CED1D1-9ACE-4F84-85E7-D6BF6FD0A044}" type="presParOf" srcId="{2F984342-CF32-400A-942F-9C3D3A42E375}" destId="{2907A267-1A67-4208-BA0C-C6ABB0E2A8AE}" srcOrd="1" destOrd="0" presId="urn:microsoft.com/office/officeart/2005/8/layout/orgChart1"/>
    <dgm:cxn modelId="{B7180898-7C19-491D-9A85-91F00C3B3219}" type="presParOf" srcId="{2907A267-1A67-4208-BA0C-C6ABB0E2A8AE}" destId="{285E6233-D5C3-4526-85A6-16C66C9F08D7}" srcOrd="0" destOrd="0" presId="urn:microsoft.com/office/officeart/2005/8/layout/orgChart1"/>
    <dgm:cxn modelId="{91AEE254-3E40-46A4-A121-5947F340B11A}" type="presParOf" srcId="{285E6233-D5C3-4526-85A6-16C66C9F08D7}" destId="{62E34C0A-B668-485C-A581-7714A12279C9}" srcOrd="0" destOrd="0" presId="urn:microsoft.com/office/officeart/2005/8/layout/orgChart1"/>
    <dgm:cxn modelId="{29CDC7B2-36EE-415A-B08E-AF714B107C09}" type="presParOf" srcId="{285E6233-D5C3-4526-85A6-16C66C9F08D7}" destId="{2EC03E7A-D95F-4703-B14D-E94D1A155B19}" srcOrd="1" destOrd="0" presId="urn:microsoft.com/office/officeart/2005/8/layout/orgChart1"/>
    <dgm:cxn modelId="{6104BF8B-5947-47DE-A998-E136F8596838}" type="presParOf" srcId="{2907A267-1A67-4208-BA0C-C6ABB0E2A8AE}" destId="{D66DF8AA-183D-4F41-8EC3-65DED566467B}" srcOrd="1" destOrd="0" presId="urn:microsoft.com/office/officeart/2005/8/layout/orgChart1"/>
    <dgm:cxn modelId="{53AF7CA7-B1EF-4C0A-977C-475BE55EA13F}" type="presParOf" srcId="{D66DF8AA-183D-4F41-8EC3-65DED566467B}" destId="{C41054E4-155F-473D-A077-C72751E52E61}" srcOrd="0" destOrd="0" presId="urn:microsoft.com/office/officeart/2005/8/layout/orgChart1"/>
    <dgm:cxn modelId="{9DA3EA96-CE21-47F3-8C68-8BB4E4835B56}" type="presParOf" srcId="{D66DF8AA-183D-4F41-8EC3-65DED566467B}" destId="{EBC1B82A-93E6-4F42-914C-6C688915CF07}" srcOrd="1" destOrd="0" presId="urn:microsoft.com/office/officeart/2005/8/layout/orgChart1"/>
    <dgm:cxn modelId="{8A62D900-8AE9-4676-8DFF-90E7F1CCEF25}" type="presParOf" srcId="{EBC1B82A-93E6-4F42-914C-6C688915CF07}" destId="{91A433D4-B305-4719-A3BE-7F1F2C363CB6}" srcOrd="0" destOrd="0" presId="urn:microsoft.com/office/officeart/2005/8/layout/orgChart1"/>
    <dgm:cxn modelId="{B7AF4639-103B-45A7-80CA-20E29A2101D7}" type="presParOf" srcId="{91A433D4-B305-4719-A3BE-7F1F2C363CB6}" destId="{DD9BB7D9-BC7F-4FE3-9F45-C95C7367BC33}" srcOrd="0" destOrd="0" presId="urn:microsoft.com/office/officeart/2005/8/layout/orgChart1"/>
    <dgm:cxn modelId="{1C266823-5B2D-4631-BA23-3753BA05ABF6}" type="presParOf" srcId="{91A433D4-B305-4719-A3BE-7F1F2C363CB6}" destId="{8ECA8778-F8FA-454F-81EF-F22829C24D29}" srcOrd="1" destOrd="0" presId="urn:microsoft.com/office/officeart/2005/8/layout/orgChart1"/>
    <dgm:cxn modelId="{A1B12AB5-424A-42D0-9316-A749862BC378}" type="presParOf" srcId="{EBC1B82A-93E6-4F42-914C-6C688915CF07}" destId="{A63222C4-554A-4072-847A-75C02E20329F}" srcOrd="1" destOrd="0" presId="urn:microsoft.com/office/officeart/2005/8/layout/orgChart1"/>
    <dgm:cxn modelId="{085D024E-B2E1-412F-99F2-96C64ABA7FB9}" type="presParOf" srcId="{EBC1B82A-93E6-4F42-914C-6C688915CF07}" destId="{CE4DE5D0-19E9-44CD-9A8D-C87528876193}" srcOrd="2" destOrd="0" presId="urn:microsoft.com/office/officeart/2005/8/layout/orgChart1"/>
    <dgm:cxn modelId="{F4B53351-66D4-4CC4-8110-A8B5DD2C8037}" type="presParOf" srcId="{2907A267-1A67-4208-BA0C-C6ABB0E2A8AE}" destId="{4F40DE05-2DA1-4241-8940-CC56FD8A6CB5}" srcOrd="2" destOrd="0" presId="urn:microsoft.com/office/officeart/2005/8/layout/orgChart1"/>
    <dgm:cxn modelId="{60D0B6D0-442A-4E5F-833C-819A804EB968}" type="presParOf" srcId="{2F984342-CF32-400A-942F-9C3D3A42E375}" destId="{C8337BE8-A2B4-4B01-929A-69143D048083}" srcOrd="2" destOrd="0" presId="urn:microsoft.com/office/officeart/2005/8/layout/orgChart1"/>
    <dgm:cxn modelId="{258ABF05-6FDF-4A5E-AFC0-7DA5F9CDACF5}" type="presParOf" srcId="{2F984342-CF32-400A-942F-9C3D3A42E375}" destId="{9F123BE0-2E06-47F2-B7C1-73644CCE4803}" srcOrd="3" destOrd="0" presId="urn:microsoft.com/office/officeart/2005/8/layout/orgChart1"/>
    <dgm:cxn modelId="{968473BA-AE5A-4B53-96E4-F794041AE152}" type="presParOf" srcId="{9F123BE0-2E06-47F2-B7C1-73644CCE4803}" destId="{8F9311C9-B24A-4D0C-8560-43713B082805}" srcOrd="0" destOrd="0" presId="urn:microsoft.com/office/officeart/2005/8/layout/orgChart1"/>
    <dgm:cxn modelId="{A72E954C-39E4-42CC-B259-6084D8313AC6}" type="presParOf" srcId="{8F9311C9-B24A-4D0C-8560-43713B082805}" destId="{200A2EA5-FFC3-4368-8DCE-D63A8CB7F165}" srcOrd="0" destOrd="0" presId="urn:microsoft.com/office/officeart/2005/8/layout/orgChart1"/>
    <dgm:cxn modelId="{5AB8AE28-1F14-4AD6-9957-C630F3ACF335}" type="presParOf" srcId="{8F9311C9-B24A-4D0C-8560-43713B082805}" destId="{0A0EDC70-DA60-4A1E-B5DC-D9952D695DA9}" srcOrd="1" destOrd="0" presId="urn:microsoft.com/office/officeart/2005/8/layout/orgChart1"/>
    <dgm:cxn modelId="{E75BDAA7-E700-43D1-BA73-0DF21DE2C6D8}" type="presParOf" srcId="{9F123BE0-2E06-47F2-B7C1-73644CCE4803}" destId="{56BEA82B-39E6-4C3D-81CD-B479C4CDC2E5}" srcOrd="1" destOrd="0" presId="urn:microsoft.com/office/officeart/2005/8/layout/orgChart1"/>
    <dgm:cxn modelId="{0A616DBD-F535-48F7-993C-1EA3016DCE5B}" type="presParOf" srcId="{56BEA82B-39E6-4C3D-81CD-B479C4CDC2E5}" destId="{7ED2213F-02F3-4D38-8410-029080B1600E}" srcOrd="0" destOrd="0" presId="urn:microsoft.com/office/officeart/2005/8/layout/orgChart1"/>
    <dgm:cxn modelId="{D245C024-CBBB-4375-94B5-32D252463709}" type="presParOf" srcId="{56BEA82B-39E6-4C3D-81CD-B479C4CDC2E5}" destId="{94905830-CAF8-49FB-A41A-2A68ECC3E607}" srcOrd="1" destOrd="0" presId="urn:microsoft.com/office/officeart/2005/8/layout/orgChart1"/>
    <dgm:cxn modelId="{7902E9E3-CE59-4CCD-9D8F-6ADEC9CAB5B2}" type="presParOf" srcId="{94905830-CAF8-49FB-A41A-2A68ECC3E607}" destId="{11174B61-51F8-49D8-9990-2124C9B5A0BB}" srcOrd="0" destOrd="0" presId="urn:microsoft.com/office/officeart/2005/8/layout/orgChart1"/>
    <dgm:cxn modelId="{28D23F11-95A8-47B5-A09E-F4513101C329}" type="presParOf" srcId="{11174B61-51F8-49D8-9990-2124C9B5A0BB}" destId="{63B44779-1F9F-4D05-B48B-36997248471C}" srcOrd="0" destOrd="0" presId="urn:microsoft.com/office/officeart/2005/8/layout/orgChart1"/>
    <dgm:cxn modelId="{A64985E7-C072-4B53-8536-F850135561A9}" type="presParOf" srcId="{11174B61-51F8-49D8-9990-2124C9B5A0BB}" destId="{50978317-E531-4E20-8195-F0C60FED6796}" srcOrd="1" destOrd="0" presId="urn:microsoft.com/office/officeart/2005/8/layout/orgChart1"/>
    <dgm:cxn modelId="{77F0BC6F-ACB4-4E4C-A541-8202D388C031}" type="presParOf" srcId="{94905830-CAF8-49FB-A41A-2A68ECC3E607}" destId="{FF832714-0973-412A-906D-94C852BB6C89}" srcOrd="1" destOrd="0" presId="urn:microsoft.com/office/officeart/2005/8/layout/orgChart1"/>
    <dgm:cxn modelId="{0A868D87-3AF9-4C2F-9484-6C1FA01C821F}" type="presParOf" srcId="{94905830-CAF8-49FB-A41A-2A68ECC3E607}" destId="{147189CD-BBB5-4838-A190-4721557CC243}" srcOrd="2" destOrd="0" presId="urn:microsoft.com/office/officeart/2005/8/layout/orgChart1"/>
    <dgm:cxn modelId="{1B34AC10-F88B-4D9D-A07A-23E38EBB922A}" type="presParOf" srcId="{56BEA82B-39E6-4C3D-81CD-B479C4CDC2E5}" destId="{43041BFF-56FA-429B-953F-496C0991950B}" srcOrd="2" destOrd="0" presId="urn:microsoft.com/office/officeart/2005/8/layout/orgChart1"/>
    <dgm:cxn modelId="{3EB109F7-04FF-47E9-BA33-1581B732A74D}" type="presParOf" srcId="{56BEA82B-39E6-4C3D-81CD-B479C4CDC2E5}" destId="{C38E91EC-D716-4F98-ACC8-433EE9DF751C}" srcOrd="3" destOrd="0" presId="urn:microsoft.com/office/officeart/2005/8/layout/orgChart1"/>
    <dgm:cxn modelId="{6C72F0F3-77B4-48E4-BA06-885028F29186}" type="presParOf" srcId="{C38E91EC-D716-4F98-ACC8-433EE9DF751C}" destId="{85A56D4C-CAEB-4A08-B8F8-17DBEC1C9A40}" srcOrd="0" destOrd="0" presId="urn:microsoft.com/office/officeart/2005/8/layout/orgChart1"/>
    <dgm:cxn modelId="{0C9CBF09-AE78-43D6-95DE-F3BB8C407F53}" type="presParOf" srcId="{85A56D4C-CAEB-4A08-B8F8-17DBEC1C9A40}" destId="{2D7E2B5A-4919-4ACF-BB99-FFC99564189E}" srcOrd="0" destOrd="0" presId="urn:microsoft.com/office/officeart/2005/8/layout/orgChart1"/>
    <dgm:cxn modelId="{17D2A578-68B6-43ED-8568-B49D22E46007}" type="presParOf" srcId="{85A56D4C-CAEB-4A08-B8F8-17DBEC1C9A40}" destId="{50CB207D-C68C-4F79-B751-980063952422}" srcOrd="1" destOrd="0" presId="urn:microsoft.com/office/officeart/2005/8/layout/orgChart1"/>
    <dgm:cxn modelId="{2723F571-70B7-4A93-800A-B1685357E40F}" type="presParOf" srcId="{C38E91EC-D716-4F98-ACC8-433EE9DF751C}" destId="{438863F4-D26F-474D-8899-2BCFF0A53F10}" srcOrd="1" destOrd="0" presId="urn:microsoft.com/office/officeart/2005/8/layout/orgChart1"/>
    <dgm:cxn modelId="{D1ED72E6-46F3-4724-8E8D-87FA1946A2B5}" type="presParOf" srcId="{C38E91EC-D716-4F98-ACC8-433EE9DF751C}" destId="{929EE4F5-426E-4EE0-BED8-1FA42C6E9D62}" srcOrd="2" destOrd="0" presId="urn:microsoft.com/office/officeart/2005/8/layout/orgChart1"/>
    <dgm:cxn modelId="{E6C7FFD0-8A94-4BCC-A4E9-14504D298697}" type="presParOf" srcId="{9F123BE0-2E06-47F2-B7C1-73644CCE4803}" destId="{FC7B49D9-004C-43E8-AA59-2C0226CDAD76}" srcOrd="2" destOrd="0" presId="urn:microsoft.com/office/officeart/2005/8/layout/orgChart1"/>
    <dgm:cxn modelId="{F92D402A-DA31-4C6F-9F54-9A1B0A235372}" type="presParOf" srcId="{2F984342-CF32-400A-942F-9C3D3A42E375}" destId="{BD946AB0-10AA-4186-8B08-7ECC77DD0A22}" srcOrd="4" destOrd="0" presId="urn:microsoft.com/office/officeart/2005/8/layout/orgChart1"/>
    <dgm:cxn modelId="{D77CAE7F-0072-4B42-A38A-7A273DFA831D}" type="presParOf" srcId="{2F984342-CF32-400A-942F-9C3D3A42E375}" destId="{0A03DD56-3A9A-4624-A68D-A9C06460DA05}" srcOrd="5" destOrd="0" presId="urn:microsoft.com/office/officeart/2005/8/layout/orgChart1"/>
    <dgm:cxn modelId="{C68AD50D-4292-4077-A9CF-86651E3F2FA9}" type="presParOf" srcId="{0A03DD56-3A9A-4624-A68D-A9C06460DA05}" destId="{E9058737-F77C-4E31-A3DE-C655D8ADB4D1}" srcOrd="0" destOrd="0" presId="urn:microsoft.com/office/officeart/2005/8/layout/orgChart1"/>
    <dgm:cxn modelId="{FE739B76-78DD-47A4-9BA3-CA047DFA409A}" type="presParOf" srcId="{E9058737-F77C-4E31-A3DE-C655D8ADB4D1}" destId="{55F02399-AA2C-41DE-915E-5F53018C6576}" srcOrd="0" destOrd="0" presId="urn:microsoft.com/office/officeart/2005/8/layout/orgChart1"/>
    <dgm:cxn modelId="{3A03C42A-C3DF-443A-BA58-9B6A3DC5E654}" type="presParOf" srcId="{E9058737-F77C-4E31-A3DE-C655D8ADB4D1}" destId="{1E4B797F-6B5A-4117-89AF-23A28742F2A6}" srcOrd="1" destOrd="0" presId="urn:microsoft.com/office/officeart/2005/8/layout/orgChart1"/>
    <dgm:cxn modelId="{0BD85FFC-5B11-4780-ACF0-778E4CF96E9D}" type="presParOf" srcId="{0A03DD56-3A9A-4624-A68D-A9C06460DA05}" destId="{64BB9195-2B0B-4A63-AD02-4DF12A7772F1}" srcOrd="1" destOrd="0" presId="urn:microsoft.com/office/officeart/2005/8/layout/orgChart1"/>
    <dgm:cxn modelId="{18C692C0-5A2B-42F5-83C6-E2696AE6402A}" type="presParOf" srcId="{64BB9195-2B0B-4A63-AD02-4DF12A7772F1}" destId="{C8DE7339-AE21-4F53-BB0E-0DE3A2638621}" srcOrd="0" destOrd="0" presId="urn:microsoft.com/office/officeart/2005/8/layout/orgChart1"/>
    <dgm:cxn modelId="{4AD26A06-1DFA-4C2F-AC77-F33D670FB28B}" type="presParOf" srcId="{64BB9195-2B0B-4A63-AD02-4DF12A7772F1}" destId="{97209346-069E-403B-8855-8E066ADD7DFB}" srcOrd="1" destOrd="0" presId="urn:microsoft.com/office/officeart/2005/8/layout/orgChart1"/>
    <dgm:cxn modelId="{BA771370-0986-4AEA-AAF7-0908BF430FFB}" type="presParOf" srcId="{97209346-069E-403B-8855-8E066ADD7DFB}" destId="{0390492A-1D20-4753-ABC9-38D6DC9C1F4D}" srcOrd="0" destOrd="0" presId="urn:microsoft.com/office/officeart/2005/8/layout/orgChart1"/>
    <dgm:cxn modelId="{D64E1D13-8A76-40AD-A5D2-5DF7A6443DD8}" type="presParOf" srcId="{0390492A-1D20-4753-ABC9-38D6DC9C1F4D}" destId="{7DAA81BF-5DAF-45D8-97AB-7F59DF534A59}" srcOrd="0" destOrd="0" presId="urn:microsoft.com/office/officeart/2005/8/layout/orgChart1"/>
    <dgm:cxn modelId="{EEB3E17F-7C45-4B80-830E-09F7E8CC20A8}" type="presParOf" srcId="{0390492A-1D20-4753-ABC9-38D6DC9C1F4D}" destId="{A39885D2-F87C-4237-B847-04AA33797655}" srcOrd="1" destOrd="0" presId="urn:microsoft.com/office/officeart/2005/8/layout/orgChart1"/>
    <dgm:cxn modelId="{752ED9EA-8E7A-4831-AFC2-BC75B6E42CBF}" type="presParOf" srcId="{97209346-069E-403B-8855-8E066ADD7DFB}" destId="{D7552F8C-3CC0-478D-8368-B67341F2D837}" srcOrd="1" destOrd="0" presId="urn:microsoft.com/office/officeart/2005/8/layout/orgChart1"/>
    <dgm:cxn modelId="{0A4A6DBF-5074-4F3A-9E5F-AAB489350E09}" type="presParOf" srcId="{97209346-069E-403B-8855-8E066ADD7DFB}" destId="{F0C5EDEA-3470-49F1-A357-6FDE6244B47D}" srcOrd="2" destOrd="0" presId="urn:microsoft.com/office/officeart/2005/8/layout/orgChart1"/>
    <dgm:cxn modelId="{0AA3FAEF-F3BA-4983-9D8C-05EA8E3A4A08}" type="presParOf" srcId="{64BB9195-2B0B-4A63-AD02-4DF12A7772F1}" destId="{77A0A595-F806-4464-830B-9E6CC2B3C747}" srcOrd="2" destOrd="0" presId="urn:microsoft.com/office/officeart/2005/8/layout/orgChart1"/>
    <dgm:cxn modelId="{2F0B2603-FE87-471A-86CF-5CC11243C843}" type="presParOf" srcId="{64BB9195-2B0B-4A63-AD02-4DF12A7772F1}" destId="{4255D752-6413-40E4-83C6-BEA22792F6FC}" srcOrd="3" destOrd="0" presId="urn:microsoft.com/office/officeart/2005/8/layout/orgChart1"/>
    <dgm:cxn modelId="{85A56660-AA2E-4C0B-9CCA-4C9B4B61EB9B}" type="presParOf" srcId="{4255D752-6413-40E4-83C6-BEA22792F6FC}" destId="{4AFB1E3F-8B67-4940-ABF7-69876B60B7DF}" srcOrd="0" destOrd="0" presId="urn:microsoft.com/office/officeart/2005/8/layout/orgChart1"/>
    <dgm:cxn modelId="{757750F8-AD4B-4367-8A86-9A8727E04A6B}" type="presParOf" srcId="{4AFB1E3F-8B67-4940-ABF7-69876B60B7DF}" destId="{3BD2798E-2BEA-48AE-AA2D-156880C97C84}" srcOrd="0" destOrd="0" presId="urn:microsoft.com/office/officeart/2005/8/layout/orgChart1"/>
    <dgm:cxn modelId="{05B41FEC-C0D3-4F06-80BA-52A845F52FFD}" type="presParOf" srcId="{4AFB1E3F-8B67-4940-ABF7-69876B60B7DF}" destId="{ADF83706-6283-40C1-9C8C-513D0D63CE0C}" srcOrd="1" destOrd="0" presId="urn:microsoft.com/office/officeart/2005/8/layout/orgChart1"/>
    <dgm:cxn modelId="{195BC2AB-F3C4-40BE-A741-C3B53EBCB057}" type="presParOf" srcId="{4255D752-6413-40E4-83C6-BEA22792F6FC}" destId="{B1FABDCC-E238-4D9E-B705-A7A785756E16}" srcOrd="1" destOrd="0" presId="urn:microsoft.com/office/officeart/2005/8/layout/orgChart1"/>
    <dgm:cxn modelId="{869CC6C4-7D8E-48F1-B42D-EB26FAA496E8}" type="presParOf" srcId="{4255D752-6413-40E4-83C6-BEA22792F6FC}" destId="{1E05B480-2952-4986-96D1-8FDC9299ADEC}" srcOrd="2" destOrd="0" presId="urn:microsoft.com/office/officeart/2005/8/layout/orgChart1"/>
    <dgm:cxn modelId="{565E2169-891E-42CF-8D57-6993D28F2DBF}" type="presParOf" srcId="{0A03DD56-3A9A-4624-A68D-A9C06460DA05}" destId="{77D25A86-5428-4370-A769-635047BD9B64}" srcOrd="2" destOrd="0" presId="urn:microsoft.com/office/officeart/2005/8/layout/orgChart1"/>
    <dgm:cxn modelId="{CAA5CEDE-B2D4-4BEC-8C83-37E42500CAC4}" type="presParOf" srcId="{78DA628E-E5F9-41D6-B616-8798D9958630}" destId="{F35CFF24-6AF0-4BFE-82E7-A32B44096156}" srcOrd="2" destOrd="0" presId="urn:microsoft.com/office/officeart/2005/8/layout/orgChart1"/>
    <dgm:cxn modelId="{3C50735E-9BFE-497B-8FAE-15BD634CCC99}" type="presParOf" srcId="{F666F838-429B-4A57-813E-1D1F03DD760C}" destId="{4F3BB3E4-DE8A-4448-B802-D523EC667AF7}" srcOrd="2" destOrd="0" presId="urn:microsoft.com/office/officeart/2005/8/layout/orgChart1"/>
    <dgm:cxn modelId="{BF0C07CA-6B85-4637-A110-1BB4400A6BA6}" type="presParOf" srcId="{F666F838-429B-4A57-813E-1D1F03DD760C}" destId="{A243CC2F-8600-4455-9BC0-38803C282248}" srcOrd="3" destOrd="0" presId="urn:microsoft.com/office/officeart/2005/8/layout/orgChart1"/>
    <dgm:cxn modelId="{33D5937A-673C-4796-8E8B-9CE6196B0413}" type="presParOf" srcId="{A243CC2F-8600-4455-9BC0-38803C282248}" destId="{A65FC32A-FBE7-4526-ADDA-F20C5AC9DD0D}" srcOrd="0" destOrd="0" presId="urn:microsoft.com/office/officeart/2005/8/layout/orgChart1"/>
    <dgm:cxn modelId="{BBEAE75F-FB8B-4F71-B451-5E7051002C2D}" type="presParOf" srcId="{A65FC32A-FBE7-4526-ADDA-F20C5AC9DD0D}" destId="{4CAA4511-839A-43BE-84A8-E006AF18C6A8}" srcOrd="0" destOrd="0" presId="urn:microsoft.com/office/officeart/2005/8/layout/orgChart1"/>
    <dgm:cxn modelId="{3AD46412-5094-49BD-BA47-EA7A223532A7}" type="presParOf" srcId="{A65FC32A-FBE7-4526-ADDA-F20C5AC9DD0D}" destId="{EBB889C7-C291-4CD4-A5BA-354D939431DF}" srcOrd="1" destOrd="0" presId="urn:microsoft.com/office/officeart/2005/8/layout/orgChart1"/>
    <dgm:cxn modelId="{994F509F-25BE-4741-8FF5-ED48E8E60D0E}" type="presParOf" srcId="{A243CC2F-8600-4455-9BC0-38803C282248}" destId="{7081EA26-6F16-4548-B214-A3C0AD257F31}" srcOrd="1" destOrd="0" presId="urn:microsoft.com/office/officeart/2005/8/layout/orgChart1"/>
    <dgm:cxn modelId="{521ECEB3-5059-4E2C-855B-2A80D30F121F}" type="presParOf" srcId="{7081EA26-6F16-4548-B214-A3C0AD257F31}" destId="{3F1A92AF-3ACD-409F-99F4-0742F6DD5540}" srcOrd="0" destOrd="0" presId="urn:microsoft.com/office/officeart/2005/8/layout/orgChart1"/>
    <dgm:cxn modelId="{DDEEEF90-C15F-47AA-9563-70ED86E29953}" type="presParOf" srcId="{7081EA26-6F16-4548-B214-A3C0AD257F31}" destId="{30530B3C-0936-4748-AA39-FD7774E3B95B}" srcOrd="1" destOrd="0" presId="urn:microsoft.com/office/officeart/2005/8/layout/orgChart1"/>
    <dgm:cxn modelId="{FD3FACE9-8786-4567-9E6F-9DA3ECFEE29D}" type="presParOf" srcId="{30530B3C-0936-4748-AA39-FD7774E3B95B}" destId="{5AFAC07D-F71E-4AE4-AAB5-60487D830A46}" srcOrd="0" destOrd="0" presId="urn:microsoft.com/office/officeart/2005/8/layout/orgChart1"/>
    <dgm:cxn modelId="{7A297654-35FB-4738-BB9E-B0CCAD7B23A1}" type="presParOf" srcId="{5AFAC07D-F71E-4AE4-AAB5-60487D830A46}" destId="{C9223BA6-ECA0-43EF-9F25-03D900EDDEAF}" srcOrd="0" destOrd="0" presId="urn:microsoft.com/office/officeart/2005/8/layout/orgChart1"/>
    <dgm:cxn modelId="{B268A9C9-5BDB-47DB-BA77-7226AC32F358}" type="presParOf" srcId="{5AFAC07D-F71E-4AE4-AAB5-60487D830A46}" destId="{869FB36F-6BDE-4E02-942B-9B11B0B31D66}" srcOrd="1" destOrd="0" presId="urn:microsoft.com/office/officeart/2005/8/layout/orgChart1"/>
    <dgm:cxn modelId="{B115E54A-C9B3-4C6D-A1C0-4C4F40B2AFCC}" type="presParOf" srcId="{30530B3C-0936-4748-AA39-FD7774E3B95B}" destId="{EF1E03BE-650F-4ED5-AB47-0CAC864B3238}" srcOrd="1" destOrd="0" presId="urn:microsoft.com/office/officeart/2005/8/layout/orgChart1"/>
    <dgm:cxn modelId="{78076490-EE93-4E5F-92DA-6489930E0D3B}" type="presParOf" srcId="{30530B3C-0936-4748-AA39-FD7774E3B95B}" destId="{E6FBB3D5-2D65-4739-B276-11D3A40E91CF}" srcOrd="2" destOrd="0" presId="urn:microsoft.com/office/officeart/2005/8/layout/orgChart1"/>
    <dgm:cxn modelId="{1D0AA90A-61C2-4D49-914D-F7DDEEEFA029}" type="presParOf" srcId="{7081EA26-6F16-4548-B214-A3C0AD257F31}" destId="{F3B1ADA5-442D-4B36-A665-C49E81B1BFE7}" srcOrd="2" destOrd="0" presId="urn:microsoft.com/office/officeart/2005/8/layout/orgChart1"/>
    <dgm:cxn modelId="{74220A2F-966F-4F73-9D3C-CE237E58EDB7}" type="presParOf" srcId="{7081EA26-6F16-4548-B214-A3C0AD257F31}" destId="{14AE1BAF-2AE9-44C1-9D48-A3C49448D477}" srcOrd="3" destOrd="0" presId="urn:microsoft.com/office/officeart/2005/8/layout/orgChart1"/>
    <dgm:cxn modelId="{D96A0933-0CAC-4F19-B65D-DDFFF8473FFD}" type="presParOf" srcId="{14AE1BAF-2AE9-44C1-9D48-A3C49448D477}" destId="{C580E6FA-273D-4735-88BF-8BD67FF78A4B}" srcOrd="0" destOrd="0" presId="urn:microsoft.com/office/officeart/2005/8/layout/orgChart1"/>
    <dgm:cxn modelId="{66744041-B8DB-404B-8449-8728EEEE48BA}" type="presParOf" srcId="{C580E6FA-273D-4735-88BF-8BD67FF78A4B}" destId="{5862AD54-AB69-45B3-A438-7882A42B1AF3}" srcOrd="0" destOrd="0" presId="urn:microsoft.com/office/officeart/2005/8/layout/orgChart1"/>
    <dgm:cxn modelId="{72909759-EC3A-45D8-A876-2A249EB5E108}" type="presParOf" srcId="{C580E6FA-273D-4735-88BF-8BD67FF78A4B}" destId="{D36883CD-AEE1-49FA-AFE4-CF725BF6CE05}" srcOrd="1" destOrd="0" presId="urn:microsoft.com/office/officeart/2005/8/layout/orgChart1"/>
    <dgm:cxn modelId="{AF4B33A0-0394-48D4-9A28-51AD99C183DB}" type="presParOf" srcId="{14AE1BAF-2AE9-44C1-9D48-A3C49448D477}" destId="{8FD48614-8DDE-4BBD-B88D-3078C6A66F62}" srcOrd="1" destOrd="0" presId="urn:microsoft.com/office/officeart/2005/8/layout/orgChart1"/>
    <dgm:cxn modelId="{CB24256A-1C01-49F1-9DF1-6D0FEA5181B4}" type="presParOf" srcId="{14AE1BAF-2AE9-44C1-9D48-A3C49448D477}" destId="{ECAEE920-B771-40FC-97CA-035BB4BC0763}" srcOrd="2" destOrd="0" presId="urn:microsoft.com/office/officeart/2005/8/layout/orgChart1"/>
    <dgm:cxn modelId="{86CF10FA-207F-403B-B1C9-8E7F5591F141}" type="presParOf" srcId="{A243CC2F-8600-4455-9BC0-38803C282248}" destId="{4EE4D38D-9B70-4E03-83DB-61AB377E2BA4}" srcOrd="2" destOrd="0" presId="urn:microsoft.com/office/officeart/2005/8/layout/orgChart1"/>
    <dgm:cxn modelId="{41D7F5C5-4655-42CB-BF0B-9CCC389BBAF6}" type="presParOf" srcId="{F666F838-429B-4A57-813E-1D1F03DD760C}" destId="{D0983AB8-BAE0-4456-938D-4E673CD55489}" srcOrd="4" destOrd="0" presId="urn:microsoft.com/office/officeart/2005/8/layout/orgChart1"/>
    <dgm:cxn modelId="{EB81B4F6-B13E-4E47-BF81-7295B7659C7C}" type="presParOf" srcId="{F666F838-429B-4A57-813E-1D1F03DD760C}" destId="{F794FEA6-89BF-4EC9-A16A-848CC64C0D91}" srcOrd="5" destOrd="0" presId="urn:microsoft.com/office/officeart/2005/8/layout/orgChart1"/>
    <dgm:cxn modelId="{6C9E988A-CB97-4E2D-9462-2EC260998C9A}" type="presParOf" srcId="{F794FEA6-89BF-4EC9-A16A-848CC64C0D91}" destId="{963E10E3-D64E-4566-832A-9EE935D2C106}" srcOrd="0" destOrd="0" presId="urn:microsoft.com/office/officeart/2005/8/layout/orgChart1"/>
    <dgm:cxn modelId="{BD6B866B-B480-4F0A-9DD0-533295D5D8E8}" type="presParOf" srcId="{963E10E3-D64E-4566-832A-9EE935D2C106}" destId="{D180DA84-7383-49BE-ABFE-692B80580AC6}" srcOrd="0" destOrd="0" presId="urn:microsoft.com/office/officeart/2005/8/layout/orgChart1"/>
    <dgm:cxn modelId="{B7726FF2-4156-4865-A703-F55B4EC42730}" type="presParOf" srcId="{963E10E3-D64E-4566-832A-9EE935D2C106}" destId="{E80EC4D9-688E-4431-9D7C-F7CC8FA7A6C1}" srcOrd="1" destOrd="0" presId="urn:microsoft.com/office/officeart/2005/8/layout/orgChart1"/>
    <dgm:cxn modelId="{866FFC3C-2290-4F2F-9865-5D3A42875761}" type="presParOf" srcId="{F794FEA6-89BF-4EC9-A16A-848CC64C0D91}" destId="{5E7571DF-2FC3-4DD1-AF22-98E3BB856FD9}" srcOrd="1" destOrd="0" presId="urn:microsoft.com/office/officeart/2005/8/layout/orgChart1"/>
    <dgm:cxn modelId="{ED291215-C6DF-4918-AD50-88B159E15C6D}" type="presParOf" srcId="{5E7571DF-2FC3-4DD1-AF22-98E3BB856FD9}" destId="{B0A5EAE7-FE40-4797-AA8B-09FA839E516C}" srcOrd="0" destOrd="0" presId="urn:microsoft.com/office/officeart/2005/8/layout/orgChart1"/>
    <dgm:cxn modelId="{4F6CFF13-BE45-456A-B692-97674DDAFC6C}" type="presParOf" srcId="{5E7571DF-2FC3-4DD1-AF22-98E3BB856FD9}" destId="{42386886-7695-4F28-AC1E-9F082195848E}" srcOrd="1" destOrd="0" presId="urn:microsoft.com/office/officeart/2005/8/layout/orgChart1"/>
    <dgm:cxn modelId="{79CE3F9C-3C11-4165-B580-6E383735CA2E}" type="presParOf" srcId="{42386886-7695-4F28-AC1E-9F082195848E}" destId="{7A2378DF-BE00-42A9-AB0D-1F44BFBEF386}" srcOrd="0" destOrd="0" presId="urn:microsoft.com/office/officeart/2005/8/layout/orgChart1"/>
    <dgm:cxn modelId="{4126A495-2BCF-44C8-B1DA-B24CFAC5F1A1}" type="presParOf" srcId="{7A2378DF-BE00-42A9-AB0D-1F44BFBEF386}" destId="{51B7C0FD-C8D2-4B82-8D5A-8E978EDAC354}" srcOrd="0" destOrd="0" presId="urn:microsoft.com/office/officeart/2005/8/layout/orgChart1"/>
    <dgm:cxn modelId="{FB91D444-F483-4127-AE6C-0E58E3FA9B23}" type="presParOf" srcId="{7A2378DF-BE00-42A9-AB0D-1F44BFBEF386}" destId="{DF727CAE-9F49-4205-B5DA-9DA5172735CA}" srcOrd="1" destOrd="0" presId="urn:microsoft.com/office/officeart/2005/8/layout/orgChart1"/>
    <dgm:cxn modelId="{0EC256B9-258F-450C-9BB4-DF2B9EE90E59}" type="presParOf" srcId="{42386886-7695-4F28-AC1E-9F082195848E}" destId="{D50F3A0A-4222-4ACD-8511-FEAB29C4A702}" srcOrd="1" destOrd="0" presId="urn:microsoft.com/office/officeart/2005/8/layout/orgChart1"/>
    <dgm:cxn modelId="{C9641BB4-2955-4F83-9A25-650CD70BDCCE}" type="presParOf" srcId="{42386886-7695-4F28-AC1E-9F082195848E}" destId="{E5B13987-F357-43B5-8056-9CD40CF52BB8}" srcOrd="2" destOrd="0" presId="urn:microsoft.com/office/officeart/2005/8/layout/orgChart1"/>
    <dgm:cxn modelId="{47B6B8B0-3DCD-4FA4-80A8-B48D15C071F7}" type="presParOf" srcId="{5E7571DF-2FC3-4DD1-AF22-98E3BB856FD9}" destId="{03E85A9A-7CE4-468A-BB72-7A154804B162}" srcOrd="2" destOrd="0" presId="urn:microsoft.com/office/officeart/2005/8/layout/orgChart1"/>
    <dgm:cxn modelId="{FE3F8932-E333-4282-AFC3-16FFBC16984B}" type="presParOf" srcId="{5E7571DF-2FC3-4DD1-AF22-98E3BB856FD9}" destId="{2AD72CC3-2E05-4202-BCA9-8D0EE16F031F}" srcOrd="3" destOrd="0" presId="urn:microsoft.com/office/officeart/2005/8/layout/orgChart1"/>
    <dgm:cxn modelId="{2417C191-E16A-4282-8E74-319E0EB95B88}" type="presParOf" srcId="{2AD72CC3-2E05-4202-BCA9-8D0EE16F031F}" destId="{A0394005-E1AE-4E21-AE21-752205FF865B}" srcOrd="0" destOrd="0" presId="urn:microsoft.com/office/officeart/2005/8/layout/orgChart1"/>
    <dgm:cxn modelId="{017780EE-BA7F-4DD4-BEB9-92A0722429F8}" type="presParOf" srcId="{A0394005-E1AE-4E21-AE21-752205FF865B}" destId="{3A56C92D-8ED3-44E8-A886-743FAB211D55}" srcOrd="0" destOrd="0" presId="urn:microsoft.com/office/officeart/2005/8/layout/orgChart1"/>
    <dgm:cxn modelId="{9C132AB9-AB8D-43AA-A944-E322BF8D5616}" type="presParOf" srcId="{A0394005-E1AE-4E21-AE21-752205FF865B}" destId="{0EB8A5F3-BCD7-4EFD-9970-6A96186BC203}" srcOrd="1" destOrd="0" presId="urn:microsoft.com/office/officeart/2005/8/layout/orgChart1"/>
    <dgm:cxn modelId="{26F253BE-86EB-48E2-A20C-E677855ECCF2}" type="presParOf" srcId="{2AD72CC3-2E05-4202-BCA9-8D0EE16F031F}" destId="{B5684C45-9174-4AA4-9BB9-ABD5A16EC325}" srcOrd="1" destOrd="0" presId="urn:microsoft.com/office/officeart/2005/8/layout/orgChart1"/>
    <dgm:cxn modelId="{F7749C60-4946-4681-95A5-8AB175E3E5E6}" type="presParOf" srcId="{2AD72CC3-2E05-4202-BCA9-8D0EE16F031F}" destId="{E7F5621A-52B7-4009-935D-69E2F4A07CB9}" srcOrd="2" destOrd="0" presId="urn:microsoft.com/office/officeart/2005/8/layout/orgChart1"/>
    <dgm:cxn modelId="{8BB571EF-1D95-44EE-BFDF-91444BEFB79C}" type="presParOf" srcId="{F794FEA6-89BF-4EC9-A16A-848CC64C0D91}" destId="{055709E8-2FB7-4C9F-B5D5-EF315F04F7BE}" srcOrd="2" destOrd="0" presId="urn:microsoft.com/office/officeart/2005/8/layout/orgChart1"/>
    <dgm:cxn modelId="{61049316-1B7B-487E-9C2A-1D07AA8CE53F}" type="presParOf" srcId="{F666F838-429B-4A57-813E-1D1F03DD760C}" destId="{8B668A6F-100F-4588-AFE7-469D18548693}" srcOrd="6" destOrd="0" presId="urn:microsoft.com/office/officeart/2005/8/layout/orgChart1"/>
    <dgm:cxn modelId="{90D1CEFB-2CBE-4FC7-9CFE-56E26C831153}" type="presParOf" srcId="{F666F838-429B-4A57-813E-1D1F03DD760C}" destId="{946B5707-5AAB-4F33-B714-AFE581C0C038}" srcOrd="7" destOrd="0" presId="urn:microsoft.com/office/officeart/2005/8/layout/orgChart1"/>
    <dgm:cxn modelId="{17290E0D-71D7-4B9E-B7E3-30A014B443D9}" type="presParOf" srcId="{946B5707-5AAB-4F33-B714-AFE581C0C038}" destId="{5EBFE8E2-FC6E-4EF2-B0B9-59FCE8E85DFD}" srcOrd="0" destOrd="0" presId="urn:microsoft.com/office/officeart/2005/8/layout/orgChart1"/>
    <dgm:cxn modelId="{BB0FB4D4-A4D7-4A4B-B37D-64D4E8DF4677}" type="presParOf" srcId="{5EBFE8E2-FC6E-4EF2-B0B9-59FCE8E85DFD}" destId="{29252294-3127-4086-A101-7941F82AD449}" srcOrd="0" destOrd="0" presId="urn:microsoft.com/office/officeart/2005/8/layout/orgChart1"/>
    <dgm:cxn modelId="{4BFECB19-BEDC-4564-A4A8-F5773F77A72F}" type="presParOf" srcId="{5EBFE8E2-FC6E-4EF2-B0B9-59FCE8E85DFD}" destId="{0E11F34D-B2BC-4B2F-8117-6CB5B5E68D7B}" srcOrd="1" destOrd="0" presId="urn:microsoft.com/office/officeart/2005/8/layout/orgChart1"/>
    <dgm:cxn modelId="{B8A758D7-DA70-43CF-A893-C3EBD2169944}" type="presParOf" srcId="{946B5707-5AAB-4F33-B714-AFE581C0C038}" destId="{DF1EEB0E-E2DC-4AD7-9584-38949FC305BD}" srcOrd="1" destOrd="0" presId="urn:microsoft.com/office/officeart/2005/8/layout/orgChart1"/>
    <dgm:cxn modelId="{70562CCB-7D40-49FC-A8B1-58779B7799A2}" type="presParOf" srcId="{DF1EEB0E-E2DC-4AD7-9584-38949FC305BD}" destId="{08CEBBE7-817A-4CD3-AC33-715FABB449BB}" srcOrd="0" destOrd="0" presId="urn:microsoft.com/office/officeart/2005/8/layout/orgChart1"/>
    <dgm:cxn modelId="{71562D2E-2EE4-404F-B6A9-E8890B897372}" type="presParOf" srcId="{DF1EEB0E-E2DC-4AD7-9584-38949FC305BD}" destId="{3F26744E-8D48-4833-AA2A-7D512BBE2221}" srcOrd="1" destOrd="0" presId="urn:microsoft.com/office/officeart/2005/8/layout/orgChart1"/>
    <dgm:cxn modelId="{7EDC0FD3-2264-43AA-BC0F-FE3BA4CEF30A}" type="presParOf" srcId="{3F26744E-8D48-4833-AA2A-7D512BBE2221}" destId="{B65C7CD1-2452-4AFE-8A81-77C98D3849A7}" srcOrd="0" destOrd="0" presId="urn:microsoft.com/office/officeart/2005/8/layout/orgChart1"/>
    <dgm:cxn modelId="{26AE5C92-2B9F-4EF2-BBFE-3282FB0DFDDC}" type="presParOf" srcId="{B65C7CD1-2452-4AFE-8A81-77C98D3849A7}" destId="{55427FC2-894B-4CEB-BF48-4B009B8255A4}" srcOrd="0" destOrd="0" presId="urn:microsoft.com/office/officeart/2005/8/layout/orgChart1"/>
    <dgm:cxn modelId="{9FC9D3B8-EC4A-443F-B1D5-F6BED2BDB8A6}" type="presParOf" srcId="{B65C7CD1-2452-4AFE-8A81-77C98D3849A7}" destId="{B816C511-FF25-4AF3-858D-70E206ADBD6E}" srcOrd="1" destOrd="0" presId="urn:microsoft.com/office/officeart/2005/8/layout/orgChart1"/>
    <dgm:cxn modelId="{AA736A40-3629-4ED6-876B-85BFBF7CC78C}" type="presParOf" srcId="{3F26744E-8D48-4833-AA2A-7D512BBE2221}" destId="{641C001B-182E-4255-B47A-0BCBF171952E}" srcOrd="1" destOrd="0" presId="urn:microsoft.com/office/officeart/2005/8/layout/orgChart1"/>
    <dgm:cxn modelId="{121FBA46-8948-4700-937C-203F71DC6916}" type="presParOf" srcId="{641C001B-182E-4255-B47A-0BCBF171952E}" destId="{B1FA4E32-ADBB-430B-8E6B-0908068E072A}" srcOrd="0" destOrd="0" presId="urn:microsoft.com/office/officeart/2005/8/layout/orgChart1"/>
    <dgm:cxn modelId="{56FCA885-7EED-4296-A20C-09B27BC11872}" type="presParOf" srcId="{641C001B-182E-4255-B47A-0BCBF171952E}" destId="{0DB45DD1-4E82-424C-B50B-E2B5F2086B63}" srcOrd="1" destOrd="0" presId="urn:microsoft.com/office/officeart/2005/8/layout/orgChart1"/>
    <dgm:cxn modelId="{BE530C04-0A04-4721-96BC-D17A61E5FBF4}" type="presParOf" srcId="{0DB45DD1-4E82-424C-B50B-E2B5F2086B63}" destId="{81B6B414-32CD-4102-83A7-FFA2BC368F2E}" srcOrd="0" destOrd="0" presId="urn:microsoft.com/office/officeart/2005/8/layout/orgChart1"/>
    <dgm:cxn modelId="{FDA0F601-BF41-407E-A188-549B46F67B7D}" type="presParOf" srcId="{81B6B414-32CD-4102-83A7-FFA2BC368F2E}" destId="{F6E7D188-A0E1-4321-AF15-D5026652ABA3}" srcOrd="0" destOrd="0" presId="urn:microsoft.com/office/officeart/2005/8/layout/orgChart1"/>
    <dgm:cxn modelId="{B61E244D-2F4B-442D-B513-32463664AA52}" type="presParOf" srcId="{81B6B414-32CD-4102-83A7-FFA2BC368F2E}" destId="{F10956FD-C1AB-4174-BDF3-2CCD66F84FF8}" srcOrd="1" destOrd="0" presId="urn:microsoft.com/office/officeart/2005/8/layout/orgChart1"/>
    <dgm:cxn modelId="{97444F4C-CBA8-4D73-AB17-1B27516B5E2A}" type="presParOf" srcId="{0DB45DD1-4E82-424C-B50B-E2B5F2086B63}" destId="{7737D1D3-D947-4D8B-858B-C4DFF27B2CC7}" srcOrd="1" destOrd="0" presId="urn:microsoft.com/office/officeart/2005/8/layout/orgChart1"/>
    <dgm:cxn modelId="{DFA7152D-D70A-43BC-9BAB-C9781547EBD5}" type="presParOf" srcId="{7737D1D3-D947-4D8B-858B-C4DFF27B2CC7}" destId="{2FC3D885-162F-4533-9D58-F9ECE2A15AC4}" srcOrd="0" destOrd="0" presId="urn:microsoft.com/office/officeart/2005/8/layout/orgChart1"/>
    <dgm:cxn modelId="{DEAC0C02-ECD3-4673-992B-2A05D69A7CD1}" type="presParOf" srcId="{7737D1D3-D947-4D8B-858B-C4DFF27B2CC7}" destId="{5D1DF98C-F9A1-4955-B579-342B5ACE4DE1}" srcOrd="1" destOrd="0" presId="urn:microsoft.com/office/officeart/2005/8/layout/orgChart1"/>
    <dgm:cxn modelId="{B3A8E1E2-99E5-4F48-8B59-47B0D4409E04}" type="presParOf" srcId="{5D1DF98C-F9A1-4955-B579-342B5ACE4DE1}" destId="{C8737C35-0FB4-4B7D-A19C-67E1E0C704DB}" srcOrd="0" destOrd="0" presId="urn:microsoft.com/office/officeart/2005/8/layout/orgChart1"/>
    <dgm:cxn modelId="{3787536A-8A2A-413B-BF75-884DD2B4D615}" type="presParOf" srcId="{C8737C35-0FB4-4B7D-A19C-67E1E0C704DB}" destId="{76298E11-E800-4C1D-B8A5-24A148C1E03A}" srcOrd="0" destOrd="0" presId="urn:microsoft.com/office/officeart/2005/8/layout/orgChart1"/>
    <dgm:cxn modelId="{90261308-DB7D-46AA-80C1-6C8AA99FAEA1}" type="presParOf" srcId="{C8737C35-0FB4-4B7D-A19C-67E1E0C704DB}" destId="{163E442B-2773-4D47-A356-F97F5C9F6CFC}" srcOrd="1" destOrd="0" presId="urn:microsoft.com/office/officeart/2005/8/layout/orgChart1"/>
    <dgm:cxn modelId="{0F9EE032-E20B-48A9-8644-3DBF375BE509}" type="presParOf" srcId="{5D1DF98C-F9A1-4955-B579-342B5ACE4DE1}" destId="{DC5ED998-D956-4417-9CD0-1B47C400A05A}" srcOrd="1" destOrd="0" presId="urn:microsoft.com/office/officeart/2005/8/layout/orgChart1"/>
    <dgm:cxn modelId="{82D90CD3-74A4-4595-95CD-4744D88868A1}" type="presParOf" srcId="{5D1DF98C-F9A1-4955-B579-342B5ACE4DE1}" destId="{C67323B9-BD8D-4FE8-A22C-21F98C961E2E}" srcOrd="2" destOrd="0" presId="urn:microsoft.com/office/officeart/2005/8/layout/orgChart1"/>
    <dgm:cxn modelId="{1096878B-6F04-460C-B485-90D2C2B57FF8}" type="presParOf" srcId="{0DB45DD1-4E82-424C-B50B-E2B5F2086B63}" destId="{51CBCF49-6545-409A-946D-ED90D79563C3}" srcOrd="2" destOrd="0" presId="urn:microsoft.com/office/officeart/2005/8/layout/orgChart1"/>
    <dgm:cxn modelId="{887D43E6-1C98-4117-9911-25B707CE4D4B}" type="presParOf" srcId="{3F26744E-8D48-4833-AA2A-7D512BBE2221}" destId="{C1F89B33-910D-4B15-82FC-B14433D1E4D5}" srcOrd="2" destOrd="0" presId="urn:microsoft.com/office/officeart/2005/8/layout/orgChart1"/>
    <dgm:cxn modelId="{0E6C6B41-9340-457F-B287-E4A416A64A73}" type="presParOf" srcId="{DF1EEB0E-E2DC-4AD7-9584-38949FC305BD}" destId="{B4EAB8B5-4AFD-401A-B9AA-3A4C80BD4B50}" srcOrd="2" destOrd="0" presId="urn:microsoft.com/office/officeart/2005/8/layout/orgChart1"/>
    <dgm:cxn modelId="{6417A552-4350-4CB2-9035-752B4D8FC30A}" type="presParOf" srcId="{DF1EEB0E-E2DC-4AD7-9584-38949FC305BD}" destId="{E2E35FAF-6E2F-41D7-AAF5-325B60620BEC}" srcOrd="3" destOrd="0" presId="urn:microsoft.com/office/officeart/2005/8/layout/orgChart1"/>
    <dgm:cxn modelId="{09570900-BA00-4351-99B5-F70DD4A91ECA}" type="presParOf" srcId="{E2E35FAF-6E2F-41D7-AAF5-325B60620BEC}" destId="{17168BA8-DFDA-4028-823C-6757479AF965}" srcOrd="0" destOrd="0" presId="urn:microsoft.com/office/officeart/2005/8/layout/orgChart1"/>
    <dgm:cxn modelId="{AA2F7230-4450-4A3C-8BF6-D31F9D050697}" type="presParOf" srcId="{17168BA8-DFDA-4028-823C-6757479AF965}" destId="{E4200BF1-2F1B-448C-975A-0414C6050102}" srcOrd="0" destOrd="0" presId="urn:microsoft.com/office/officeart/2005/8/layout/orgChart1"/>
    <dgm:cxn modelId="{2AA95B93-2C51-4063-9023-E225E34368BF}" type="presParOf" srcId="{17168BA8-DFDA-4028-823C-6757479AF965}" destId="{C4A4E602-00B9-4F37-AFA0-2E00446C5952}" srcOrd="1" destOrd="0" presId="urn:microsoft.com/office/officeart/2005/8/layout/orgChart1"/>
    <dgm:cxn modelId="{9AC48B55-F972-4B3E-9640-BE2CD46A50A0}" type="presParOf" srcId="{E2E35FAF-6E2F-41D7-AAF5-325B60620BEC}" destId="{CCD509F6-2636-465E-8B35-789B0110957F}" srcOrd="1" destOrd="0" presId="urn:microsoft.com/office/officeart/2005/8/layout/orgChart1"/>
    <dgm:cxn modelId="{24D01712-0CAF-40FF-BCC7-3C54807A6278}" type="presParOf" srcId="{CCD509F6-2636-465E-8B35-789B0110957F}" destId="{6244E76A-F76D-4295-A427-81CD60BFB770}" srcOrd="0" destOrd="0" presId="urn:microsoft.com/office/officeart/2005/8/layout/orgChart1"/>
    <dgm:cxn modelId="{689E6C80-0042-4E51-85E0-61056C2170AE}" type="presParOf" srcId="{CCD509F6-2636-465E-8B35-789B0110957F}" destId="{64FA178D-6E16-4417-B5DB-85E662AA430F}" srcOrd="1" destOrd="0" presId="urn:microsoft.com/office/officeart/2005/8/layout/orgChart1"/>
    <dgm:cxn modelId="{F28C74ED-CABC-4763-8230-1012564CB982}" type="presParOf" srcId="{64FA178D-6E16-4417-B5DB-85E662AA430F}" destId="{11532559-9CB4-4184-AA17-997A7B4F5ECB}" srcOrd="0" destOrd="0" presId="urn:microsoft.com/office/officeart/2005/8/layout/orgChart1"/>
    <dgm:cxn modelId="{3A588D53-4121-44E1-AD6E-0075023C140C}" type="presParOf" srcId="{11532559-9CB4-4184-AA17-997A7B4F5ECB}" destId="{FFCDB149-34D3-4F22-A016-3916AC42E045}" srcOrd="0" destOrd="0" presId="urn:microsoft.com/office/officeart/2005/8/layout/orgChart1"/>
    <dgm:cxn modelId="{B787CB18-80EF-46A9-8277-02B221E13FBB}" type="presParOf" srcId="{11532559-9CB4-4184-AA17-997A7B4F5ECB}" destId="{57FE9746-D049-4A42-A456-ECD3FC0FC74D}" srcOrd="1" destOrd="0" presId="urn:microsoft.com/office/officeart/2005/8/layout/orgChart1"/>
    <dgm:cxn modelId="{DCD057AD-1620-4EF3-8490-A17ED9ACFD5A}" type="presParOf" srcId="{64FA178D-6E16-4417-B5DB-85E662AA430F}" destId="{94B3AA3B-0491-4F97-B4A7-89827ABF6FF7}" srcOrd="1" destOrd="0" presId="urn:microsoft.com/office/officeart/2005/8/layout/orgChart1"/>
    <dgm:cxn modelId="{8E2CCD76-D2CF-43A2-86AB-A5F7277C92B6}" type="presParOf" srcId="{64FA178D-6E16-4417-B5DB-85E662AA430F}" destId="{8F333733-8F9D-4503-857D-EAF05E18EE3D}" srcOrd="2" destOrd="0" presId="urn:microsoft.com/office/officeart/2005/8/layout/orgChart1"/>
    <dgm:cxn modelId="{4E45B872-02EE-451C-BBEF-E69298F8BF30}" type="presParOf" srcId="{E2E35FAF-6E2F-41D7-AAF5-325B60620BEC}" destId="{5E50BE30-1AAF-492F-BCD0-F069CA3D7DD6}" srcOrd="2" destOrd="0" presId="urn:microsoft.com/office/officeart/2005/8/layout/orgChart1"/>
    <dgm:cxn modelId="{03286580-061C-431D-AB4D-8589002D2DCF}" type="presParOf" srcId="{946B5707-5AAB-4F33-B714-AFE581C0C038}" destId="{26ABEB37-0D61-4EAF-B6C3-B5C4694FC40E}" srcOrd="2" destOrd="0" presId="urn:microsoft.com/office/officeart/2005/8/layout/orgChart1"/>
    <dgm:cxn modelId="{25B95916-C9AB-4410-8181-ABCB14A5FBC3}" type="presParOf" srcId="{F666F838-429B-4A57-813E-1D1F03DD760C}" destId="{17779819-F930-4E2B-A655-37187A6850D3}" srcOrd="8" destOrd="0" presId="urn:microsoft.com/office/officeart/2005/8/layout/orgChart1"/>
    <dgm:cxn modelId="{9F6A73D0-529F-43C8-B760-8C7FE8C2E759}" type="presParOf" srcId="{F666F838-429B-4A57-813E-1D1F03DD760C}" destId="{051608FA-DD0A-4596-AB12-900674FFC4B1}" srcOrd="9" destOrd="0" presId="urn:microsoft.com/office/officeart/2005/8/layout/orgChart1"/>
    <dgm:cxn modelId="{DF1B538D-30B6-4FA0-8E19-0CEEDE13BA57}" type="presParOf" srcId="{051608FA-DD0A-4596-AB12-900674FFC4B1}" destId="{5B63FC12-2B44-4B79-8DA0-8411D0109A70}" srcOrd="0" destOrd="0" presId="urn:microsoft.com/office/officeart/2005/8/layout/orgChart1"/>
    <dgm:cxn modelId="{652AC854-3787-4482-A185-27FF180DE6BD}" type="presParOf" srcId="{5B63FC12-2B44-4B79-8DA0-8411D0109A70}" destId="{33669CFB-A0C3-41D0-B57B-FD877A1895ED}" srcOrd="0" destOrd="0" presId="urn:microsoft.com/office/officeart/2005/8/layout/orgChart1"/>
    <dgm:cxn modelId="{E7ABB5B5-BE17-4B70-9FB5-A841E22ABD9A}" type="presParOf" srcId="{5B63FC12-2B44-4B79-8DA0-8411D0109A70}" destId="{8B0DE940-D880-44E6-9C32-3BE09826107E}" srcOrd="1" destOrd="0" presId="urn:microsoft.com/office/officeart/2005/8/layout/orgChart1"/>
    <dgm:cxn modelId="{E5355EE4-4723-4AE6-846F-84AE4A39668A}" type="presParOf" srcId="{051608FA-DD0A-4596-AB12-900674FFC4B1}" destId="{4F465A47-637A-4C7E-9C5B-D0314B34C36A}" srcOrd="1" destOrd="0" presId="urn:microsoft.com/office/officeart/2005/8/layout/orgChart1"/>
    <dgm:cxn modelId="{ED2F97C9-C0EE-43ED-B62A-E3CF21903D29}" type="presParOf" srcId="{4F465A47-637A-4C7E-9C5B-D0314B34C36A}" destId="{3447A58F-C45C-4B14-A17D-424C64F47DED}" srcOrd="0" destOrd="0" presId="urn:microsoft.com/office/officeart/2005/8/layout/orgChart1"/>
    <dgm:cxn modelId="{91AFF723-3E67-4994-B3CF-AA71CE4786A4}" type="presParOf" srcId="{4F465A47-637A-4C7E-9C5B-D0314B34C36A}" destId="{AA70DBD3-23A6-4F0D-89CA-4A2D6B0CC001}" srcOrd="1" destOrd="0" presId="urn:microsoft.com/office/officeart/2005/8/layout/orgChart1"/>
    <dgm:cxn modelId="{B1387D4D-C82F-417E-9FDE-541FBD8FE139}" type="presParOf" srcId="{AA70DBD3-23A6-4F0D-89CA-4A2D6B0CC001}" destId="{0A9D5147-9C9F-4800-A788-D876D8F65F9E}" srcOrd="0" destOrd="0" presId="urn:microsoft.com/office/officeart/2005/8/layout/orgChart1"/>
    <dgm:cxn modelId="{48FCA792-07F4-49D7-9D5D-C62C83F5F1AB}" type="presParOf" srcId="{0A9D5147-9C9F-4800-A788-D876D8F65F9E}" destId="{9BBBA2FD-1A2D-4AD3-959D-FCC2597D857A}" srcOrd="0" destOrd="0" presId="urn:microsoft.com/office/officeart/2005/8/layout/orgChart1"/>
    <dgm:cxn modelId="{6F929ED0-C19D-4BAF-8F6E-55CDC59B0E44}" type="presParOf" srcId="{0A9D5147-9C9F-4800-A788-D876D8F65F9E}" destId="{F379670A-4C5B-4319-A39B-1FA52A33BEBD}" srcOrd="1" destOrd="0" presId="urn:microsoft.com/office/officeart/2005/8/layout/orgChart1"/>
    <dgm:cxn modelId="{95EB9D00-5E0D-42F7-9E2D-BA608DF41039}" type="presParOf" srcId="{AA70DBD3-23A6-4F0D-89CA-4A2D6B0CC001}" destId="{77A87E8A-3B69-4CB0-8611-CAEB5D4BAA6B}" srcOrd="1" destOrd="0" presId="urn:microsoft.com/office/officeart/2005/8/layout/orgChart1"/>
    <dgm:cxn modelId="{41FE7D59-B2FA-4E47-823D-DAFD2EBA7EBC}" type="presParOf" srcId="{77A87E8A-3B69-4CB0-8611-CAEB5D4BAA6B}" destId="{04444352-9A99-4A69-9516-4A6998874E39}" srcOrd="0" destOrd="0" presId="urn:microsoft.com/office/officeart/2005/8/layout/orgChart1"/>
    <dgm:cxn modelId="{0B8D35AA-0B84-4F04-A8EF-0B6F1D0D9EF2}" type="presParOf" srcId="{77A87E8A-3B69-4CB0-8611-CAEB5D4BAA6B}" destId="{FB896A67-EFB6-4FE9-A530-1DA72B3FCDFA}" srcOrd="1" destOrd="0" presId="urn:microsoft.com/office/officeart/2005/8/layout/orgChart1"/>
    <dgm:cxn modelId="{602B3D1C-A997-433A-8EA4-E950AB48B120}" type="presParOf" srcId="{FB896A67-EFB6-4FE9-A530-1DA72B3FCDFA}" destId="{C50126D1-1216-473B-9B94-CEA7768CA6F7}" srcOrd="0" destOrd="0" presId="urn:microsoft.com/office/officeart/2005/8/layout/orgChart1"/>
    <dgm:cxn modelId="{0D9134D5-A4F9-47DA-ACA6-FD0F72AD0D7F}" type="presParOf" srcId="{C50126D1-1216-473B-9B94-CEA7768CA6F7}" destId="{1147609B-3512-42C9-8C8C-C3926B151125}" srcOrd="0" destOrd="0" presId="urn:microsoft.com/office/officeart/2005/8/layout/orgChart1"/>
    <dgm:cxn modelId="{E177ACE2-9274-400D-98ED-D33ACF746FF2}" type="presParOf" srcId="{C50126D1-1216-473B-9B94-CEA7768CA6F7}" destId="{D2C9FD10-E646-4385-A241-A6A3697C8609}" srcOrd="1" destOrd="0" presId="urn:microsoft.com/office/officeart/2005/8/layout/orgChart1"/>
    <dgm:cxn modelId="{A4E5DE5E-510F-49D0-A5EB-D0D70263958B}" type="presParOf" srcId="{FB896A67-EFB6-4FE9-A530-1DA72B3FCDFA}" destId="{A203E7B9-ABD9-4F2C-B462-31B34D884473}" srcOrd="1" destOrd="0" presId="urn:microsoft.com/office/officeart/2005/8/layout/orgChart1"/>
    <dgm:cxn modelId="{50A74350-76D7-4BC7-AD3B-E431739D57D7}" type="presParOf" srcId="{FB896A67-EFB6-4FE9-A530-1DA72B3FCDFA}" destId="{030424A7-A986-490C-B08E-57D35B24D112}" srcOrd="2" destOrd="0" presId="urn:microsoft.com/office/officeart/2005/8/layout/orgChart1"/>
    <dgm:cxn modelId="{110352CC-8C45-4BEB-8F9F-C910D9356AD2}" type="presParOf" srcId="{AA70DBD3-23A6-4F0D-89CA-4A2D6B0CC001}" destId="{402CEC8D-D30E-418D-80C3-F58FA7D36A3D}" srcOrd="2" destOrd="0" presId="urn:microsoft.com/office/officeart/2005/8/layout/orgChart1"/>
    <dgm:cxn modelId="{A392B29C-0525-4BEA-B252-5C72DF9E77F5}" type="presParOf" srcId="{051608FA-DD0A-4596-AB12-900674FFC4B1}" destId="{CF3FBD1E-72E2-402D-A62A-C68543DC6646}" srcOrd="2" destOrd="0" presId="urn:microsoft.com/office/officeart/2005/8/layout/orgChart1"/>
    <dgm:cxn modelId="{63F9FF15-9431-4AD4-A3EB-559F1E0103B5}" type="presParOf" srcId="{8EE13A82-8717-436A-BEE7-D646012E79BD}" destId="{3D29BA8C-2A33-4C43-9209-C1A2E8CCAA4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23D6CD9-815F-4DD1-BD94-A8EC694EE7B3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7D2E73D-E53D-4CC1-A7A7-53E13B4FF184}">
      <dgm:prSet phldrT="[Text]" custT="1"/>
      <dgm:spPr>
        <a:solidFill>
          <a:srgbClr val="002060"/>
        </a:solidFill>
      </dgm:spPr>
      <dgm:t>
        <a:bodyPr/>
        <a:lstStyle/>
        <a:p>
          <a:r>
            <a:rPr lang="en-GB" sz="1000" b="1" dirty="0">
              <a:latin typeface="Lucida Bright" panose="02040602050505020304" pitchFamily="18" charset="0"/>
              <a:cs typeface="Calibri" panose="020F0502020204030204" pitchFamily="34" charset="0"/>
            </a:rPr>
            <a:t>Product Portfolio Expansion</a:t>
          </a:r>
          <a:endParaRPr lang="en-IN" sz="1000" b="1" dirty="0">
            <a:latin typeface="Lucida Bright" panose="02040602050505020304" pitchFamily="18" charset="0"/>
            <a:cs typeface="Calibri" panose="020F0502020204030204" pitchFamily="34" charset="0"/>
          </a:endParaRPr>
        </a:p>
      </dgm:t>
    </dgm:pt>
    <dgm:pt modelId="{8BE12C6B-AD22-417F-BB3C-652BFFDF60A4}" type="parTrans" cxnId="{8DCEF4BC-B860-450D-9338-C1F80F2FAAB1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2F18CC5-3437-4254-B3CB-58E75E73C093}" type="sibTrans" cxnId="{8DCEF4BC-B860-450D-9338-C1F80F2FAAB1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064FC06-2073-44DC-8B9D-D928D6953C6A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strike="noStrike" dirty="0">
              <a:effectLst/>
              <a:latin typeface="Calibri" panose="020F0502020204030204" pitchFamily="34" charset="0"/>
              <a:cs typeface="Calibri" panose="020F0502020204030204" pitchFamily="34" charset="0"/>
            </a:rPr>
            <a:t>Inclusion of more fields into product portfolio as per students demand.</a:t>
          </a:r>
          <a:endParaRPr lang="en-IN" sz="9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F7A9324-4BBE-4C65-BB51-4870647A44DA}" type="parTrans" cxnId="{5C5114BE-73D0-4A19-8122-992CCF86CA78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E50EE58-02EB-41F3-98CC-FE15B095A159}" type="sibTrans" cxnId="{5C5114BE-73D0-4A19-8122-992CCF86CA78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3ABF43B-6448-4370-AE50-33AE43B0C0BF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900" b="0" i="0" u="none" strike="noStrike" dirty="0">
              <a:effectLst/>
              <a:latin typeface="Calibri" panose="020F0502020204030204" pitchFamily="34" charset="0"/>
              <a:cs typeface="Calibri" panose="020F0502020204030204" pitchFamily="34" charset="0"/>
            </a:rPr>
            <a:t>Once a sizeable community is built, Excursion and trips to be included as ECAs</a:t>
          </a:r>
          <a:endParaRPr lang="en-IN" sz="9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B7B11B1-8FC8-4D3B-9C0C-3CA48EE89FD8}" type="parTrans" cxnId="{7EB4D84C-34D8-4FCB-A973-556EB2A59753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BDDEDE6-118E-48A7-BFF9-64A2FC059E3A}" type="sibTrans" cxnId="{7EB4D84C-34D8-4FCB-A973-556EB2A59753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21193C7-B6B9-4303-81F8-99A58020FCFA}" type="pres">
      <dgm:prSet presAssocID="{523D6CD9-815F-4DD1-BD94-A8EC694EE7B3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D477FA6F-9DD4-4042-B188-EDDE8E931982}" type="pres">
      <dgm:prSet presAssocID="{07D2E73D-E53D-4CC1-A7A7-53E13B4FF184}" presName="Parent" presStyleLbl="node1" presStyleIdx="0" presStyleCnt="2">
        <dgm:presLayoutVars>
          <dgm:chMax val="4"/>
          <dgm:chPref val="3"/>
        </dgm:presLayoutVars>
      </dgm:prSet>
      <dgm:spPr/>
    </dgm:pt>
    <dgm:pt modelId="{11CCCC97-FDC2-49E8-AB9C-DEA50DFB3F84}" type="pres">
      <dgm:prSet presAssocID="{7064FC06-2073-44DC-8B9D-D928D6953C6A}" presName="Accent" presStyleLbl="node1" presStyleIdx="1" presStyleCnt="2"/>
      <dgm:spPr/>
    </dgm:pt>
    <dgm:pt modelId="{7B82E76B-128B-4080-AA05-E1C6C8062F2D}" type="pres">
      <dgm:prSet presAssocID="{7064FC06-2073-44DC-8B9D-D928D6953C6A}" presName="Image1" presStyleLbl="fgImgPlace1" presStyleIdx="0" presStyleCnt="2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C28C7D1-074C-430A-B1D4-D286B89FB657}" type="pres">
      <dgm:prSet presAssocID="{7064FC06-2073-44DC-8B9D-D928D6953C6A}" presName="Child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462EC097-B210-437D-998E-7086DC4A442B}" type="pres">
      <dgm:prSet presAssocID="{53ABF43B-6448-4370-AE50-33AE43B0C0BF}" presName="Image2" presStyleCnt="0"/>
      <dgm:spPr/>
    </dgm:pt>
    <dgm:pt modelId="{FF38C094-6454-4AC6-9AC1-9B43E52C08E1}" type="pres">
      <dgm:prSet presAssocID="{53ABF43B-6448-4370-AE50-33AE43B0C0BF}" presName="Image" presStyleLbl="fgImgPlace1" presStyleIdx="1" presStyleCnt="2"/>
      <dgm:spPr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0A00AB6C-F172-4796-AB92-F0D9EBE79FB0}" type="pres">
      <dgm:prSet presAssocID="{53ABF43B-6448-4370-AE50-33AE43B0C0BF}" presName="Child2" presStyleLbl="revTx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0A5D0706-EB96-4364-BB2E-934FEC1EFA18}" type="presOf" srcId="{7064FC06-2073-44DC-8B9D-D928D6953C6A}" destId="{BC28C7D1-074C-430A-B1D4-D286B89FB657}" srcOrd="0" destOrd="0" presId="urn:microsoft.com/office/officeart/2011/layout/RadialPictureList"/>
    <dgm:cxn modelId="{376C292B-08C4-49F2-89F5-EAC357A81CAF}" type="presOf" srcId="{523D6CD9-815F-4DD1-BD94-A8EC694EE7B3}" destId="{921193C7-B6B9-4303-81F8-99A58020FCFA}" srcOrd="0" destOrd="0" presId="urn:microsoft.com/office/officeart/2011/layout/RadialPictureList"/>
    <dgm:cxn modelId="{7EB4D84C-34D8-4FCB-A973-556EB2A59753}" srcId="{07D2E73D-E53D-4CC1-A7A7-53E13B4FF184}" destId="{53ABF43B-6448-4370-AE50-33AE43B0C0BF}" srcOrd="1" destOrd="0" parTransId="{EB7B11B1-8FC8-4D3B-9C0C-3CA48EE89FD8}" sibTransId="{ABDDEDE6-118E-48A7-BFF9-64A2FC059E3A}"/>
    <dgm:cxn modelId="{0EA17380-C511-491A-9E7A-826E0D6493E0}" type="presOf" srcId="{07D2E73D-E53D-4CC1-A7A7-53E13B4FF184}" destId="{D477FA6F-9DD4-4042-B188-EDDE8E931982}" srcOrd="0" destOrd="0" presId="urn:microsoft.com/office/officeart/2011/layout/RadialPictureList"/>
    <dgm:cxn modelId="{01D774AC-1AD9-4E12-9BBD-C2E543415605}" type="presOf" srcId="{53ABF43B-6448-4370-AE50-33AE43B0C0BF}" destId="{0A00AB6C-F172-4796-AB92-F0D9EBE79FB0}" srcOrd="0" destOrd="0" presId="urn:microsoft.com/office/officeart/2011/layout/RadialPictureList"/>
    <dgm:cxn modelId="{8DCEF4BC-B860-450D-9338-C1F80F2FAAB1}" srcId="{523D6CD9-815F-4DD1-BD94-A8EC694EE7B3}" destId="{07D2E73D-E53D-4CC1-A7A7-53E13B4FF184}" srcOrd="0" destOrd="0" parTransId="{8BE12C6B-AD22-417F-BB3C-652BFFDF60A4}" sibTransId="{82F18CC5-3437-4254-B3CB-58E75E73C093}"/>
    <dgm:cxn modelId="{5C5114BE-73D0-4A19-8122-992CCF86CA78}" srcId="{07D2E73D-E53D-4CC1-A7A7-53E13B4FF184}" destId="{7064FC06-2073-44DC-8B9D-D928D6953C6A}" srcOrd="0" destOrd="0" parTransId="{3F7A9324-4BBE-4C65-BB51-4870647A44DA}" sibTransId="{6E50EE58-02EB-41F3-98CC-FE15B095A159}"/>
    <dgm:cxn modelId="{5F1AF788-3830-4AB1-81EA-733B15B8167F}" type="presParOf" srcId="{921193C7-B6B9-4303-81F8-99A58020FCFA}" destId="{D477FA6F-9DD4-4042-B188-EDDE8E931982}" srcOrd="0" destOrd="0" presId="urn:microsoft.com/office/officeart/2011/layout/RadialPictureList"/>
    <dgm:cxn modelId="{956D1A91-6EBB-4488-B263-98ADF2D381E6}" type="presParOf" srcId="{921193C7-B6B9-4303-81F8-99A58020FCFA}" destId="{11CCCC97-FDC2-49E8-AB9C-DEA50DFB3F84}" srcOrd="1" destOrd="0" presId="urn:microsoft.com/office/officeart/2011/layout/RadialPictureList"/>
    <dgm:cxn modelId="{AC46B51F-E783-4295-AE29-9C37FB680A36}" type="presParOf" srcId="{921193C7-B6B9-4303-81F8-99A58020FCFA}" destId="{7B82E76B-128B-4080-AA05-E1C6C8062F2D}" srcOrd="2" destOrd="0" presId="urn:microsoft.com/office/officeart/2011/layout/RadialPictureList"/>
    <dgm:cxn modelId="{49011186-BB8A-4DF5-A17A-D924E15C8F18}" type="presParOf" srcId="{921193C7-B6B9-4303-81F8-99A58020FCFA}" destId="{BC28C7D1-074C-430A-B1D4-D286B89FB657}" srcOrd="3" destOrd="0" presId="urn:microsoft.com/office/officeart/2011/layout/RadialPictureList"/>
    <dgm:cxn modelId="{BBD42632-6E33-4EA6-80E9-52A90AB35ACE}" type="presParOf" srcId="{921193C7-B6B9-4303-81F8-99A58020FCFA}" destId="{462EC097-B210-437D-998E-7086DC4A442B}" srcOrd="4" destOrd="0" presId="urn:microsoft.com/office/officeart/2011/layout/RadialPictureList"/>
    <dgm:cxn modelId="{C8AFF36C-8053-4515-9AAE-BD1E2D504006}" type="presParOf" srcId="{462EC097-B210-437D-998E-7086DC4A442B}" destId="{FF38C094-6454-4AC6-9AC1-9B43E52C08E1}" srcOrd="0" destOrd="0" presId="urn:microsoft.com/office/officeart/2011/layout/RadialPictureList"/>
    <dgm:cxn modelId="{2B5D5E1D-60ED-4AF4-87E5-4F5F3232E006}" type="presParOf" srcId="{921193C7-B6B9-4303-81F8-99A58020FCFA}" destId="{0A00AB6C-F172-4796-AB92-F0D9EBE79FB0}" srcOrd="5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14E01A32-465D-41E7-BEEF-7608903D3945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1FEE1CD-3FFE-4C12-A79A-ED0D57B09479}">
      <dgm:prSet phldrT="[Text]" custT="1"/>
      <dgm:spPr>
        <a:solidFill>
          <a:srgbClr val="002060"/>
        </a:solidFill>
      </dgm:spPr>
      <dgm:t>
        <a:bodyPr/>
        <a:lstStyle/>
        <a:p>
          <a:r>
            <a:rPr lang="en-GB" sz="1000" b="1" dirty="0">
              <a:latin typeface="Lucida Bright" panose="02040602050505020304" pitchFamily="18" charset="0"/>
              <a:cs typeface="Calibri" panose="020F0502020204030204" pitchFamily="34" charset="0"/>
            </a:rPr>
            <a:t>Marketing Campaign Expansion</a:t>
          </a:r>
          <a:endParaRPr lang="en-IN" sz="1000" b="1" dirty="0">
            <a:latin typeface="Lucida Bright" panose="02040602050505020304" pitchFamily="18" charset="0"/>
            <a:cs typeface="Calibri" panose="020F0502020204030204" pitchFamily="34" charset="0"/>
          </a:endParaRPr>
        </a:p>
      </dgm:t>
    </dgm:pt>
    <dgm:pt modelId="{C7A2F7FB-9600-4103-8084-E598C2C6FDF5}" type="parTrans" cxnId="{C3E74590-CE6C-4286-A595-AA362B6E493B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C9BA811-A598-4730-8573-F1B45AAFAB91}" type="sibTrans" cxnId="{C3E74590-CE6C-4286-A595-AA362B6E493B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B91462D-4A07-4EB0-84D1-5A001C3F4E0B}">
      <dgm:prSet phldrT="[Text]"/>
      <dgm:spPr/>
      <dgm:t>
        <a:bodyPr/>
        <a:lstStyle/>
        <a:p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Advertisement to be expanded to 2 more Newspapers as per popularity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0829E42-CE92-4DE8-A8E4-52C4E01188AE}" type="parTrans" cxnId="{256CE27D-4F33-44C0-97F0-4B2BFEDF5927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A70D6E9-F174-421A-8CB9-68531B563F28}" type="sibTrans" cxnId="{256CE27D-4F33-44C0-97F0-4B2BFEDF5927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6669FE4-56E2-46D2-8257-197D8667368C}">
      <dgm:prSet phldrT="[Text]"/>
      <dgm:spPr/>
      <dgm:t>
        <a:bodyPr/>
        <a:lstStyle/>
        <a:p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4 more channels to be included as advertisement partners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38BE5DF-039B-4551-ACC9-FA96395644E7}" type="parTrans" cxnId="{FD76F155-C54B-4035-A03A-9ECFC18F7C60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3FDB0DC-7BB7-414A-9ACC-9E8507DCB761}" type="sibTrans" cxnId="{FD76F155-C54B-4035-A03A-9ECFC18F7C60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A1FBC9D-D721-4668-B3BE-EF3A813FA98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>
              <a:latin typeface="Calibri" panose="020F0502020204030204" pitchFamily="34" charset="0"/>
              <a:cs typeface="Calibri" panose="020F0502020204030204" pitchFamily="34" charset="0"/>
            </a:rPr>
            <a:t>3 more Digital Ad partners to be Selected.(JioSaavn, Instagram, Truecaller)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5EB6B3E-C72C-4369-ACE9-54CA771FAC96}" type="parTrans" cxnId="{EE4B5197-D7D2-4689-8D37-528FB522E51E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F9F8916-74E3-48AC-8EC1-B6F8D513F6F1}" type="sibTrans" cxnId="{EE4B5197-D7D2-4689-8D37-528FB522E51E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97D4714-522D-4955-AC3B-509A094B2DD0}" type="pres">
      <dgm:prSet presAssocID="{14E01A32-465D-41E7-BEEF-7608903D3945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E99FE70E-5CEB-4685-95E2-212715E17FF6}" type="pres">
      <dgm:prSet presAssocID="{F1FEE1CD-3FFE-4C12-A79A-ED0D57B09479}" presName="Parent" presStyleLbl="node1" presStyleIdx="0" presStyleCnt="2">
        <dgm:presLayoutVars>
          <dgm:chMax val="4"/>
          <dgm:chPref val="3"/>
        </dgm:presLayoutVars>
      </dgm:prSet>
      <dgm:spPr/>
    </dgm:pt>
    <dgm:pt modelId="{22576785-47AB-4892-87DE-5F7512015ADD}" type="pres">
      <dgm:prSet presAssocID="{1B91462D-4A07-4EB0-84D1-5A001C3F4E0B}" presName="Accent" presStyleLbl="node1" presStyleIdx="1" presStyleCnt="2"/>
      <dgm:spPr/>
    </dgm:pt>
    <dgm:pt modelId="{FB699E33-9928-44A4-8E5D-F52186BA92BB}" type="pres">
      <dgm:prSet presAssocID="{1B91462D-4A07-4EB0-84D1-5A001C3F4E0B}" presName="Image1" presStyleLbl="fgImgPlace1" presStyleIdx="0" presStyleCnt="3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C916FE5A-FD1F-44E3-969D-95F72C82FAA7}" type="pres">
      <dgm:prSet presAssocID="{1B91462D-4A07-4EB0-84D1-5A001C3F4E0B}" presName="Child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3B43B575-B490-4FEE-9A8C-78F7AB6B5AE7}" type="pres">
      <dgm:prSet presAssocID="{B6669FE4-56E2-46D2-8257-197D8667368C}" presName="Image2" presStyleCnt="0"/>
      <dgm:spPr/>
    </dgm:pt>
    <dgm:pt modelId="{0FBC87D5-DB14-4564-931E-460F42605C61}" type="pres">
      <dgm:prSet presAssocID="{B6669FE4-56E2-46D2-8257-197D8667368C}" presName="Image" presStyleLbl="f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E2DDB7BA-BD36-40E2-AFB7-7B5B9095726A}" type="pres">
      <dgm:prSet presAssocID="{B6669FE4-56E2-46D2-8257-197D8667368C}" presName="Child2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B09E44AF-D505-42B3-81B4-821E214E7296}" type="pres">
      <dgm:prSet presAssocID="{FA1FBC9D-D721-4668-B3BE-EF3A813FA981}" presName="Image3" presStyleCnt="0"/>
      <dgm:spPr/>
    </dgm:pt>
    <dgm:pt modelId="{F747B263-182C-4BC1-8052-0377C8D3DFEA}" type="pres">
      <dgm:prSet presAssocID="{FA1FBC9D-D721-4668-B3BE-EF3A813FA981}" presName="Image" presStyleLbl="fgImgPlace1" presStyleIdx="2" presStyleCnt="3"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D42076F-655F-4190-AC8B-27A768BA8F45}" type="pres">
      <dgm:prSet presAssocID="{FA1FBC9D-D721-4668-B3BE-EF3A813FA981}" presName="Child3" presStyleLbl="revTx" presStyleIdx="2" presStyleCnt="3" custScaleX="117094" custLinFactNeighborX="6842">
        <dgm:presLayoutVars>
          <dgm:chMax val="0"/>
          <dgm:chPref val="0"/>
          <dgm:bulletEnabled val="1"/>
        </dgm:presLayoutVars>
      </dgm:prSet>
      <dgm:spPr/>
    </dgm:pt>
  </dgm:ptLst>
  <dgm:cxnLst>
    <dgm:cxn modelId="{F71A3B17-1BAC-4476-8F13-BE72DF4E32E0}" type="presOf" srcId="{1B91462D-4A07-4EB0-84D1-5A001C3F4E0B}" destId="{C916FE5A-FD1F-44E3-969D-95F72C82FAA7}" srcOrd="0" destOrd="0" presId="urn:microsoft.com/office/officeart/2011/layout/RadialPictureList"/>
    <dgm:cxn modelId="{A25E4F53-B627-4301-958F-586782467DB5}" type="presOf" srcId="{14E01A32-465D-41E7-BEEF-7608903D3945}" destId="{D97D4714-522D-4955-AC3B-509A094B2DD0}" srcOrd="0" destOrd="0" presId="urn:microsoft.com/office/officeart/2011/layout/RadialPictureList"/>
    <dgm:cxn modelId="{FD76F155-C54B-4035-A03A-9ECFC18F7C60}" srcId="{F1FEE1CD-3FFE-4C12-A79A-ED0D57B09479}" destId="{B6669FE4-56E2-46D2-8257-197D8667368C}" srcOrd="1" destOrd="0" parTransId="{E38BE5DF-039B-4551-ACC9-FA96395644E7}" sibTransId="{73FDB0DC-7BB7-414A-9ACC-9E8507DCB761}"/>
    <dgm:cxn modelId="{256CE27D-4F33-44C0-97F0-4B2BFEDF5927}" srcId="{F1FEE1CD-3FFE-4C12-A79A-ED0D57B09479}" destId="{1B91462D-4A07-4EB0-84D1-5A001C3F4E0B}" srcOrd="0" destOrd="0" parTransId="{F0829E42-CE92-4DE8-A8E4-52C4E01188AE}" sibTransId="{EA70D6E9-F174-421A-8CB9-68531B563F28}"/>
    <dgm:cxn modelId="{D9372981-5DB7-4808-B96D-1E3685D13B33}" type="presOf" srcId="{B6669FE4-56E2-46D2-8257-197D8667368C}" destId="{E2DDB7BA-BD36-40E2-AFB7-7B5B9095726A}" srcOrd="0" destOrd="0" presId="urn:microsoft.com/office/officeart/2011/layout/RadialPictureList"/>
    <dgm:cxn modelId="{C3E74590-CE6C-4286-A595-AA362B6E493B}" srcId="{14E01A32-465D-41E7-BEEF-7608903D3945}" destId="{F1FEE1CD-3FFE-4C12-A79A-ED0D57B09479}" srcOrd="0" destOrd="0" parTransId="{C7A2F7FB-9600-4103-8084-E598C2C6FDF5}" sibTransId="{DC9BA811-A598-4730-8573-F1B45AAFAB91}"/>
    <dgm:cxn modelId="{BB171694-119B-4896-B932-6B2D93BCF524}" type="presOf" srcId="{F1FEE1CD-3FFE-4C12-A79A-ED0D57B09479}" destId="{E99FE70E-5CEB-4685-95E2-212715E17FF6}" srcOrd="0" destOrd="0" presId="urn:microsoft.com/office/officeart/2011/layout/RadialPictureList"/>
    <dgm:cxn modelId="{EE4B5197-D7D2-4689-8D37-528FB522E51E}" srcId="{F1FEE1CD-3FFE-4C12-A79A-ED0D57B09479}" destId="{FA1FBC9D-D721-4668-B3BE-EF3A813FA981}" srcOrd="2" destOrd="0" parTransId="{D5EB6B3E-C72C-4369-ACE9-54CA771FAC96}" sibTransId="{CF9F8916-74E3-48AC-8EC1-B6F8D513F6F1}"/>
    <dgm:cxn modelId="{93D302DD-58DC-46A0-8B87-1AE2342EF6C4}" type="presOf" srcId="{FA1FBC9D-D721-4668-B3BE-EF3A813FA981}" destId="{6D42076F-655F-4190-AC8B-27A768BA8F45}" srcOrd="0" destOrd="0" presId="urn:microsoft.com/office/officeart/2011/layout/RadialPictureList"/>
    <dgm:cxn modelId="{E1308E9C-4CB4-4259-9470-F534A7ED529D}" type="presParOf" srcId="{D97D4714-522D-4955-AC3B-509A094B2DD0}" destId="{E99FE70E-5CEB-4685-95E2-212715E17FF6}" srcOrd="0" destOrd="0" presId="urn:microsoft.com/office/officeart/2011/layout/RadialPictureList"/>
    <dgm:cxn modelId="{0B159A7B-8656-451B-BD20-C74736D660B9}" type="presParOf" srcId="{D97D4714-522D-4955-AC3B-509A094B2DD0}" destId="{22576785-47AB-4892-87DE-5F7512015ADD}" srcOrd="1" destOrd="0" presId="urn:microsoft.com/office/officeart/2011/layout/RadialPictureList"/>
    <dgm:cxn modelId="{E9B3B2FB-811E-4403-82FF-1013A5149EFE}" type="presParOf" srcId="{D97D4714-522D-4955-AC3B-509A094B2DD0}" destId="{FB699E33-9928-44A4-8E5D-F52186BA92BB}" srcOrd="2" destOrd="0" presId="urn:microsoft.com/office/officeart/2011/layout/RadialPictureList"/>
    <dgm:cxn modelId="{AD519643-0A4B-4291-B30E-F2ED3221496C}" type="presParOf" srcId="{D97D4714-522D-4955-AC3B-509A094B2DD0}" destId="{C916FE5A-FD1F-44E3-969D-95F72C82FAA7}" srcOrd="3" destOrd="0" presId="urn:microsoft.com/office/officeart/2011/layout/RadialPictureList"/>
    <dgm:cxn modelId="{0695C7C9-74F1-426F-AC8B-D9E5DECC0763}" type="presParOf" srcId="{D97D4714-522D-4955-AC3B-509A094B2DD0}" destId="{3B43B575-B490-4FEE-9A8C-78F7AB6B5AE7}" srcOrd="4" destOrd="0" presId="urn:microsoft.com/office/officeart/2011/layout/RadialPictureList"/>
    <dgm:cxn modelId="{31FD8487-EC55-4955-87A8-26811A74603A}" type="presParOf" srcId="{3B43B575-B490-4FEE-9A8C-78F7AB6B5AE7}" destId="{0FBC87D5-DB14-4564-931E-460F42605C61}" srcOrd="0" destOrd="0" presId="urn:microsoft.com/office/officeart/2011/layout/RadialPictureList"/>
    <dgm:cxn modelId="{F8F76739-3EA8-4353-AC32-45D04AFB1884}" type="presParOf" srcId="{D97D4714-522D-4955-AC3B-509A094B2DD0}" destId="{E2DDB7BA-BD36-40E2-AFB7-7B5B9095726A}" srcOrd="5" destOrd="0" presId="urn:microsoft.com/office/officeart/2011/layout/RadialPictureList"/>
    <dgm:cxn modelId="{E9802A4F-52F4-4BDE-B713-528093D2A162}" type="presParOf" srcId="{D97D4714-522D-4955-AC3B-509A094B2DD0}" destId="{B09E44AF-D505-42B3-81B4-821E214E7296}" srcOrd="6" destOrd="0" presId="urn:microsoft.com/office/officeart/2011/layout/RadialPictureList"/>
    <dgm:cxn modelId="{C6F504A2-75C6-417B-9AFA-E75563D553F6}" type="presParOf" srcId="{B09E44AF-D505-42B3-81B4-821E214E7296}" destId="{F747B263-182C-4BC1-8052-0377C8D3DFEA}" srcOrd="0" destOrd="0" presId="urn:microsoft.com/office/officeart/2011/layout/RadialPictureList"/>
    <dgm:cxn modelId="{33B26D2C-1583-446C-9EE4-27FA6E75B71B}" type="presParOf" srcId="{D97D4714-522D-4955-AC3B-509A094B2DD0}" destId="{6D42076F-655F-4190-AC8B-27A768BA8F45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3AE191B-CB1E-41C9-87A7-C6E1DAC399F4}" type="doc">
      <dgm:prSet loTypeId="urn:microsoft.com/office/officeart/2011/layout/RadialPicture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7CD19ED-7CA1-4B69-BECC-E7D69E68F263}">
      <dgm:prSet phldrT="[Text]" custT="1"/>
      <dgm:spPr>
        <a:solidFill>
          <a:srgbClr val="002060"/>
        </a:solidFill>
      </dgm:spPr>
      <dgm:t>
        <a:bodyPr/>
        <a:lstStyle/>
        <a:p>
          <a:r>
            <a:rPr lang="en-GB" sz="1000" b="1" dirty="0">
              <a:latin typeface="Lucida Bright" panose="02040602050505020304" pitchFamily="18" charset="0"/>
              <a:cs typeface="Calibri" panose="020F0502020204030204" pitchFamily="34" charset="0"/>
            </a:rPr>
            <a:t>School/Society Campaign</a:t>
          </a:r>
          <a:endParaRPr lang="en-IN" sz="1000" b="1" dirty="0">
            <a:latin typeface="Lucida Bright" panose="02040602050505020304" pitchFamily="18" charset="0"/>
            <a:cs typeface="Calibri" panose="020F0502020204030204" pitchFamily="34" charset="0"/>
          </a:endParaRPr>
        </a:p>
      </dgm:t>
    </dgm:pt>
    <dgm:pt modelId="{92795C14-367E-438C-8390-16C6AE704D65}" type="parTrans" cxnId="{8BC1D283-DA9B-464C-9203-3E386AB08523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678337B-1DE6-48BA-B55E-E52C34743D59}" type="sibTrans" cxnId="{8BC1D283-DA9B-464C-9203-3E386AB08523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6F6612B-543E-49E3-8FB9-377A35DA2DA7}">
      <dgm:prSet phldrT="[Text]" custT="1"/>
      <dgm:spPr/>
      <dgm:t>
        <a:bodyPr/>
        <a:lstStyle/>
        <a:p>
          <a:r>
            <a:rPr lang="en-US" sz="900" b="1" dirty="0">
              <a:latin typeface="Calibri" panose="020F0502020204030204" pitchFamily="34" charset="0"/>
              <a:cs typeface="Calibri" panose="020F0502020204030204" pitchFamily="34" charset="0"/>
            </a:rPr>
            <a:t>Target- </a:t>
          </a:r>
          <a:r>
            <a:rPr lang="en-US" sz="900" dirty="0">
              <a:latin typeface="Calibri" panose="020F0502020204030204" pitchFamily="34" charset="0"/>
              <a:cs typeface="Calibri" panose="020F0502020204030204" pitchFamily="34" charset="0"/>
            </a:rPr>
            <a:t>28,000 Schools in Maharashtra</a:t>
          </a:r>
        </a:p>
        <a:p>
          <a:r>
            <a:rPr lang="en-US" sz="900" dirty="0">
              <a:latin typeface="Calibri" panose="020F0502020204030204" pitchFamily="34" charset="0"/>
              <a:cs typeface="Calibri" panose="020F0502020204030204" pitchFamily="34" charset="0"/>
            </a:rPr>
            <a:t>10 Schools to be Targeted Monthly</a:t>
          </a:r>
          <a:endParaRPr lang="en-IN" sz="9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54A4574-CC33-4485-A4EE-4E39044C2B88}" type="parTrans" cxnId="{7E1970B4-4F1A-4CCE-8B33-3DAC35AC6C9D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91300AC-7035-49E1-9DB7-637FA77DCCF5}" type="sibTrans" cxnId="{7E1970B4-4F1A-4CCE-8B33-3DAC35AC6C9D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3CAE3D1-B2B6-41C4-866E-45D766751337}">
      <dgm:prSet phldrT="[Text]" custT="1"/>
      <dgm:spPr/>
      <dgm:t>
        <a:bodyPr/>
        <a:lstStyle/>
        <a:p>
          <a:r>
            <a:rPr lang="en-US" sz="900" dirty="0">
              <a:latin typeface="Calibri" panose="020F0502020204030204" pitchFamily="34" charset="0"/>
              <a:cs typeface="Calibri" panose="020F0502020204030204" pitchFamily="34" charset="0"/>
            </a:rPr>
            <a:t>Conducting of Workshops, Seminars, Quizzes for data acquisition and sales.</a:t>
          </a:r>
          <a:endParaRPr lang="en-IN" sz="9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8336A34-9749-4933-A5E7-0778A43B47AA}" type="parTrans" cxnId="{EAF2075C-A12A-4099-A4AE-E20D687DEE2E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87CF5A0-50F8-4D66-BFE0-B60D3AAD73C2}" type="sibTrans" cxnId="{EAF2075C-A12A-4099-A4AE-E20D687DEE2E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7266DF4-E3AF-4854-B310-9D7B3FCE2E32}">
      <dgm:prSet phldrT="[Text]" custT="1"/>
      <dgm:spPr/>
      <dgm:t>
        <a:bodyPr/>
        <a:lstStyle/>
        <a:p>
          <a:r>
            <a:rPr lang="en-US" sz="900" dirty="0">
              <a:latin typeface="Calibri" panose="020F0502020204030204" pitchFamily="34" charset="0"/>
              <a:cs typeface="Calibri" panose="020F0502020204030204" pitchFamily="34" charset="0"/>
            </a:rPr>
            <a:t>Target Eligible Societies and conduct workshops/activities for students and parents to create awareness and encourage them to Signup to XYZ.</a:t>
          </a:r>
          <a:endParaRPr lang="en-IN" sz="900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E13B2A3-2982-42E1-94C6-10BD8F8A4FB9}" type="parTrans" cxnId="{753A5DF1-B2DB-4CF8-B930-9146F4F7F07D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4533A6D-7B0E-499B-A194-7B7ACC35B1C1}" type="sibTrans" cxnId="{753A5DF1-B2DB-4CF8-B930-9146F4F7F07D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ED6163B-BB6A-495C-9FC9-B73946EB2A19}" type="pres">
      <dgm:prSet presAssocID="{23AE191B-CB1E-41C9-87A7-C6E1DAC399F4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3F73A6CC-C9EB-4235-A944-30E7667B9845}" type="pres">
      <dgm:prSet presAssocID="{67CD19ED-7CA1-4B69-BECC-E7D69E68F263}" presName="Parent" presStyleLbl="node1" presStyleIdx="0" presStyleCnt="2">
        <dgm:presLayoutVars>
          <dgm:chMax val="4"/>
          <dgm:chPref val="3"/>
        </dgm:presLayoutVars>
      </dgm:prSet>
      <dgm:spPr/>
    </dgm:pt>
    <dgm:pt modelId="{29B69C93-7886-4CDC-BDE3-4C780A20C798}" type="pres">
      <dgm:prSet presAssocID="{46F6612B-543E-49E3-8FB9-377A35DA2DA7}" presName="Accent" presStyleLbl="node1" presStyleIdx="1" presStyleCnt="2"/>
      <dgm:spPr/>
    </dgm:pt>
    <dgm:pt modelId="{B5E64117-C16C-41CC-B934-F2ACF58C95F1}" type="pres">
      <dgm:prSet presAssocID="{46F6612B-543E-49E3-8FB9-377A35DA2DA7}" presName="Image1" presStyleLbl="fgImgPlace1" presStyleIdx="0" presStyleCnt="3"/>
      <dgm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E6CEBA92-5109-4A67-B5AA-0A8739ABBDFA}" type="pres">
      <dgm:prSet presAssocID="{46F6612B-543E-49E3-8FB9-377A35DA2DA7}" presName="Child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97C42D1B-3161-435D-A400-ACB130EB1E73}" type="pres">
      <dgm:prSet presAssocID="{73CAE3D1-B2B6-41C4-866E-45D766751337}" presName="Image2" presStyleCnt="0"/>
      <dgm:spPr/>
    </dgm:pt>
    <dgm:pt modelId="{D7B70744-9BAB-43DF-97EB-78DB1CFC8246}" type="pres">
      <dgm:prSet presAssocID="{73CAE3D1-B2B6-41C4-866E-45D766751337}" presName="Image" presStyleLbl="fgImgPlace1" presStyleIdx="1" presStyleCnt="3"/>
      <dgm:spPr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2A94D726-C47D-4E2A-8BEC-A7F4AFFC6C4F}" type="pres">
      <dgm:prSet presAssocID="{73CAE3D1-B2B6-41C4-866E-45D766751337}" presName="Child2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8E4F2DD5-60D9-4CEC-AC8F-78D233ECC7B9}" type="pres">
      <dgm:prSet presAssocID="{E7266DF4-E3AF-4854-B310-9D7B3FCE2E32}" presName="Image3" presStyleCnt="0"/>
      <dgm:spPr/>
    </dgm:pt>
    <dgm:pt modelId="{9CA6A4E9-9F8F-4872-84B6-79CEA4666B74}" type="pres">
      <dgm:prSet presAssocID="{E7266DF4-E3AF-4854-B310-9D7B3FCE2E32}" presName="Image" presStyleLbl="fgImgPlace1" presStyleIdx="2" presStyleCnt="3"/>
      <dgm:spPr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18BC48D4-3AC3-4B97-9809-CFA542339C38}" type="pres">
      <dgm:prSet presAssocID="{E7266DF4-E3AF-4854-B310-9D7B3FCE2E32}" presName="Child3" presStyleLbl="revTx" presStyleIdx="2" presStyleCnt="3" custScaleX="109244" custScaleY="114162">
        <dgm:presLayoutVars>
          <dgm:chMax val="0"/>
          <dgm:chPref val="0"/>
          <dgm:bulletEnabled val="1"/>
        </dgm:presLayoutVars>
      </dgm:prSet>
      <dgm:spPr/>
    </dgm:pt>
  </dgm:ptLst>
  <dgm:cxnLst>
    <dgm:cxn modelId="{EAF2075C-A12A-4099-A4AE-E20D687DEE2E}" srcId="{67CD19ED-7CA1-4B69-BECC-E7D69E68F263}" destId="{73CAE3D1-B2B6-41C4-866E-45D766751337}" srcOrd="1" destOrd="0" parTransId="{B8336A34-9749-4933-A5E7-0778A43B47AA}" sibTransId="{087CF5A0-50F8-4D66-BFE0-B60D3AAD73C2}"/>
    <dgm:cxn modelId="{8BC1D283-DA9B-464C-9203-3E386AB08523}" srcId="{23AE191B-CB1E-41C9-87A7-C6E1DAC399F4}" destId="{67CD19ED-7CA1-4B69-BECC-E7D69E68F263}" srcOrd="0" destOrd="0" parTransId="{92795C14-367E-438C-8390-16C6AE704D65}" sibTransId="{9678337B-1DE6-48BA-B55E-E52C34743D59}"/>
    <dgm:cxn modelId="{09B3E096-65CC-40B2-BB20-72269E78F41E}" type="presOf" srcId="{67CD19ED-7CA1-4B69-BECC-E7D69E68F263}" destId="{3F73A6CC-C9EB-4235-A944-30E7667B9845}" srcOrd="0" destOrd="0" presId="urn:microsoft.com/office/officeart/2011/layout/RadialPictureList"/>
    <dgm:cxn modelId="{807B65AC-D83B-4EBC-AAF8-4A573C2D2C5B}" type="presOf" srcId="{E7266DF4-E3AF-4854-B310-9D7B3FCE2E32}" destId="{18BC48D4-3AC3-4B97-9809-CFA542339C38}" srcOrd="0" destOrd="0" presId="urn:microsoft.com/office/officeart/2011/layout/RadialPictureList"/>
    <dgm:cxn modelId="{7E1970B4-4F1A-4CCE-8B33-3DAC35AC6C9D}" srcId="{67CD19ED-7CA1-4B69-BECC-E7D69E68F263}" destId="{46F6612B-543E-49E3-8FB9-377A35DA2DA7}" srcOrd="0" destOrd="0" parTransId="{554A4574-CC33-4485-A4EE-4E39044C2B88}" sibTransId="{891300AC-7035-49E1-9DB7-637FA77DCCF5}"/>
    <dgm:cxn modelId="{ABBD8CCF-58C9-4082-9A74-C3AEE84BA0EB}" type="presOf" srcId="{46F6612B-543E-49E3-8FB9-377A35DA2DA7}" destId="{E6CEBA92-5109-4A67-B5AA-0A8739ABBDFA}" srcOrd="0" destOrd="0" presId="urn:microsoft.com/office/officeart/2011/layout/RadialPictureList"/>
    <dgm:cxn modelId="{2234C4D3-DA23-401D-B22B-3F89A864FF49}" type="presOf" srcId="{73CAE3D1-B2B6-41C4-866E-45D766751337}" destId="{2A94D726-C47D-4E2A-8BEC-A7F4AFFC6C4F}" srcOrd="0" destOrd="0" presId="urn:microsoft.com/office/officeart/2011/layout/RadialPictureList"/>
    <dgm:cxn modelId="{957A18DD-5506-4C0A-B9C7-A87897CFA006}" type="presOf" srcId="{23AE191B-CB1E-41C9-87A7-C6E1DAC399F4}" destId="{0ED6163B-BB6A-495C-9FC9-B73946EB2A19}" srcOrd="0" destOrd="0" presId="urn:microsoft.com/office/officeart/2011/layout/RadialPictureList"/>
    <dgm:cxn modelId="{753A5DF1-B2DB-4CF8-B930-9146F4F7F07D}" srcId="{67CD19ED-7CA1-4B69-BECC-E7D69E68F263}" destId="{E7266DF4-E3AF-4854-B310-9D7B3FCE2E32}" srcOrd="2" destOrd="0" parTransId="{BE13B2A3-2982-42E1-94C6-10BD8F8A4FB9}" sibTransId="{74533A6D-7B0E-499B-A194-7B7ACC35B1C1}"/>
    <dgm:cxn modelId="{BB27E583-6FEE-4623-AB0E-6E2CBA0A7820}" type="presParOf" srcId="{0ED6163B-BB6A-495C-9FC9-B73946EB2A19}" destId="{3F73A6CC-C9EB-4235-A944-30E7667B9845}" srcOrd="0" destOrd="0" presId="urn:microsoft.com/office/officeart/2011/layout/RadialPictureList"/>
    <dgm:cxn modelId="{4EF7CF40-E986-4CD6-9CBC-76AFE25D5AFF}" type="presParOf" srcId="{0ED6163B-BB6A-495C-9FC9-B73946EB2A19}" destId="{29B69C93-7886-4CDC-BDE3-4C780A20C798}" srcOrd="1" destOrd="0" presId="urn:microsoft.com/office/officeart/2011/layout/RadialPictureList"/>
    <dgm:cxn modelId="{7B55E2B1-2D14-4004-BBB9-4BBCAB4A2B4C}" type="presParOf" srcId="{0ED6163B-BB6A-495C-9FC9-B73946EB2A19}" destId="{B5E64117-C16C-41CC-B934-F2ACF58C95F1}" srcOrd="2" destOrd="0" presId="urn:microsoft.com/office/officeart/2011/layout/RadialPictureList"/>
    <dgm:cxn modelId="{3B88AEE6-41DC-49A5-908C-FB66BF805B99}" type="presParOf" srcId="{0ED6163B-BB6A-495C-9FC9-B73946EB2A19}" destId="{E6CEBA92-5109-4A67-B5AA-0A8739ABBDFA}" srcOrd="3" destOrd="0" presId="urn:microsoft.com/office/officeart/2011/layout/RadialPictureList"/>
    <dgm:cxn modelId="{12CD20FA-22D5-47D2-B49A-30E491647F80}" type="presParOf" srcId="{0ED6163B-BB6A-495C-9FC9-B73946EB2A19}" destId="{97C42D1B-3161-435D-A400-ACB130EB1E73}" srcOrd="4" destOrd="0" presId="urn:microsoft.com/office/officeart/2011/layout/RadialPictureList"/>
    <dgm:cxn modelId="{33CF3901-7534-4212-918B-2DBB9B2435A5}" type="presParOf" srcId="{97C42D1B-3161-435D-A400-ACB130EB1E73}" destId="{D7B70744-9BAB-43DF-97EB-78DB1CFC8246}" srcOrd="0" destOrd="0" presId="urn:microsoft.com/office/officeart/2011/layout/RadialPictureList"/>
    <dgm:cxn modelId="{8E714FBE-64EC-42C5-A394-F93129550083}" type="presParOf" srcId="{0ED6163B-BB6A-495C-9FC9-B73946EB2A19}" destId="{2A94D726-C47D-4E2A-8BEC-A7F4AFFC6C4F}" srcOrd="5" destOrd="0" presId="urn:microsoft.com/office/officeart/2011/layout/RadialPictureList"/>
    <dgm:cxn modelId="{15591031-E44B-4709-903D-486F93406CA2}" type="presParOf" srcId="{0ED6163B-BB6A-495C-9FC9-B73946EB2A19}" destId="{8E4F2DD5-60D9-4CEC-AC8F-78D233ECC7B9}" srcOrd="6" destOrd="0" presId="urn:microsoft.com/office/officeart/2011/layout/RadialPictureList"/>
    <dgm:cxn modelId="{627E39C1-5B05-4393-B0DF-FB8021FAC2F2}" type="presParOf" srcId="{8E4F2DD5-60D9-4CEC-AC8F-78D233ECC7B9}" destId="{9CA6A4E9-9F8F-4872-84B6-79CEA4666B74}" srcOrd="0" destOrd="0" presId="urn:microsoft.com/office/officeart/2011/layout/RadialPictureList"/>
    <dgm:cxn modelId="{4F4A9D2A-5573-4FEF-B304-B883DA3EA613}" type="presParOf" srcId="{0ED6163B-BB6A-495C-9FC9-B73946EB2A19}" destId="{18BC48D4-3AC3-4B97-9809-CFA542339C38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EA5B9F-E3CE-4844-B4F2-494CB96D1480}">
      <dsp:nvSpPr>
        <dsp:cNvPr id="0" name=""/>
        <dsp:cNvSpPr/>
      </dsp:nvSpPr>
      <dsp:spPr>
        <a:xfrm rot="10800000">
          <a:off x="960386" y="0"/>
          <a:ext cx="2988081" cy="830997"/>
        </a:xfrm>
        <a:prstGeom prst="homePlate">
          <a:avLst/>
        </a:prstGeom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circle">
            <a:fillToRect l="100000" b="100000"/>
          </a:path>
          <a:tileRect t="-100000" r="-100000"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6447" tIns="38100" rIns="7112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0" i="0" kern="120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Investors bet big on EdTech startups that bring extracurriculars online.</a:t>
          </a:r>
          <a:endParaRPr lang="en-IN" sz="1000" b="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 rot="10800000">
        <a:off x="1168135" y="0"/>
        <a:ext cx="2780332" cy="830997"/>
      </dsp:txXfrm>
    </dsp:sp>
    <dsp:sp modelId="{C012E839-CCFC-48B5-9841-9F28FF93ADEE}">
      <dsp:nvSpPr>
        <dsp:cNvPr id="0" name=""/>
        <dsp:cNvSpPr/>
      </dsp:nvSpPr>
      <dsp:spPr>
        <a:xfrm>
          <a:off x="544887" y="0"/>
          <a:ext cx="830997" cy="83099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000" r="-1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EFB687-B381-4BC7-BD51-F7C140FF2326}">
      <dsp:nvSpPr>
        <dsp:cNvPr id="0" name=""/>
        <dsp:cNvSpPr/>
      </dsp:nvSpPr>
      <dsp:spPr>
        <a:xfrm rot="10800000">
          <a:off x="1046412" y="0"/>
          <a:ext cx="2986613" cy="934560"/>
        </a:xfrm>
        <a:prstGeom prst="homePlate">
          <a:avLst/>
        </a:prstGeom>
        <a:gradFill flip="none" rotWithShape="0">
          <a:gsLst>
            <a:gs pos="0">
              <a:schemeClr val="bg1">
                <a:shade val="30000"/>
                <a:satMod val="115000"/>
              </a:schemeClr>
            </a:gs>
            <a:gs pos="50000">
              <a:schemeClr val="bg1">
                <a:shade val="67500"/>
                <a:satMod val="115000"/>
              </a:schemeClr>
            </a:gs>
            <a:gs pos="100000">
              <a:schemeClr val="bg1">
                <a:shade val="100000"/>
                <a:satMod val="115000"/>
              </a:schemeClr>
            </a:gs>
          </a:gsLst>
          <a:path path="circle">
            <a:fillToRect l="100000" t="100000"/>
          </a:path>
          <a:tileRect r="-100000" b="-100000"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115" tIns="38100" rIns="7112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Extracurricular engagement was positively related to academic performance, motivation, social skills, and educational resilience, and negatively related to behavioural problems, and school dropout </a:t>
          </a:r>
          <a:endParaRPr lang="en-IN" sz="1000" kern="1200" dirty="0"/>
        </a:p>
      </dsp:txBody>
      <dsp:txXfrm rot="10800000">
        <a:off x="1280052" y="0"/>
        <a:ext cx="2752973" cy="934560"/>
      </dsp:txXfrm>
    </dsp:sp>
    <dsp:sp modelId="{973F4A13-3B53-4321-A6BF-E860FAB35A1A}">
      <dsp:nvSpPr>
        <dsp:cNvPr id="0" name=""/>
        <dsp:cNvSpPr/>
      </dsp:nvSpPr>
      <dsp:spPr>
        <a:xfrm>
          <a:off x="548936" y="0"/>
          <a:ext cx="934560" cy="93456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000" b="-12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D83284-F51E-4031-BA7F-66D97BA9A29C}">
      <dsp:nvSpPr>
        <dsp:cNvPr id="0" name=""/>
        <dsp:cNvSpPr/>
      </dsp:nvSpPr>
      <dsp:spPr>
        <a:xfrm rot="10800000">
          <a:off x="986276" y="0"/>
          <a:ext cx="2988081" cy="934560"/>
        </a:xfrm>
        <a:prstGeom prst="homePlate">
          <a:avLst/>
        </a:prstGeom>
        <a:gradFill flip="none" rotWithShape="0">
          <a:gsLst>
            <a:gs pos="0">
              <a:schemeClr val="accent1">
                <a:hueOff val="0"/>
                <a:satOff val="0"/>
                <a:lumOff val="0"/>
                <a:tint val="66000"/>
                <a:satMod val="160000"/>
              </a:schemeClr>
            </a:gs>
            <a:gs pos="50000">
              <a:schemeClr val="accent1">
                <a:hueOff val="0"/>
                <a:satOff val="0"/>
                <a:lumOff val="0"/>
                <a:tint val="44500"/>
                <a:satMod val="160000"/>
              </a:schemeClr>
            </a:gs>
            <a:gs pos="100000">
              <a:schemeClr val="accent1">
                <a:hueOff val="0"/>
                <a:satOff val="0"/>
                <a:lumOff val="0"/>
                <a:tint val="23500"/>
                <a:satMod val="160000"/>
              </a:schemeClr>
            </a:gs>
          </a:gsLst>
          <a:lin ang="10800000" scaled="1"/>
          <a:tileRect/>
        </a:gra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115" tIns="38100" rIns="71120" bIns="3810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Middle Childhood (6-18) Years </a:t>
          </a:r>
          <a:r>
            <a:rPr lang="en-IN" sz="1000" kern="12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is the gateway between childhood and early adolescence and a time during which developmental trajectories are shaped.</a:t>
          </a:r>
          <a:endParaRPr lang="en-IN" sz="1000" kern="1200" dirty="0">
            <a:solidFill>
              <a:schemeClr val="tx1"/>
            </a:solidFill>
          </a:endParaRPr>
        </a:p>
      </dsp:txBody>
      <dsp:txXfrm rot="10800000">
        <a:off x="1219916" y="0"/>
        <a:ext cx="2754441" cy="934560"/>
      </dsp:txXfrm>
    </dsp:sp>
    <dsp:sp modelId="{70B56081-7DC4-4A8D-8843-4A125F0C5863}">
      <dsp:nvSpPr>
        <dsp:cNvPr id="0" name=""/>
        <dsp:cNvSpPr/>
      </dsp:nvSpPr>
      <dsp:spPr>
        <a:xfrm>
          <a:off x="518996" y="0"/>
          <a:ext cx="934560" cy="934560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DC300C-CE5A-4639-A98E-A709EDB8A7F2}">
      <dsp:nvSpPr>
        <dsp:cNvPr id="0" name=""/>
        <dsp:cNvSpPr/>
      </dsp:nvSpPr>
      <dsp:spPr>
        <a:xfrm>
          <a:off x="668338" y="312324"/>
          <a:ext cx="2089341" cy="2089341"/>
        </a:xfrm>
        <a:prstGeom prst="blockArc">
          <a:avLst>
            <a:gd name="adj1" fmla="val 10800000"/>
            <a:gd name="adj2" fmla="val 16200000"/>
            <a:gd name="adj3" fmla="val 463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AF0787-9BDC-42A3-B23F-FA90641E6AE1}">
      <dsp:nvSpPr>
        <dsp:cNvPr id="0" name=""/>
        <dsp:cNvSpPr/>
      </dsp:nvSpPr>
      <dsp:spPr>
        <a:xfrm>
          <a:off x="668338" y="312324"/>
          <a:ext cx="2089341" cy="2089341"/>
        </a:xfrm>
        <a:prstGeom prst="blockArc">
          <a:avLst>
            <a:gd name="adj1" fmla="val 5400000"/>
            <a:gd name="adj2" fmla="val 10800000"/>
            <a:gd name="adj3" fmla="val 463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1BF1E8-57B0-408E-89A1-49C8E5C26B95}">
      <dsp:nvSpPr>
        <dsp:cNvPr id="0" name=""/>
        <dsp:cNvSpPr/>
      </dsp:nvSpPr>
      <dsp:spPr>
        <a:xfrm>
          <a:off x="668338" y="312324"/>
          <a:ext cx="2089341" cy="2089341"/>
        </a:xfrm>
        <a:prstGeom prst="blockArc">
          <a:avLst>
            <a:gd name="adj1" fmla="val 0"/>
            <a:gd name="adj2" fmla="val 5400000"/>
            <a:gd name="adj3" fmla="val 463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C7870D-21F4-4A14-B172-3E20A1F6D1CB}">
      <dsp:nvSpPr>
        <dsp:cNvPr id="0" name=""/>
        <dsp:cNvSpPr/>
      </dsp:nvSpPr>
      <dsp:spPr>
        <a:xfrm>
          <a:off x="668338" y="312324"/>
          <a:ext cx="2089341" cy="2089341"/>
        </a:xfrm>
        <a:prstGeom prst="blockArc">
          <a:avLst>
            <a:gd name="adj1" fmla="val 16200000"/>
            <a:gd name="adj2" fmla="val 0"/>
            <a:gd name="adj3" fmla="val 463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1C3154-277E-4D36-A0FA-AC896FBF5CC1}">
      <dsp:nvSpPr>
        <dsp:cNvPr id="0" name=""/>
        <dsp:cNvSpPr/>
      </dsp:nvSpPr>
      <dsp:spPr>
        <a:xfrm>
          <a:off x="1232898" y="876883"/>
          <a:ext cx="960222" cy="9602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Literary Activities</a:t>
          </a:r>
          <a:endParaRPr lang="en-IN" sz="1200" kern="1200" dirty="0"/>
        </a:p>
      </dsp:txBody>
      <dsp:txXfrm>
        <a:off x="1373519" y="1017504"/>
        <a:ext cx="678980" cy="678980"/>
      </dsp:txXfrm>
    </dsp:sp>
    <dsp:sp modelId="{3CD700DE-8257-4C23-AD33-BFE5E22D5B73}">
      <dsp:nvSpPr>
        <dsp:cNvPr id="0" name=""/>
        <dsp:cNvSpPr/>
      </dsp:nvSpPr>
      <dsp:spPr>
        <a:xfrm>
          <a:off x="1376931" y="444"/>
          <a:ext cx="672155" cy="6721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Poem</a:t>
          </a:r>
          <a:endParaRPr lang="en-IN" sz="1300" kern="1200" dirty="0"/>
        </a:p>
      </dsp:txBody>
      <dsp:txXfrm>
        <a:off x="1475366" y="98879"/>
        <a:ext cx="475285" cy="475285"/>
      </dsp:txXfrm>
    </dsp:sp>
    <dsp:sp modelId="{59232B29-33EA-4F9E-881C-0B0FBFF85343}">
      <dsp:nvSpPr>
        <dsp:cNvPr id="0" name=""/>
        <dsp:cNvSpPr/>
      </dsp:nvSpPr>
      <dsp:spPr>
        <a:xfrm>
          <a:off x="2397404" y="1020917"/>
          <a:ext cx="672155" cy="6721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Story writing</a:t>
          </a:r>
          <a:endParaRPr lang="en-IN" sz="800" kern="1200" dirty="0"/>
        </a:p>
      </dsp:txBody>
      <dsp:txXfrm>
        <a:off x="2495839" y="1119352"/>
        <a:ext cx="475285" cy="475285"/>
      </dsp:txXfrm>
    </dsp:sp>
    <dsp:sp modelId="{D6539A16-51E1-4D9C-BA6A-8FA30C17DC18}">
      <dsp:nvSpPr>
        <dsp:cNvPr id="0" name=""/>
        <dsp:cNvSpPr/>
      </dsp:nvSpPr>
      <dsp:spPr>
        <a:xfrm>
          <a:off x="1376931" y="2041390"/>
          <a:ext cx="672155" cy="6721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Acting/Drama</a:t>
          </a:r>
          <a:endParaRPr lang="en-IN" sz="1000" kern="1200" dirty="0"/>
        </a:p>
      </dsp:txBody>
      <dsp:txXfrm>
        <a:off x="1475366" y="2139825"/>
        <a:ext cx="475285" cy="475285"/>
      </dsp:txXfrm>
    </dsp:sp>
    <dsp:sp modelId="{0BD1CA23-53B4-46C1-A65F-79FEF6226B9B}">
      <dsp:nvSpPr>
        <dsp:cNvPr id="0" name=""/>
        <dsp:cNvSpPr/>
      </dsp:nvSpPr>
      <dsp:spPr>
        <a:xfrm>
          <a:off x="356458" y="1020917"/>
          <a:ext cx="672155" cy="6721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Creative Writing</a:t>
          </a:r>
          <a:endParaRPr lang="en-IN" sz="900" kern="1200" dirty="0"/>
        </a:p>
      </dsp:txBody>
      <dsp:txXfrm>
        <a:off x="454893" y="1119352"/>
        <a:ext cx="475285" cy="4752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0EC3D1-8871-4511-8922-4DC4AD0FDC08}">
      <dsp:nvSpPr>
        <dsp:cNvPr id="0" name=""/>
        <dsp:cNvSpPr/>
      </dsp:nvSpPr>
      <dsp:spPr>
        <a:xfrm>
          <a:off x="494690" y="287374"/>
          <a:ext cx="1915328" cy="1915328"/>
        </a:xfrm>
        <a:prstGeom prst="blockArc">
          <a:avLst>
            <a:gd name="adj1" fmla="val 11880000"/>
            <a:gd name="adj2" fmla="val 1620000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B5EFC4-33CE-46F1-BC20-6595AB2E5D0C}">
      <dsp:nvSpPr>
        <dsp:cNvPr id="0" name=""/>
        <dsp:cNvSpPr/>
      </dsp:nvSpPr>
      <dsp:spPr>
        <a:xfrm>
          <a:off x="494690" y="287374"/>
          <a:ext cx="1915328" cy="1915328"/>
        </a:xfrm>
        <a:prstGeom prst="blockArc">
          <a:avLst>
            <a:gd name="adj1" fmla="val 7560000"/>
            <a:gd name="adj2" fmla="val 1188000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93B3C1-59DA-4B93-8C5D-5E8FC978CB86}">
      <dsp:nvSpPr>
        <dsp:cNvPr id="0" name=""/>
        <dsp:cNvSpPr/>
      </dsp:nvSpPr>
      <dsp:spPr>
        <a:xfrm>
          <a:off x="494690" y="287374"/>
          <a:ext cx="1915328" cy="1915328"/>
        </a:xfrm>
        <a:prstGeom prst="blockArc">
          <a:avLst>
            <a:gd name="adj1" fmla="val 3240000"/>
            <a:gd name="adj2" fmla="val 756000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4A3C26-5BC9-46A6-AE8B-EA1B86C03899}">
      <dsp:nvSpPr>
        <dsp:cNvPr id="0" name=""/>
        <dsp:cNvSpPr/>
      </dsp:nvSpPr>
      <dsp:spPr>
        <a:xfrm>
          <a:off x="494690" y="287374"/>
          <a:ext cx="1915328" cy="1915328"/>
        </a:xfrm>
        <a:prstGeom prst="blockArc">
          <a:avLst>
            <a:gd name="adj1" fmla="val 20520000"/>
            <a:gd name="adj2" fmla="val 324000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5694C8-E054-48CC-9452-58D4A979CF6F}">
      <dsp:nvSpPr>
        <dsp:cNvPr id="0" name=""/>
        <dsp:cNvSpPr/>
      </dsp:nvSpPr>
      <dsp:spPr>
        <a:xfrm>
          <a:off x="494690" y="287374"/>
          <a:ext cx="1915328" cy="1915328"/>
        </a:xfrm>
        <a:prstGeom prst="blockArc">
          <a:avLst>
            <a:gd name="adj1" fmla="val 16200000"/>
            <a:gd name="adj2" fmla="val 20520000"/>
            <a:gd name="adj3" fmla="val 4643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2E24EE-A96A-4D67-8B83-09108AC80B62}">
      <dsp:nvSpPr>
        <dsp:cNvPr id="0" name=""/>
        <dsp:cNvSpPr/>
      </dsp:nvSpPr>
      <dsp:spPr>
        <a:xfrm>
          <a:off x="1011258" y="803942"/>
          <a:ext cx="882192" cy="8821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Craft Activities</a:t>
          </a:r>
          <a:endParaRPr lang="en-IN" sz="1100" kern="1200" dirty="0"/>
        </a:p>
      </dsp:txBody>
      <dsp:txXfrm>
        <a:off x="1140452" y="933136"/>
        <a:ext cx="623804" cy="623804"/>
      </dsp:txXfrm>
    </dsp:sp>
    <dsp:sp modelId="{7B2EE1AC-08A1-4B51-9120-B0FE051C5A34}">
      <dsp:nvSpPr>
        <dsp:cNvPr id="0" name=""/>
        <dsp:cNvSpPr/>
      </dsp:nvSpPr>
      <dsp:spPr>
        <a:xfrm>
          <a:off x="1143587" y="838"/>
          <a:ext cx="617534" cy="6175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Painting</a:t>
          </a:r>
          <a:endParaRPr lang="en-IN" sz="600" kern="1200" dirty="0"/>
        </a:p>
      </dsp:txBody>
      <dsp:txXfrm>
        <a:off x="1234023" y="91274"/>
        <a:ext cx="436662" cy="436662"/>
      </dsp:txXfrm>
    </dsp:sp>
    <dsp:sp modelId="{3BA74BB5-9453-47AD-AF0F-C1B6AB2EAE21}">
      <dsp:nvSpPr>
        <dsp:cNvPr id="0" name=""/>
        <dsp:cNvSpPr/>
      </dsp:nvSpPr>
      <dsp:spPr>
        <a:xfrm>
          <a:off x="2033237" y="647206"/>
          <a:ext cx="617534" cy="6175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Decoration</a:t>
          </a:r>
          <a:endParaRPr lang="en-IN" sz="600" kern="1200" dirty="0"/>
        </a:p>
      </dsp:txBody>
      <dsp:txXfrm>
        <a:off x="2123673" y="737642"/>
        <a:ext cx="436662" cy="436662"/>
      </dsp:txXfrm>
    </dsp:sp>
    <dsp:sp modelId="{6EA64608-0F4F-4D14-B03A-BB91D58BC4B1}">
      <dsp:nvSpPr>
        <dsp:cNvPr id="0" name=""/>
        <dsp:cNvSpPr/>
      </dsp:nvSpPr>
      <dsp:spPr>
        <a:xfrm>
          <a:off x="1693421" y="1693052"/>
          <a:ext cx="617534" cy="6175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Cartooning</a:t>
          </a:r>
          <a:endParaRPr lang="en-IN" sz="600" kern="1200" dirty="0"/>
        </a:p>
      </dsp:txBody>
      <dsp:txXfrm>
        <a:off x="1783857" y="1783488"/>
        <a:ext cx="436662" cy="436662"/>
      </dsp:txXfrm>
    </dsp:sp>
    <dsp:sp modelId="{376E59A2-8FFB-4371-BC7C-62DAF3FB926E}">
      <dsp:nvSpPr>
        <dsp:cNvPr id="0" name=""/>
        <dsp:cNvSpPr/>
      </dsp:nvSpPr>
      <dsp:spPr>
        <a:xfrm>
          <a:off x="593754" y="1693052"/>
          <a:ext cx="617534" cy="6175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Embroidery</a:t>
          </a:r>
          <a:endParaRPr lang="en-IN" sz="600" kern="1200" dirty="0"/>
        </a:p>
      </dsp:txBody>
      <dsp:txXfrm>
        <a:off x="684190" y="1783488"/>
        <a:ext cx="436662" cy="436662"/>
      </dsp:txXfrm>
    </dsp:sp>
    <dsp:sp modelId="{E421CA68-DBB5-4BA4-9DBB-CF3F153B33B4}">
      <dsp:nvSpPr>
        <dsp:cNvPr id="0" name=""/>
        <dsp:cNvSpPr/>
      </dsp:nvSpPr>
      <dsp:spPr>
        <a:xfrm>
          <a:off x="253938" y="647206"/>
          <a:ext cx="617534" cy="61753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" kern="1200" dirty="0"/>
            <a:t>Weaving</a:t>
          </a:r>
          <a:endParaRPr lang="en-IN" sz="600" kern="1200" dirty="0"/>
        </a:p>
      </dsp:txBody>
      <dsp:txXfrm>
        <a:off x="344374" y="737642"/>
        <a:ext cx="436662" cy="4366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CB2ED6-7274-4CDB-845C-F4224011B24D}">
      <dsp:nvSpPr>
        <dsp:cNvPr id="0" name=""/>
        <dsp:cNvSpPr/>
      </dsp:nvSpPr>
      <dsp:spPr>
        <a:xfrm>
          <a:off x="347871" y="315191"/>
          <a:ext cx="2107354" cy="2107354"/>
        </a:xfrm>
        <a:prstGeom prst="blockArc">
          <a:avLst>
            <a:gd name="adj1" fmla="val 11880000"/>
            <a:gd name="adj2" fmla="val 16200000"/>
            <a:gd name="adj3" fmla="val 463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7663E8-FAEE-4128-BC4F-7B4C353ACF27}">
      <dsp:nvSpPr>
        <dsp:cNvPr id="0" name=""/>
        <dsp:cNvSpPr/>
      </dsp:nvSpPr>
      <dsp:spPr>
        <a:xfrm>
          <a:off x="347871" y="315191"/>
          <a:ext cx="2107354" cy="2107354"/>
        </a:xfrm>
        <a:prstGeom prst="blockArc">
          <a:avLst>
            <a:gd name="adj1" fmla="val 7560000"/>
            <a:gd name="adj2" fmla="val 11880000"/>
            <a:gd name="adj3" fmla="val 463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DE3478-D694-4BDD-BBBC-24FE43ECCD91}">
      <dsp:nvSpPr>
        <dsp:cNvPr id="0" name=""/>
        <dsp:cNvSpPr/>
      </dsp:nvSpPr>
      <dsp:spPr>
        <a:xfrm>
          <a:off x="347871" y="315191"/>
          <a:ext cx="2107354" cy="2107354"/>
        </a:xfrm>
        <a:prstGeom prst="blockArc">
          <a:avLst>
            <a:gd name="adj1" fmla="val 3240000"/>
            <a:gd name="adj2" fmla="val 7560000"/>
            <a:gd name="adj3" fmla="val 463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DCFFFF-01AA-46D4-8CA1-D1F09D4227D4}">
      <dsp:nvSpPr>
        <dsp:cNvPr id="0" name=""/>
        <dsp:cNvSpPr/>
      </dsp:nvSpPr>
      <dsp:spPr>
        <a:xfrm>
          <a:off x="347871" y="315191"/>
          <a:ext cx="2107354" cy="2107354"/>
        </a:xfrm>
        <a:prstGeom prst="blockArc">
          <a:avLst>
            <a:gd name="adj1" fmla="val 20520000"/>
            <a:gd name="adj2" fmla="val 3240000"/>
            <a:gd name="adj3" fmla="val 463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9220C6-24D8-46ED-BA7C-8ECC6ADB0319}">
      <dsp:nvSpPr>
        <dsp:cNvPr id="0" name=""/>
        <dsp:cNvSpPr/>
      </dsp:nvSpPr>
      <dsp:spPr>
        <a:xfrm>
          <a:off x="347871" y="315191"/>
          <a:ext cx="2107354" cy="2107354"/>
        </a:xfrm>
        <a:prstGeom prst="blockArc">
          <a:avLst>
            <a:gd name="adj1" fmla="val 16200000"/>
            <a:gd name="adj2" fmla="val 20520000"/>
            <a:gd name="adj3" fmla="val 463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AE5486-70B8-4CAA-BD10-91216570E7E3}">
      <dsp:nvSpPr>
        <dsp:cNvPr id="0" name=""/>
        <dsp:cNvSpPr/>
      </dsp:nvSpPr>
      <dsp:spPr>
        <a:xfrm>
          <a:off x="917029" y="825639"/>
          <a:ext cx="969039" cy="9690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Leisure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Activities</a:t>
          </a:r>
          <a:endParaRPr lang="en-IN" sz="1300" kern="1200" dirty="0"/>
        </a:p>
      </dsp:txBody>
      <dsp:txXfrm>
        <a:off x="1058941" y="967551"/>
        <a:ext cx="685215" cy="685215"/>
      </dsp:txXfrm>
    </dsp:sp>
    <dsp:sp modelId="{557FE433-ECD3-42C7-94A6-BA1023117DD5}">
      <dsp:nvSpPr>
        <dsp:cNvPr id="0" name=""/>
        <dsp:cNvSpPr/>
      </dsp:nvSpPr>
      <dsp:spPr>
        <a:xfrm>
          <a:off x="1062385" y="447"/>
          <a:ext cx="678327" cy="6783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Coin Collection</a:t>
          </a:r>
          <a:endParaRPr lang="en-IN" sz="700" kern="1200" dirty="0"/>
        </a:p>
      </dsp:txBody>
      <dsp:txXfrm>
        <a:off x="1161724" y="99786"/>
        <a:ext cx="479649" cy="479649"/>
      </dsp:txXfrm>
    </dsp:sp>
    <dsp:sp modelId="{BC25F85E-57B7-4F39-A619-9B2A9AEFC961}">
      <dsp:nvSpPr>
        <dsp:cNvPr id="0" name=""/>
        <dsp:cNvSpPr/>
      </dsp:nvSpPr>
      <dsp:spPr>
        <a:xfrm>
          <a:off x="2041266" y="711646"/>
          <a:ext cx="678327" cy="6783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Stamp Collection</a:t>
          </a:r>
          <a:endParaRPr lang="en-IN" sz="700" kern="1200" dirty="0"/>
        </a:p>
      </dsp:txBody>
      <dsp:txXfrm>
        <a:off x="2140605" y="810985"/>
        <a:ext cx="479649" cy="479649"/>
      </dsp:txXfrm>
    </dsp:sp>
    <dsp:sp modelId="{A7AAB43E-9689-42B3-A41C-223535D79A52}">
      <dsp:nvSpPr>
        <dsp:cNvPr id="0" name=""/>
        <dsp:cNvSpPr/>
      </dsp:nvSpPr>
      <dsp:spPr>
        <a:xfrm>
          <a:off x="1667367" y="1862391"/>
          <a:ext cx="678327" cy="6783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Rare Stones</a:t>
          </a:r>
          <a:endParaRPr lang="en-IN" sz="700" kern="1200" dirty="0"/>
        </a:p>
      </dsp:txBody>
      <dsp:txXfrm>
        <a:off x="1766706" y="1961730"/>
        <a:ext cx="479649" cy="479649"/>
      </dsp:txXfrm>
    </dsp:sp>
    <dsp:sp modelId="{C88DBE62-3098-4BCD-91B1-59BADBD4D242}">
      <dsp:nvSpPr>
        <dsp:cNvPr id="0" name=""/>
        <dsp:cNvSpPr/>
      </dsp:nvSpPr>
      <dsp:spPr>
        <a:xfrm>
          <a:off x="457402" y="1862391"/>
          <a:ext cx="678327" cy="6783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Toy Making</a:t>
          </a:r>
          <a:endParaRPr lang="en-IN" sz="700" kern="1200" dirty="0"/>
        </a:p>
      </dsp:txBody>
      <dsp:txXfrm>
        <a:off x="556741" y="1961730"/>
        <a:ext cx="479649" cy="479649"/>
      </dsp:txXfrm>
    </dsp:sp>
    <dsp:sp modelId="{FAF355D1-C981-4207-B25E-380EF8B68E80}">
      <dsp:nvSpPr>
        <dsp:cNvPr id="0" name=""/>
        <dsp:cNvSpPr/>
      </dsp:nvSpPr>
      <dsp:spPr>
        <a:xfrm>
          <a:off x="83503" y="711646"/>
          <a:ext cx="678327" cy="6783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Gardening</a:t>
          </a:r>
          <a:endParaRPr lang="en-IN" sz="700" kern="1200" dirty="0"/>
        </a:p>
      </dsp:txBody>
      <dsp:txXfrm>
        <a:off x="182842" y="810985"/>
        <a:ext cx="479649" cy="47964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36BC7C-8F33-44F4-8437-68D9BE7EFCA8}">
      <dsp:nvSpPr>
        <dsp:cNvPr id="0" name=""/>
        <dsp:cNvSpPr/>
      </dsp:nvSpPr>
      <dsp:spPr>
        <a:xfrm>
          <a:off x="1054581" y="329512"/>
          <a:ext cx="2234236" cy="2234236"/>
        </a:xfrm>
        <a:prstGeom prst="blockArc">
          <a:avLst>
            <a:gd name="adj1" fmla="val 11880000"/>
            <a:gd name="adj2" fmla="val 16200000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D7CACA-B2FC-4D00-A7AE-47F55976C091}">
      <dsp:nvSpPr>
        <dsp:cNvPr id="0" name=""/>
        <dsp:cNvSpPr/>
      </dsp:nvSpPr>
      <dsp:spPr>
        <a:xfrm>
          <a:off x="1054581" y="329512"/>
          <a:ext cx="2234236" cy="2234236"/>
        </a:xfrm>
        <a:prstGeom prst="blockArc">
          <a:avLst>
            <a:gd name="adj1" fmla="val 7560000"/>
            <a:gd name="adj2" fmla="val 11880000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60F546-73DC-408A-B7CB-7DE30B15A8A7}">
      <dsp:nvSpPr>
        <dsp:cNvPr id="0" name=""/>
        <dsp:cNvSpPr/>
      </dsp:nvSpPr>
      <dsp:spPr>
        <a:xfrm>
          <a:off x="1054581" y="329512"/>
          <a:ext cx="2234236" cy="2234236"/>
        </a:xfrm>
        <a:prstGeom prst="blockArc">
          <a:avLst>
            <a:gd name="adj1" fmla="val 3240000"/>
            <a:gd name="adj2" fmla="val 7560000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15A105-84F1-465E-9262-24E7B7939916}">
      <dsp:nvSpPr>
        <dsp:cNvPr id="0" name=""/>
        <dsp:cNvSpPr/>
      </dsp:nvSpPr>
      <dsp:spPr>
        <a:xfrm>
          <a:off x="1054581" y="329512"/>
          <a:ext cx="2234236" cy="2234236"/>
        </a:xfrm>
        <a:prstGeom prst="blockArc">
          <a:avLst>
            <a:gd name="adj1" fmla="val 20520000"/>
            <a:gd name="adj2" fmla="val 3240000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C8D162-77BC-48D8-92B4-9F37ECCFFE1C}">
      <dsp:nvSpPr>
        <dsp:cNvPr id="0" name=""/>
        <dsp:cNvSpPr/>
      </dsp:nvSpPr>
      <dsp:spPr>
        <a:xfrm>
          <a:off x="1054581" y="329512"/>
          <a:ext cx="2234236" cy="2234236"/>
        </a:xfrm>
        <a:prstGeom prst="blockArc">
          <a:avLst>
            <a:gd name="adj1" fmla="val 16200000"/>
            <a:gd name="adj2" fmla="val 20520000"/>
            <a:gd name="adj3" fmla="val 464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1590A3-ECA1-496D-9673-4250401C8766}">
      <dsp:nvSpPr>
        <dsp:cNvPr id="0" name=""/>
        <dsp:cNvSpPr/>
      </dsp:nvSpPr>
      <dsp:spPr>
        <a:xfrm>
          <a:off x="1657405" y="932336"/>
          <a:ext cx="1028588" cy="102858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Miscellaneous</a:t>
          </a:r>
          <a:endParaRPr lang="en-IN" sz="800" kern="1200" dirty="0"/>
        </a:p>
      </dsp:txBody>
      <dsp:txXfrm>
        <a:off x="1808038" y="1082969"/>
        <a:ext cx="727322" cy="727322"/>
      </dsp:txXfrm>
    </dsp:sp>
    <dsp:sp modelId="{2473CC99-6F5E-4C3E-B625-F434AF1D7A0F}">
      <dsp:nvSpPr>
        <dsp:cNvPr id="0" name=""/>
        <dsp:cNvSpPr/>
      </dsp:nvSpPr>
      <dsp:spPr>
        <a:xfrm>
          <a:off x="1811694" y="-4572"/>
          <a:ext cx="720011" cy="7200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Yoga</a:t>
          </a:r>
          <a:endParaRPr lang="en-IN" sz="1000" kern="1200" dirty="0"/>
        </a:p>
      </dsp:txBody>
      <dsp:txXfrm>
        <a:off x="1917137" y="100871"/>
        <a:ext cx="509125" cy="509125"/>
      </dsp:txXfrm>
    </dsp:sp>
    <dsp:sp modelId="{3F9539E5-1570-4BF6-9099-F733254F645B}">
      <dsp:nvSpPr>
        <dsp:cNvPr id="0" name=""/>
        <dsp:cNvSpPr/>
      </dsp:nvSpPr>
      <dsp:spPr>
        <a:xfrm>
          <a:off x="2849485" y="749426"/>
          <a:ext cx="720011" cy="7200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Dance</a:t>
          </a:r>
          <a:endParaRPr lang="en-IN" sz="1000" kern="1200" dirty="0"/>
        </a:p>
      </dsp:txBody>
      <dsp:txXfrm>
        <a:off x="2954928" y="854869"/>
        <a:ext cx="509125" cy="509125"/>
      </dsp:txXfrm>
    </dsp:sp>
    <dsp:sp modelId="{5A46070A-8C16-4B27-8121-080FEFE58AE2}">
      <dsp:nvSpPr>
        <dsp:cNvPr id="0" name=""/>
        <dsp:cNvSpPr/>
      </dsp:nvSpPr>
      <dsp:spPr>
        <a:xfrm>
          <a:off x="2453084" y="1969422"/>
          <a:ext cx="720011" cy="7200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Music</a:t>
          </a:r>
          <a:endParaRPr lang="en-IN" sz="1000" kern="1200" dirty="0"/>
        </a:p>
      </dsp:txBody>
      <dsp:txXfrm>
        <a:off x="2558527" y="2074865"/>
        <a:ext cx="509125" cy="509125"/>
      </dsp:txXfrm>
    </dsp:sp>
    <dsp:sp modelId="{83E4B642-E47A-4676-802E-54245362D73B}">
      <dsp:nvSpPr>
        <dsp:cNvPr id="0" name=""/>
        <dsp:cNvSpPr/>
      </dsp:nvSpPr>
      <dsp:spPr>
        <a:xfrm>
          <a:off x="1123787" y="1940294"/>
          <a:ext cx="813044" cy="7782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kern="1200" dirty="0"/>
            <a:t>Photography</a:t>
          </a:r>
          <a:endParaRPr lang="en-IN" sz="700" kern="1200" dirty="0"/>
        </a:p>
      </dsp:txBody>
      <dsp:txXfrm>
        <a:off x="1242855" y="2054269"/>
        <a:ext cx="574908" cy="550318"/>
      </dsp:txXfrm>
    </dsp:sp>
    <dsp:sp modelId="{0718D341-B66D-4C93-8262-7F56926C677F}">
      <dsp:nvSpPr>
        <dsp:cNvPr id="0" name=""/>
        <dsp:cNvSpPr/>
      </dsp:nvSpPr>
      <dsp:spPr>
        <a:xfrm>
          <a:off x="773903" y="749426"/>
          <a:ext cx="720011" cy="72001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Cooking</a:t>
          </a:r>
          <a:endParaRPr lang="en-IN" sz="800" kern="1200" dirty="0"/>
        </a:p>
      </dsp:txBody>
      <dsp:txXfrm>
        <a:off x="879346" y="854869"/>
        <a:ext cx="509125" cy="50912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B0A679-3369-4266-8811-F0088BA3D466}">
      <dsp:nvSpPr>
        <dsp:cNvPr id="0" name=""/>
        <dsp:cNvSpPr/>
      </dsp:nvSpPr>
      <dsp:spPr>
        <a:xfrm>
          <a:off x="2274525" y="2322628"/>
          <a:ext cx="1576327" cy="157632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>
              <a:latin typeface="Calibri" panose="020F0502020204030204" pitchFamily="34" charset="0"/>
              <a:cs typeface="Calibri" panose="020F0502020204030204" pitchFamily="34" charset="0"/>
            </a:rPr>
            <a:t>Content Team</a:t>
          </a:r>
          <a:endParaRPr lang="en-IN" sz="1800" b="1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505373" y="2553476"/>
        <a:ext cx="1114631" cy="1114631"/>
      </dsp:txXfrm>
    </dsp:sp>
    <dsp:sp modelId="{CFACA2A6-56A0-41A8-93D2-25D1D7363857}">
      <dsp:nvSpPr>
        <dsp:cNvPr id="0" name=""/>
        <dsp:cNvSpPr/>
      </dsp:nvSpPr>
      <dsp:spPr>
        <a:xfrm rot="10800000">
          <a:off x="749224" y="2886165"/>
          <a:ext cx="1441408" cy="44925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A30367-9C69-46B8-8B2A-A02DAC1C1D9A}">
      <dsp:nvSpPr>
        <dsp:cNvPr id="0" name=""/>
        <dsp:cNvSpPr/>
      </dsp:nvSpPr>
      <dsp:spPr>
        <a:xfrm>
          <a:off x="468" y="2511787"/>
          <a:ext cx="1497511" cy="11980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200" kern="1200" dirty="0">
              <a:latin typeface="Calibri" panose="020F0502020204030204" pitchFamily="34" charset="0"/>
              <a:cs typeface="Calibri" panose="020F0502020204030204" pitchFamily="34" charset="0"/>
            </a:rPr>
            <a:t>Chalk out the best celebrities and experts in terms of popularity and relevance in each domain.</a:t>
          </a:r>
          <a:endParaRPr lang="en-IN" sz="12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5556" y="2546875"/>
        <a:ext cx="1427335" cy="1127833"/>
      </dsp:txXfrm>
    </dsp:sp>
    <dsp:sp modelId="{4BF07CD4-AD6A-42EE-823F-6388B75FF3BA}">
      <dsp:nvSpPr>
        <dsp:cNvPr id="0" name=""/>
        <dsp:cNvSpPr/>
      </dsp:nvSpPr>
      <dsp:spPr>
        <a:xfrm rot="13500000">
          <a:off x="1215733" y="1759914"/>
          <a:ext cx="1441408" cy="44925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669017-9264-4E8F-B23D-89B739F41E25}">
      <dsp:nvSpPr>
        <dsp:cNvPr id="0" name=""/>
        <dsp:cNvSpPr/>
      </dsp:nvSpPr>
      <dsp:spPr>
        <a:xfrm>
          <a:off x="678066" y="875921"/>
          <a:ext cx="1497511" cy="11980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200" kern="1200" dirty="0">
              <a:latin typeface="Calibri" panose="020F0502020204030204" pitchFamily="34" charset="0"/>
              <a:cs typeface="Calibri" panose="020F0502020204030204" pitchFamily="34" charset="0"/>
            </a:rPr>
            <a:t>Create a structured course in collaboration with expert and celebrity  for each domain</a:t>
          </a:r>
          <a:endParaRPr lang="en-IN" sz="12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713154" y="911009"/>
        <a:ext cx="1427335" cy="1127833"/>
      </dsp:txXfrm>
    </dsp:sp>
    <dsp:sp modelId="{6B8BD7E2-1488-4F64-9EA9-A50B37AB15C8}">
      <dsp:nvSpPr>
        <dsp:cNvPr id="0" name=""/>
        <dsp:cNvSpPr/>
      </dsp:nvSpPr>
      <dsp:spPr>
        <a:xfrm rot="16200000">
          <a:off x="2341984" y="1293405"/>
          <a:ext cx="1441408" cy="44925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DC398F-81F0-4F47-A9A0-D88553EB6C6E}">
      <dsp:nvSpPr>
        <dsp:cNvPr id="0" name=""/>
        <dsp:cNvSpPr/>
      </dsp:nvSpPr>
      <dsp:spPr>
        <a:xfrm>
          <a:off x="2313933" y="198323"/>
          <a:ext cx="1497511" cy="11980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200" b="0" i="0" u="none" strike="noStrike" kern="1200" dirty="0">
              <a:solidFill>
                <a:schemeClr val="bg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rPr>
            <a:t>Update the Content Based on Views and Reviews by enrolled Students</a:t>
          </a:r>
          <a:r>
            <a:rPr lang="en-US" sz="1200" kern="12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r>
            <a:rPr lang="en-US" sz="1200" kern="1200" dirty="0">
              <a:latin typeface="Calibri" panose="020F0502020204030204" pitchFamily="34" charset="0"/>
              <a:cs typeface="Calibri" panose="020F0502020204030204" pitchFamily="34" charset="0"/>
            </a:rPr>
            <a:t>and insights from Product Experts.</a:t>
          </a:r>
          <a:endParaRPr lang="en-IN" sz="12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349021" y="233411"/>
        <a:ext cx="1427335" cy="1127833"/>
      </dsp:txXfrm>
    </dsp:sp>
    <dsp:sp modelId="{3B438B06-87B1-442E-9CCD-F7DD6F3EDFE0}">
      <dsp:nvSpPr>
        <dsp:cNvPr id="0" name=""/>
        <dsp:cNvSpPr/>
      </dsp:nvSpPr>
      <dsp:spPr>
        <a:xfrm rot="18900000">
          <a:off x="3468235" y="1759914"/>
          <a:ext cx="1441408" cy="44925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101567-4A2F-4A63-AA63-37450E4DA6E9}">
      <dsp:nvSpPr>
        <dsp:cNvPr id="0" name=""/>
        <dsp:cNvSpPr/>
      </dsp:nvSpPr>
      <dsp:spPr>
        <a:xfrm>
          <a:off x="3949799" y="875921"/>
          <a:ext cx="1497511" cy="11980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Calibri" panose="020F0502020204030204" pitchFamily="34" charset="0"/>
              <a:cs typeface="Calibri" panose="020F0502020204030204" pitchFamily="34" charset="0"/>
            </a:rPr>
            <a:t>Update Daily News in Video and Text Formats sorted by relevance for students of different Age Groups.</a:t>
          </a:r>
          <a:endParaRPr lang="en-IN" sz="12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984887" y="911009"/>
        <a:ext cx="1427335" cy="1127833"/>
      </dsp:txXfrm>
    </dsp:sp>
    <dsp:sp modelId="{0E5FCAA2-F7DC-46AA-A2F4-EC5B58E847FF}">
      <dsp:nvSpPr>
        <dsp:cNvPr id="0" name=""/>
        <dsp:cNvSpPr/>
      </dsp:nvSpPr>
      <dsp:spPr>
        <a:xfrm>
          <a:off x="3934744" y="2886165"/>
          <a:ext cx="1441408" cy="449253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AB80DC-4A3F-4671-98A7-C7854B350DC9}">
      <dsp:nvSpPr>
        <dsp:cNvPr id="0" name=""/>
        <dsp:cNvSpPr/>
      </dsp:nvSpPr>
      <dsp:spPr>
        <a:xfrm>
          <a:off x="4627397" y="2511787"/>
          <a:ext cx="1497511" cy="11980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200" kern="1200" dirty="0">
              <a:latin typeface="Calibri" panose="020F0502020204030204" pitchFamily="34" charset="0"/>
              <a:cs typeface="Calibri" panose="020F0502020204030204" pitchFamily="34" charset="0"/>
            </a:rPr>
            <a:t>Update Quiz questions regularly for the Quizzo feature on the App.</a:t>
          </a:r>
          <a:endParaRPr lang="en-IN" sz="12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662485" y="2546875"/>
        <a:ext cx="1427335" cy="112783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DC7B54-FC80-4E23-979A-792CEB6E2C90}">
      <dsp:nvSpPr>
        <dsp:cNvPr id="0" name=""/>
        <dsp:cNvSpPr/>
      </dsp:nvSpPr>
      <dsp:spPr>
        <a:xfrm>
          <a:off x="2372919" y="2188801"/>
          <a:ext cx="1621910" cy="162191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>
              <a:latin typeface="Calibri" panose="020F0502020204030204" pitchFamily="34" charset="0"/>
              <a:cs typeface="Calibri" panose="020F0502020204030204" pitchFamily="34" charset="0"/>
            </a:rPr>
            <a:t>Sales Team</a:t>
          </a:r>
          <a:endParaRPr lang="en-IN" sz="1800" b="1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610442" y="2426324"/>
        <a:ext cx="1146864" cy="1146864"/>
      </dsp:txXfrm>
    </dsp:sp>
    <dsp:sp modelId="{8B1B1E19-C3C7-45FD-BFBF-087B6501BD83}">
      <dsp:nvSpPr>
        <dsp:cNvPr id="0" name=""/>
        <dsp:cNvSpPr/>
      </dsp:nvSpPr>
      <dsp:spPr>
        <a:xfrm rot="10800000">
          <a:off x="800573" y="2768634"/>
          <a:ext cx="1485867" cy="462244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91E94E-3994-4360-A7B7-BF7D3EE958DB}">
      <dsp:nvSpPr>
        <dsp:cNvPr id="0" name=""/>
        <dsp:cNvSpPr/>
      </dsp:nvSpPr>
      <dsp:spPr>
        <a:xfrm>
          <a:off x="30165" y="2383430"/>
          <a:ext cx="1540815" cy="12326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100" kern="1200" dirty="0">
              <a:latin typeface="Calibri" panose="020F0502020204030204" pitchFamily="34" charset="0"/>
              <a:cs typeface="Calibri" panose="020F0502020204030204" pitchFamily="34" charset="0"/>
            </a:rPr>
            <a:t>Data Acquisition &amp; Lead Generation through App downloads and Website Signups.</a:t>
          </a:r>
          <a:endParaRPr lang="en-IN" sz="11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66268" y="2419533"/>
        <a:ext cx="1468609" cy="1160446"/>
      </dsp:txXfrm>
    </dsp:sp>
    <dsp:sp modelId="{1F980126-3114-46EF-9F79-8BD1D0291216}">
      <dsp:nvSpPr>
        <dsp:cNvPr id="0" name=""/>
        <dsp:cNvSpPr/>
      </dsp:nvSpPr>
      <dsp:spPr>
        <a:xfrm rot="13500000">
          <a:off x="1281025" y="1608719"/>
          <a:ext cx="1485867" cy="462244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2BB57E-5DC9-4AEC-B37A-2C058C611D45}">
      <dsp:nvSpPr>
        <dsp:cNvPr id="0" name=""/>
        <dsp:cNvSpPr/>
      </dsp:nvSpPr>
      <dsp:spPr>
        <a:xfrm>
          <a:off x="728218" y="698181"/>
          <a:ext cx="1540815" cy="12326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100" kern="1200" dirty="0">
              <a:latin typeface="Calibri" panose="020F0502020204030204" pitchFamily="34" charset="0"/>
              <a:cs typeface="Calibri" panose="020F0502020204030204" pitchFamily="34" charset="0"/>
            </a:rPr>
            <a:t>Dedicated Sales Team will use contact details to pitch Customers for an Online Demo on any one subject of Interest.</a:t>
          </a:r>
          <a:endParaRPr lang="en-IN" sz="11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764321" y="734284"/>
        <a:ext cx="1468609" cy="1160446"/>
      </dsp:txXfrm>
    </dsp:sp>
    <dsp:sp modelId="{1F38A42C-4260-413C-BD8F-8C2E5C978C5C}">
      <dsp:nvSpPr>
        <dsp:cNvPr id="0" name=""/>
        <dsp:cNvSpPr/>
      </dsp:nvSpPr>
      <dsp:spPr>
        <a:xfrm rot="16200000">
          <a:off x="2440941" y="1128266"/>
          <a:ext cx="1485867" cy="462244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F92282-9CB0-4C24-828C-E3CC642D57D7}">
      <dsp:nvSpPr>
        <dsp:cNvPr id="0" name=""/>
        <dsp:cNvSpPr/>
      </dsp:nvSpPr>
      <dsp:spPr>
        <a:xfrm>
          <a:off x="2413467" y="128"/>
          <a:ext cx="1540815" cy="12326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100" kern="1200" dirty="0">
              <a:latin typeface="Calibri" panose="020F0502020204030204" pitchFamily="34" charset="0"/>
              <a:cs typeface="Calibri" panose="020F0502020204030204" pitchFamily="34" charset="0"/>
            </a:rPr>
            <a:t>Online Sales meeting for pitching the product.</a:t>
          </a:r>
          <a:endParaRPr lang="en-IN" sz="11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449570" y="36231"/>
        <a:ext cx="1468609" cy="1160446"/>
      </dsp:txXfrm>
    </dsp:sp>
    <dsp:sp modelId="{15912450-E22D-4994-A843-FE7A046A3A4C}">
      <dsp:nvSpPr>
        <dsp:cNvPr id="0" name=""/>
        <dsp:cNvSpPr/>
      </dsp:nvSpPr>
      <dsp:spPr>
        <a:xfrm rot="18900000">
          <a:off x="3600856" y="1608719"/>
          <a:ext cx="1485867" cy="462244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747486-C2F6-4CF0-B882-302C8C0D79DF}">
      <dsp:nvSpPr>
        <dsp:cNvPr id="0" name=""/>
        <dsp:cNvSpPr/>
      </dsp:nvSpPr>
      <dsp:spPr>
        <a:xfrm>
          <a:off x="4098716" y="698181"/>
          <a:ext cx="1540815" cy="12326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100" kern="1200" dirty="0">
              <a:latin typeface="Calibri" panose="020F0502020204030204" pitchFamily="34" charset="0"/>
              <a:cs typeface="Calibri" panose="020F0502020204030204" pitchFamily="34" charset="0"/>
            </a:rPr>
            <a:t>Dedicated Inside Sales team to address inbound product queries on website. They will provide Demo and then Sales Pitch.</a:t>
          </a:r>
          <a:endParaRPr lang="en-IN" sz="11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134819" y="734284"/>
        <a:ext cx="1468609" cy="1160446"/>
      </dsp:txXfrm>
    </dsp:sp>
    <dsp:sp modelId="{3B5CFB65-7575-40BF-9A36-22AAEC8541B8}">
      <dsp:nvSpPr>
        <dsp:cNvPr id="0" name=""/>
        <dsp:cNvSpPr/>
      </dsp:nvSpPr>
      <dsp:spPr>
        <a:xfrm>
          <a:off x="4081309" y="2768634"/>
          <a:ext cx="1485867" cy="462244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499ABD-CE1E-4B3D-9A40-708B86B95603}">
      <dsp:nvSpPr>
        <dsp:cNvPr id="0" name=""/>
        <dsp:cNvSpPr/>
      </dsp:nvSpPr>
      <dsp:spPr>
        <a:xfrm>
          <a:off x="4796769" y="2383430"/>
          <a:ext cx="1540815" cy="12326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100" b="0" i="0" u="none" strike="noStrike" kern="1200" dirty="0">
              <a:solidFill>
                <a:schemeClr val="bg1"/>
              </a:solidFill>
              <a:effectLst/>
              <a:latin typeface="Calibri" panose="020F0502020204030204" pitchFamily="34" charset="0"/>
            </a:rPr>
            <a:t>Inside Sales team would Collect referrals Leads from Product Experts and pitch them</a:t>
          </a:r>
          <a:r>
            <a:rPr lang="en-US" sz="1100" b="0" i="0" u="none" strike="noStrike" kern="1200" dirty="0">
              <a:solidFill>
                <a:srgbClr val="000000"/>
              </a:solidFill>
              <a:effectLst/>
              <a:latin typeface="Calibri" panose="020F0502020204030204" pitchFamily="34" charset="0"/>
            </a:rPr>
            <a:t>.</a:t>
          </a:r>
          <a:endParaRPr lang="en-IN" sz="1100" kern="1200" dirty="0"/>
        </a:p>
      </dsp:txBody>
      <dsp:txXfrm>
        <a:off x="4832872" y="2419533"/>
        <a:ext cx="1468609" cy="116044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DC7B54-FC80-4E23-979A-792CEB6E2C90}">
      <dsp:nvSpPr>
        <dsp:cNvPr id="0" name=""/>
        <dsp:cNvSpPr/>
      </dsp:nvSpPr>
      <dsp:spPr>
        <a:xfrm>
          <a:off x="2745409" y="2180439"/>
          <a:ext cx="1615060" cy="16150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>
              <a:latin typeface="Calibri" panose="020F0502020204030204" pitchFamily="34" charset="0"/>
              <a:cs typeface="Calibri" panose="020F0502020204030204" pitchFamily="34" charset="0"/>
            </a:rPr>
            <a:t>Product Experts</a:t>
          </a:r>
          <a:endParaRPr lang="en-IN" sz="1800" b="1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981929" y="2416959"/>
        <a:ext cx="1142020" cy="1142020"/>
      </dsp:txXfrm>
    </dsp:sp>
    <dsp:sp modelId="{8B1B1E19-C3C7-45FD-BFBF-087B6501BD83}">
      <dsp:nvSpPr>
        <dsp:cNvPr id="0" name=""/>
        <dsp:cNvSpPr/>
      </dsp:nvSpPr>
      <dsp:spPr>
        <a:xfrm rot="10800000">
          <a:off x="1179758" y="2757823"/>
          <a:ext cx="1479539" cy="46029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91E94E-3994-4360-A7B7-BF7D3EE958DB}">
      <dsp:nvSpPr>
        <dsp:cNvPr id="0" name=""/>
        <dsp:cNvSpPr/>
      </dsp:nvSpPr>
      <dsp:spPr>
        <a:xfrm>
          <a:off x="412604" y="2374246"/>
          <a:ext cx="1534307" cy="12274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000" kern="1200" dirty="0">
              <a:latin typeface="Calibri" panose="020F0502020204030204" pitchFamily="34" charset="0"/>
              <a:cs typeface="Calibri" panose="020F0502020204030204" pitchFamily="34" charset="0"/>
            </a:rPr>
            <a:t>Team of Product Experts to be Trained about all the features of the App, Basic level knowledge to be imparted on each of the ECA Genres.</a:t>
          </a:r>
          <a:endParaRPr lang="en-IN" sz="1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48555" y="2410197"/>
        <a:ext cx="1462405" cy="1155544"/>
      </dsp:txXfrm>
    </dsp:sp>
    <dsp:sp modelId="{1F980126-3114-46EF-9F79-8BD1D0291216}">
      <dsp:nvSpPr>
        <dsp:cNvPr id="0" name=""/>
        <dsp:cNvSpPr/>
      </dsp:nvSpPr>
      <dsp:spPr>
        <a:xfrm rot="13500000">
          <a:off x="1658173" y="1602827"/>
          <a:ext cx="1479539" cy="46029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2BB57E-5DC9-4AEC-B37A-2C058C611D45}">
      <dsp:nvSpPr>
        <dsp:cNvPr id="0" name=""/>
        <dsp:cNvSpPr/>
      </dsp:nvSpPr>
      <dsp:spPr>
        <a:xfrm>
          <a:off x="1107693" y="696154"/>
          <a:ext cx="1534307" cy="12274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000" kern="1200" dirty="0">
              <a:latin typeface="Calibri" panose="020F0502020204030204" pitchFamily="34" charset="0"/>
              <a:cs typeface="Calibri" panose="020F0502020204030204" pitchFamily="34" charset="0"/>
            </a:rPr>
            <a:t>All Enrolled Students to be Distributed among Product Experts with Dashboards keeping track on activities of the students on the App.</a:t>
          </a:r>
          <a:endParaRPr lang="en-IN" sz="1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1143644" y="732105"/>
        <a:ext cx="1462405" cy="1155544"/>
      </dsp:txXfrm>
    </dsp:sp>
    <dsp:sp modelId="{1F38A42C-4260-413C-BD8F-8C2E5C978C5C}">
      <dsp:nvSpPr>
        <dsp:cNvPr id="0" name=""/>
        <dsp:cNvSpPr/>
      </dsp:nvSpPr>
      <dsp:spPr>
        <a:xfrm rot="16200000">
          <a:off x="2813169" y="1124412"/>
          <a:ext cx="1479539" cy="46029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F92282-9CB0-4C24-828C-E3CC642D57D7}">
      <dsp:nvSpPr>
        <dsp:cNvPr id="0" name=""/>
        <dsp:cNvSpPr/>
      </dsp:nvSpPr>
      <dsp:spPr>
        <a:xfrm>
          <a:off x="2785785" y="1065"/>
          <a:ext cx="1534307" cy="12274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000" kern="1200" dirty="0">
              <a:latin typeface="Calibri" panose="020F0502020204030204" pitchFamily="34" charset="0"/>
              <a:cs typeface="Calibri" panose="020F0502020204030204" pitchFamily="34" charset="0"/>
            </a:rPr>
            <a:t>Product Experts will share personalized weekly routines made based on our content and availability of the student’s time.</a:t>
          </a:r>
          <a:endParaRPr lang="en-IN" sz="1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821736" y="37016"/>
        <a:ext cx="1462405" cy="1155544"/>
      </dsp:txXfrm>
    </dsp:sp>
    <dsp:sp modelId="{15912450-E22D-4994-A843-FE7A046A3A4C}">
      <dsp:nvSpPr>
        <dsp:cNvPr id="0" name=""/>
        <dsp:cNvSpPr/>
      </dsp:nvSpPr>
      <dsp:spPr>
        <a:xfrm rot="18900000">
          <a:off x="3968165" y="1602827"/>
          <a:ext cx="1479539" cy="46029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747486-C2F6-4CF0-B882-302C8C0D79DF}">
      <dsp:nvSpPr>
        <dsp:cNvPr id="0" name=""/>
        <dsp:cNvSpPr/>
      </dsp:nvSpPr>
      <dsp:spPr>
        <a:xfrm>
          <a:off x="4463877" y="696154"/>
          <a:ext cx="1534307" cy="12274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000" kern="1200" dirty="0">
              <a:latin typeface="Calibri" panose="020F0502020204030204" pitchFamily="34" charset="0"/>
              <a:cs typeface="Calibri" panose="020F0502020204030204" pitchFamily="34" charset="0"/>
            </a:rPr>
            <a:t>Product Experts will share Auto-Generated monthly Activity &amp; Performance reports with Parents and Students.</a:t>
          </a:r>
          <a:endParaRPr lang="en-IN" sz="1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499828" y="732105"/>
        <a:ext cx="1462405" cy="1155544"/>
      </dsp:txXfrm>
    </dsp:sp>
    <dsp:sp modelId="{8BB02C50-6A39-4709-856A-2B2629336B96}">
      <dsp:nvSpPr>
        <dsp:cNvPr id="0" name=""/>
        <dsp:cNvSpPr/>
      </dsp:nvSpPr>
      <dsp:spPr>
        <a:xfrm>
          <a:off x="4446580" y="2757823"/>
          <a:ext cx="1479539" cy="46029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FB55FF-840F-407D-BA52-1F0ED2C31BF4}">
      <dsp:nvSpPr>
        <dsp:cNvPr id="0" name=""/>
        <dsp:cNvSpPr/>
      </dsp:nvSpPr>
      <dsp:spPr>
        <a:xfrm>
          <a:off x="5158966" y="2374246"/>
          <a:ext cx="1534307" cy="12274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000" kern="1200">
              <a:latin typeface="Calibri" panose="020F0502020204030204" pitchFamily="34" charset="0"/>
              <a:cs typeface="Calibri" panose="020F0502020204030204" pitchFamily="34" charset="0"/>
            </a:rPr>
            <a:t>Product Experts will generate leads through referrals from happy Customers and provide incentives to existing customers in form of discounts/cashbacks on renewals.</a:t>
          </a:r>
          <a:endParaRPr lang="en-IN" sz="1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194917" y="2410197"/>
        <a:ext cx="1462405" cy="115554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CCD6BA-8165-47C2-BDCA-F287320A77E2}">
      <dsp:nvSpPr>
        <dsp:cNvPr id="0" name=""/>
        <dsp:cNvSpPr/>
      </dsp:nvSpPr>
      <dsp:spPr>
        <a:xfrm>
          <a:off x="2706849" y="2126654"/>
          <a:ext cx="1630838" cy="16308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>
              <a:latin typeface="Calibri" panose="020F0502020204030204" pitchFamily="34" charset="0"/>
              <a:cs typeface="Calibri" panose="020F0502020204030204" pitchFamily="34" charset="0"/>
            </a:rPr>
            <a:t>Community Team</a:t>
          </a:r>
          <a:endParaRPr lang="en-IN" sz="1800" b="1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945680" y="2365485"/>
        <a:ext cx="1153176" cy="1153176"/>
      </dsp:txXfrm>
    </dsp:sp>
    <dsp:sp modelId="{730B504E-FE73-48E4-AA96-525A3820399F}">
      <dsp:nvSpPr>
        <dsp:cNvPr id="0" name=""/>
        <dsp:cNvSpPr/>
      </dsp:nvSpPr>
      <dsp:spPr>
        <a:xfrm rot="10799972">
          <a:off x="1125012" y="2709692"/>
          <a:ext cx="1494836" cy="464788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EE1221-E65F-4AA9-8624-B20BC0F986BE}">
      <dsp:nvSpPr>
        <dsp:cNvPr id="0" name=""/>
        <dsp:cNvSpPr/>
      </dsp:nvSpPr>
      <dsp:spPr>
        <a:xfrm>
          <a:off x="350364" y="2322374"/>
          <a:ext cx="1549296" cy="12394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000" kern="1200" dirty="0">
              <a:latin typeface="Calibri" panose="020F0502020204030204" pitchFamily="34" charset="0"/>
              <a:cs typeface="Calibri" panose="020F0502020204030204" pitchFamily="34" charset="0"/>
            </a:rPr>
            <a:t>Regular Managing of the Community building Platform which would include posting  engaging content and Display of creative works by existing students to encourage others.</a:t>
          </a:r>
          <a:endParaRPr lang="en-IN" sz="1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86666" y="2358676"/>
        <a:ext cx="1476692" cy="1166832"/>
      </dsp:txXfrm>
    </dsp:sp>
    <dsp:sp modelId="{6E499E6A-4733-4C72-9901-BA44F224D729}">
      <dsp:nvSpPr>
        <dsp:cNvPr id="0" name=""/>
        <dsp:cNvSpPr/>
      </dsp:nvSpPr>
      <dsp:spPr>
        <a:xfrm rot="13499977">
          <a:off x="1608251" y="1543084"/>
          <a:ext cx="1494813" cy="464788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742CF9-2C0F-4198-B373-A06A8BD609AC}">
      <dsp:nvSpPr>
        <dsp:cNvPr id="0" name=""/>
        <dsp:cNvSpPr/>
      </dsp:nvSpPr>
      <dsp:spPr>
        <a:xfrm>
          <a:off x="1052510" y="627267"/>
          <a:ext cx="1549296" cy="12394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000" kern="1200" dirty="0">
              <a:latin typeface="Calibri" panose="020F0502020204030204" pitchFamily="34" charset="0"/>
              <a:cs typeface="Calibri" panose="020F0502020204030204" pitchFamily="34" charset="0"/>
            </a:rPr>
            <a:t>Address any kind of doubts and queries on the platform.</a:t>
          </a:r>
          <a:endParaRPr lang="en-IN" sz="1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1088812" y="663569"/>
        <a:ext cx="1476692" cy="1166832"/>
      </dsp:txXfrm>
    </dsp:sp>
    <dsp:sp modelId="{408DA274-0907-436B-98D9-F88C1D9ECBC6}">
      <dsp:nvSpPr>
        <dsp:cNvPr id="0" name=""/>
        <dsp:cNvSpPr/>
      </dsp:nvSpPr>
      <dsp:spPr>
        <a:xfrm rot="16200000">
          <a:off x="2810241" y="1099351"/>
          <a:ext cx="1424054" cy="464788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67140F-4FB5-4E3C-ACDE-98BBEEC80327}">
      <dsp:nvSpPr>
        <dsp:cNvPr id="0" name=""/>
        <dsp:cNvSpPr/>
      </dsp:nvSpPr>
      <dsp:spPr>
        <a:xfrm>
          <a:off x="2747620" y="0"/>
          <a:ext cx="1549296" cy="12394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000" kern="1200" dirty="0">
              <a:latin typeface="Calibri" panose="020F0502020204030204" pitchFamily="34" charset="0"/>
              <a:cs typeface="Calibri" panose="020F0502020204030204" pitchFamily="34" charset="0"/>
            </a:rPr>
            <a:t>Organize Seminars/Webinars to create awareness, need generation, data acquisition.</a:t>
          </a:r>
          <a:endParaRPr lang="en-IN" sz="1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783922" y="36302"/>
        <a:ext cx="1476692" cy="1166832"/>
      </dsp:txXfrm>
    </dsp:sp>
    <dsp:sp modelId="{84D27CEE-1493-4DB0-AE64-F9188BCB3A75}">
      <dsp:nvSpPr>
        <dsp:cNvPr id="0" name=""/>
        <dsp:cNvSpPr/>
      </dsp:nvSpPr>
      <dsp:spPr>
        <a:xfrm rot="18900023">
          <a:off x="3941472" y="1543084"/>
          <a:ext cx="1494813" cy="464788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B3BD7E-AD0F-47C2-A9AC-658915C6C776}">
      <dsp:nvSpPr>
        <dsp:cNvPr id="0" name=""/>
        <dsp:cNvSpPr/>
      </dsp:nvSpPr>
      <dsp:spPr>
        <a:xfrm>
          <a:off x="4442731" y="627267"/>
          <a:ext cx="1549296" cy="12394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000" kern="1200" dirty="0">
              <a:latin typeface="Calibri" panose="020F0502020204030204" pitchFamily="34" charset="0"/>
              <a:cs typeface="Calibri" panose="020F0502020204030204" pitchFamily="34" charset="0"/>
            </a:rPr>
            <a:t>Conduct Surveys and Reviews to gain insights on the relevance of Content.</a:t>
          </a:r>
          <a:endParaRPr lang="en-IN" sz="1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479033" y="663569"/>
        <a:ext cx="1476692" cy="1166832"/>
      </dsp:txXfrm>
    </dsp:sp>
    <dsp:sp modelId="{0289D8ED-684C-46B8-8B47-F3C994F185F8}">
      <dsp:nvSpPr>
        <dsp:cNvPr id="0" name=""/>
        <dsp:cNvSpPr/>
      </dsp:nvSpPr>
      <dsp:spPr>
        <a:xfrm rot="28">
          <a:off x="4424689" y="2709692"/>
          <a:ext cx="1494836" cy="464788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0E3D10-EE6C-4D86-91AB-806F0C00B902}">
      <dsp:nvSpPr>
        <dsp:cNvPr id="0" name=""/>
        <dsp:cNvSpPr/>
      </dsp:nvSpPr>
      <dsp:spPr>
        <a:xfrm>
          <a:off x="5144877" y="2322374"/>
          <a:ext cx="1549296" cy="12394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000" kern="1200">
              <a:latin typeface="Calibri" panose="020F0502020204030204" pitchFamily="34" charset="0"/>
              <a:cs typeface="Calibri" panose="020F0502020204030204" pitchFamily="34" charset="0"/>
            </a:rPr>
            <a:t>Arrange Excursions needed for ECAs (Part of the Ramp-Up Plan)</a:t>
          </a:r>
          <a:endParaRPr lang="en-IN" sz="10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181179" y="2358676"/>
        <a:ext cx="1476692" cy="116683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18C050-94BB-4C56-AD8D-7CDFAEA9319B}">
      <dsp:nvSpPr>
        <dsp:cNvPr id="0" name=""/>
        <dsp:cNvSpPr/>
      </dsp:nvSpPr>
      <dsp:spPr>
        <a:xfrm rot="10800000">
          <a:off x="1042284" y="3280"/>
          <a:ext cx="3223535" cy="921365"/>
        </a:xfrm>
        <a:prstGeom prst="homePlate">
          <a:avLst/>
        </a:prstGeom>
        <a:solidFill>
          <a:schemeClr val="tx2">
            <a:lumMod val="75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406296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rPr>
            <a:t>Data Acquisition</a:t>
          </a:r>
          <a:endParaRPr lang="en-IN" sz="1400" b="1" kern="1200" dirty="0">
            <a:solidFill>
              <a:schemeClr val="bg2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 rot="10800000">
        <a:off x="1272625" y="3280"/>
        <a:ext cx="2993194" cy="921365"/>
      </dsp:txXfrm>
    </dsp:sp>
    <dsp:sp modelId="{02C65989-759F-4D9F-B6CD-102BB7C00221}">
      <dsp:nvSpPr>
        <dsp:cNvPr id="0" name=""/>
        <dsp:cNvSpPr/>
      </dsp:nvSpPr>
      <dsp:spPr>
        <a:xfrm>
          <a:off x="581601" y="3280"/>
          <a:ext cx="921365" cy="921365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344C47-E364-4196-A82E-39DB89B46BCC}">
      <dsp:nvSpPr>
        <dsp:cNvPr id="0" name=""/>
        <dsp:cNvSpPr/>
      </dsp:nvSpPr>
      <dsp:spPr>
        <a:xfrm rot="10800000">
          <a:off x="1042284" y="1199680"/>
          <a:ext cx="3223535" cy="921365"/>
        </a:xfrm>
        <a:prstGeom prst="homePlate">
          <a:avLst/>
        </a:prstGeom>
        <a:solidFill>
          <a:schemeClr val="tx2">
            <a:lumMod val="75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406296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rPr>
            <a:t>Sales team</a:t>
          </a:r>
          <a:endParaRPr lang="en-IN" sz="1400" b="1" kern="1200" dirty="0">
            <a:solidFill>
              <a:schemeClr val="bg2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 rot="10800000">
        <a:off x="1272625" y="1199680"/>
        <a:ext cx="2993194" cy="921365"/>
      </dsp:txXfrm>
    </dsp:sp>
    <dsp:sp modelId="{67F94E56-18F1-4EA1-A545-F10D3ED981AB}">
      <dsp:nvSpPr>
        <dsp:cNvPr id="0" name=""/>
        <dsp:cNvSpPr/>
      </dsp:nvSpPr>
      <dsp:spPr>
        <a:xfrm>
          <a:off x="581601" y="1199680"/>
          <a:ext cx="921365" cy="921365"/>
        </a:xfrm>
        <a:prstGeom prst="ellipse">
          <a:avLst/>
        </a:prstGeom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9A5B31-6DA2-4E75-AB42-24003D470699}">
      <dsp:nvSpPr>
        <dsp:cNvPr id="0" name=""/>
        <dsp:cNvSpPr/>
      </dsp:nvSpPr>
      <dsp:spPr>
        <a:xfrm rot="10800000">
          <a:off x="1042284" y="2396079"/>
          <a:ext cx="3223535" cy="921365"/>
        </a:xfrm>
        <a:prstGeom prst="homePlate">
          <a:avLst/>
        </a:prstGeom>
        <a:solidFill>
          <a:schemeClr val="tx2">
            <a:lumMod val="75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406296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rPr>
            <a:t>School Campaign</a:t>
          </a:r>
          <a:endParaRPr lang="en-IN" sz="1400" b="1" kern="1200" dirty="0">
            <a:solidFill>
              <a:schemeClr val="bg2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 rot="10800000">
        <a:off x="1272625" y="2396079"/>
        <a:ext cx="2993194" cy="921365"/>
      </dsp:txXfrm>
    </dsp:sp>
    <dsp:sp modelId="{AE9E1DBE-9D69-46A8-9458-5233B37CF8E3}">
      <dsp:nvSpPr>
        <dsp:cNvPr id="0" name=""/>
        <dsp:cNvSpPr/>
      </dsp:nvSpPr>
      <dsp:spPr>
        <a:xfrm>
          <a:off x="581601" y="2396079"/>
          <a:ext cx="921365" cy="921365"/>
        </a:xfrm>
        <a:prstGeom prst="ellipse">
          <a:avLst/>
        </a:prstGeom>
        <a:blipFill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6000" r="-1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251EB7-7B5C-44B1-BAB9-422981F96DB2}">
      <dsp:nvSpPr>
        <dsp:cNvPr id="0" name=""/>
        <dsp:cNvSpPr/>
      </dsp:nvSpPr>
      <dsp:spPr>
        <a:xfrm rot="10800000">
          <a:off x="1042284" y="3592479"/>
          <a:ext cx="3223535" cy="921365"/>
        </a:xfrm>
        <a:prstGeom prst="homePlate">
          <a:avLst/>
        </a:prstGeom>
        <a:solidFill>
          <a:schemeClr val="tx2">
            <a:lumMod val="75000"/>
          </a:schemeClr>
        </a:solidFill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dsp:style>
      <dsp:txBody>
        <a:bodyPr spcFirstLastPara="0" vert="horz" wrap="square" lIns="406296" tIns="53340" rIns="99568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rPr>
            <a:t>Society Campaign</a:t>
          </a:r>
          <a:endParaRPr lang="en-IN" sz="1400" b="1" kern="1200" dirty="0">
            <a:solidFill>
              <a:schemeClr val="bg2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sp:txBody>
      <dsp:txXfrm rot="10800000">
        <a:off x="1272625" y="3592479"/>
        <a:ext cx="2993194" cy="921365"/>
      </dsp:txXfrm>
    </dsp:sp>
    <dsp:sp modelId="{891E3E56-CCCF-4217-85DB-490B92256460}">
      <dsp:nvSpPr>
        <dsp:cNvPr id="0" name=""/>
        <dsp:cNvSpPr/>
      </dsp:nvSpPr>
      <dsp:spPr>
        <a:xfrm>
          <a:off x="581601" y="3592479"/>
          <a:ext cx="921365" cy="921365"/>
        </a:xfrm>
        <a:prstGeom prst="ellipse">
          <a:avLst/>
        </a:prstGeom>
        <a:blipFill rotWithShape="1"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444352-9A99-4A69-9516-4A6998874E39}">
      <dsp:nvSpPr>
        <dsp:cNvPr id="0" name=""/>
        <dsp:cNvSpPr/>
      </dsp:nvSpPr>
      <dsp:spPr>
        <a:xfrm>
          <a:off x="7945216" y="2679656"/>
          <a:ext cx="157346" cy="2627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2708"/>
              </a:lnTo>
              <a:lnTo>
                <a:pt x="157346" y="26270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47A58F-C45C-4B14-A17D-424C64F47DED}">
      <dsp:nvSpPr>
        <dsp:cNvPr id="0" name=""/>
        <dsp:cNvSpPr/>
      </dsp:nvSpPr>
      <dsp:spPr>
        <a:xfrm>
          <a:off x="8319085" y="1985534"/>
          <a:ext cx="91440" cy="91440"/>
        </a:xfrm>
        <a:custGeom>
          <a:avLst/>
          <a:gdLst/>
          <a:ahLst/>
          <a:cxnLst/>
          <a:rect l="0" t="0" r="0" b="0"/>
          <a:pathLst>
            <a:path>
              <a:moveTo>
                <a:pt x="45720" y="45720"/>
              </a:moveTo>
              <a:lnTo>
                <a:pt x="45720" y="13203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779819-F930-4E2B-A655-37187A6850D3}">
      <dsp:nvSpPr>
        <dsp:cNvPr id="0" name=""/>
        <dsp:cNvSpPr/>
      </dsp:nvSpPr>
      <dsp:spPr>
        <a:xfrm>
          <a:off x="4964634" y="1322350"/>
          <a:ext cx="34001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8876"/>
              </a:lnTo>
              <a:lnTo>
                <a:pt x="3400171" y="88876"/>
              </a:lnTo>
              <a:lnTo>
                <a:pt x="3400171" y="13203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44E76A-F76D-4295-A427-81CD60BFB770}">
      <dsp:nvSpPr>
        <dsp:cNvPr id="0" name=""/>
        <dsp:cNvSpPr/>
      </dsp:nvSpPr>
      <dsp:spPr>
        <a:xfrm>
          <a:off x="6809928" y="2679656"/>
          <a:ext cx="157346" cy="2627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2708"/>
              </a:lnTo>
              <a:lnTo>
                <a:pt x="157346" y="26270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EAB8B5-4AFD-401A-B9AA-3A4C80BD4B50}">
      <dsp:nvSpPr>
        <dsp:cNvPr id="0" name=""/>
        <dsp:cNvSpPr/>
      </dsp:nvSpPr>
      <dsp:spPr>
        <a:xfrm>
          <a:off x="6661874" y="1985534"/>
          <a:ext cx="56764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8876"/>
              </a:lnTo>
              <a:lnTo>
                <a:pt x="567643" y="88876"/>
              </a:lnTo>
              <a:lnTo>
                <a:pt x="567643" y="13203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C3D885-162F-4533-9D58-F9ECE2A15AC4}">
      <dsp:nvSpPr>
        <dsp:cNvPr id="0" name=""/>
        <dsp:cNvSpPr/>
      </dsp:nvSpPr>
      <dsp:spPr>
        <a:xfrm>
          <a:off x="5744861" y="3118760"/>
          <a:ext cx="119998" cy="3291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9128"/>
              </a:lnTo>
              <a:lnTo>
                <a:pt x="119998" y="3291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FA4E32-ADBB-430B-8E6B-0908068E072A}">
      <dsp:nvSpPr>
        <dsp:cNvPr id="0" name=""/>
        <dsp:cNvSpPr/>
      </dsp:nvSpPr>
      <dsp:spPr>
        <a:xfrm>
          <a:off x="6048510" y="2633936"/>
          <a:ext cx="91440" cy="91440"/>
        </a:xfrm>
        <a:custGeom>
          <a:avLst/>
          <a:gdLst/>
          <a:ahLst/>
          <a:cxnLst/>
          <a:rect l="0" t="0" r="0" b="0"/>
          <a:pathLst>
            <a:path>
              <a:moveTo>
                <a:pt x="45720" y="45720"/>
              </a:moveTo>
              <a:lnTo>
                <a:pt x="45720" y="13203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8CEBBE7-817A-4CD3-AC33-715FABB449BB}">
      <dsp:nvSpPr>
        <dsp:cNvPr id="0" name=""/>
        <dsp:cNvSpPr/>
      </dsp:nvSpPr>
      <dsp:spPr>
        <a:xfrm>
          <a:off x="6094230" y="1985534"/>
          <a:ext cx="567643" cy="91440"/>
        </a:xfrm>
        <a:custGeom>
          <a:avLst/>
          <a:gdLst/>
          <a:ahLst/>
          <a:cxnLst/>
          <a:rect l="0" t="0" r="0" b="0"/>
          <a:pathLst>
            <a:path>
              <a:moveTo>
                <a:pt x="567643" y="45720"/>
              </a:moveTo>
              <a:lnTo>
                <a:pt x="567643" y="88876"/>
              </a:lnTo>
              <a:lnTo>
                <a:pt x="0" y="88876"/>
              </a:lnTo>
              <a:lnTo>
                <a:pt x="0" y="13203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668A6F-100F-4588-AFE7-469D18548693}">
      <dsp:nvSpPr>
        <dsp:cNvPr id="0" name=""/>
        <dsp:cNvSpPr/>
      </dsp:nvSpPr>
      <dsp:spPr>
        <a:xfrm>
          <a:off x="4964634" y="1322350"/>
          <a:ext cx="169723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8876"/>
              </a:lnTo>
              <a:lnTo>
                <a:pt x="1697239" y="88876"/>
              </a:lnTo>
              <a:lnTo>
                <a:pt x="1697239" y="13203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3E85A9A-7CE4-468A-BB72-7A154804B162}">
      <dsp:nvSpPr>
        <dsp:cNvPr id="0" name=""/>
        <dsp:cNvSpPr/>
      </dsp:nvSpPr>
      <dsp:spPr>
        <a:xfrm>
          <a:off x="4281662" y="2031254"/>
          <a:ext cx="152793" cy="9111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11110"/>
              </a:lnTo>
              <a:lnTo>
                <a:pt x="152793" y="91111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A5EAE7-FE40-4797-AA8B-09FA839E516C}">
      <dsp:nvSpPr>
        <dsp:cNvPr id="0" name=""/>
        <dsp:cNvSpPr/>
      </dsp:nvSpPr>
      <dsp:spPr>
        <a:xfrm>
          <a:off x="4281662" y="2031254"/>
          <a:ext cx="152793" cy="3673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7357"/>
              </a:lnTo>
              <a:lnTo>
                <a:pt x="152793" y="36735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983AB8-BAE0-4456-938D-4E673CD55489}">
      <dsp:nvSpPr>
        <dsp:cNvPr id="0" name=""/>
        <dsp:cNvSpPr/>
      </dsp:nvSpPr>
      <dsp:spPr>
        <a:xfrm>
          <a:off x="4689111" y="1322350"/>
          <a:ext cx="275523" cy="91440"/>
        </a:xfrm>
        <a:custGeom>
          <a:avLst/>
          <a:gdLst/>
          <a:ahLst/>
          <a:cxnLst/>
          <a:rect l="0" t="0" r="0" b="0"/>
          <a:pathLst>
            <a:path>
              <a:moveTo>
                <a:pt x="275523" y="45720"/>
              </a:moveTo>
              <a:lnTo>
                <a:pt x="275523" y="88876"/>
              </a:lnTo>
              <a:lnTo>
                <a:pt x="0" y="88876"/>
              </a:lnTo>
              <a:lnTo>
                <a:pt x="0" y="13203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B1ADA5-442D-4B36-A665-C49E81B1BFE7}">
      <dsp:nvSpPr>
        <dsp:cNvPr id="0" name=""/>
        <dsp:cNvSpPr/>
      </dsp:nvSpPr>
      <dsp:spPr>
        <a:xfrm>
          <a:off x="3183567" y="2031254"/>
          <a:ext cx="115600" cy="91111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11110"/>
              </a:lnTo>
              <a:lnTo>
                <a:pt x="115600" y="91111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1A92AF-3ACD-409F-99F4-0742F6DD5540}">
      <dsp:nvSpPr>
        <dsp:cNvPr id="0" name=""/>
        <dsp:cNvSpPr/>
      </dsp:nvSpPr>
      <dsp:spPr>
        <a:xfrm>
          <a:off x="3183567" y="2031254"/>
          <a:ext cx="115600" cy="3673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7357"/>
              </a:lnTo>
              <a:lnTo>
                <a:pt x="115600" y="36735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3BB3E4-DE8A-4448-B802-D523EC667AF7}">
      <dsp:nvSpPr>
        <dsp:cNvPr id="0" name=""/>
        <dsp:cNvSpPr/>
      </dsp:nvSpPr>
      <dsp:spPr>
        <a:xfrm>
          <a:off x="3491836" y="1322350"/>
          <a:ext cx="1472798" cy="91440"/>
        </a:xfrm>
        <a:custGeom>
          <a:avLst/>
          <a:gdLst/>
          <a:ahLst/>
          <a:cxnLst/>
          <a:rect l="0" t="0" r="0" b="0"/>
          <a:pathLst>
            <a:path>
              <a:moveTo>
                <a:pt x="1472798" y="45720"/>
              </a:moveTo>
              <a:lnTo>
                <a:pt x="1472798" y="88876"/>
              </a:lnTo>
              <a:lnTo>
                <a:pt x="0" y="88876"/>
              </a:lnTo>
              <a:lnTo>
                <a:pt x="0" y="13203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A0A595-F806-4464-830B-9E6CC2B3C747}">
      <dsp:nvSpPr>
        <dsp:cNvPr id="0" name=""/>
        <dsp:cNvSpPr/>
      </dsp:nvSpPr>
      <dsp:spPr>
        <a:xfrm>
          <a:off x="2182086" y="2712914"/>
          <a:ext cx="146330" cy="76823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8231"/>
              </a:lnTo>
              <a:lnTo>
                <a:pt x="146330" y="76823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DE7339-AE21-4F53-BB0E-0DE3A2638621}">
      <dsp:nvSpPr>
        <dsp:cNvPr id="0" name=""/>
        <dsp:cNvSpPr/>
      </dsp:nvSpPr>
      <dsp:spPr>
        <a:xfrm>
          <a:off x="2182086" y="2712914"/>
          <a:ext cx="157346" cy="2627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2708"/>
              </a:lnTo>
              <a:lnTo>
                <a:pt x="157346" y="26270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946AB0-10AA-4186-8B08-7ECC77DD0A22}">
      <dsp:nvSpPr>
        <dsp:cNvPr id="0" name=""/>
        <dsp:cNvSpPr/>
      </dsp:nvSpPr>
      <dsp:spPr>
        <a:xfrm>
          <a:off x="1564463" y="1985534"/>
          <a:ext cx="10372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0" y="88876"/>
              </a:lnTo>
              <a:lnTo>
                <a:pt x="1037213" y="88876"/>
              </a:lnTo>
              <a:lnTo>
                <a:pt x="1037213" y="13203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041BFF-56FA-429B-953F-496C0991950B}">
      <dsp:nvSpPr>
        <dsp:cNvPr id="0" name=""/>
        <dsp:cNvSpPr/>
      </dsp:nvSpPr>
      <dsp:spPr>
        <a:xfrm>
          <a:off x="956566" y="2717634"/>
          <a:ext cx="172384" cy="7538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53872"/>
              </a:lnTo>
              <a:lnTo>
                <a:pt x="172384" y="75387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D2213F-02F3-4D38-8410-029080B1600E}">
      <dsp:nvSpPr>
        <dsp:cNvPr id="0" name=""/>
        <dsp:cNvSpPr/>
      </dsp:nvSpPr>
      <dsp:spPr>
        <a:xfrm>
          <a:off x="956566" y="2717634"/>
          <a:ext cx="172384" cy="2627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2708"/>
              </a:lnTo>
              <a:lnTo>
                <a:pt x="172384" y="26270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337BE8-A2B4-4B01-929A-69143D048083}">
      <dsp:nvSpPr>
        <dsp:cNvPr id="0" name=""/>
        <dsp:cNvSpPr/>
      </dsp:nvSpPr>
      <dsp:spPr>
        <a:xfrm>
          <a:off x="1416259" y="1985534"/>
          <a:ext cx="148203" cy="91440"/>
        </a:xfrm>
        <a:custGeom>
          <a:avLst/>
          <a:gdLst/>
          <a:ahLst/>
          <a:cxnLst/>
          <a:rect l="0" t="0" r="0" b="0"/>
          <a:pathLst>
            <a:path>
              <a:moveTo>
                <a:pt x="148203" y="45720"/>
              </a:moveTo>
              <a:lnTo>
                <a:pt x="148203" y="88876"/>
              </a:lnTo>
              <a:lnTo>
                <a:pt x="0" y="88876"/>
              </a:lnTo>
              <a:lnTo>
                <a:pt x="0" y="13203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1054E4-155F-473D-A077-C72751E52E61}">
      <dsp:nvSpPr>
        <dsp:cNvPr id="0" name=""/>
        <dsp:cNvSpPr/>
      </dsp:nvSpPr>
      <dsp:spPr>
        <a:xfrm>
          <a:off x="78019" y="2741724"/>
          <a:ext cx="112885" cy="2802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0211"/>
              </a:lnTo>
              <a:lnTo>
                <a:pt x="112885" y="28021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8E4E3C-ABF2-479C-90DD-359F9916DE6F}">
      <dsp:nvSpPr>
        <dsp:cNvPr id="0" name=""/>
        <dsp:cNvSpPr/>
      </dsp:nvSpPr>
      <dsp:spPr>
        <a:xfrm>
          <a:off x="379046" y="1985534"/>
          <a:ext cx="1185416" cy="91440"/>
        </a:xfrm>
        <a:custGeom>
          <a:avLst/>
          <a:gdLst/>
          <a:ahLst/>
          <a:cxnLst/>
          <a:rect l="0" t="0" r="0" b="0"/>
          <a:pathLst>
            <a:path>
              <a:moveTo>
                <a:pt x="1185416" y="45720"/>
              </a:moveTo>
              <a:lnTo>
                <a:pt x="1185416" y="88876"/>
              </a:lnTo>
              <a:lnTo>
                <a:pt x="0" y="88876"/>
              </a:lnTo>
              <a:lnTo>
                <a:pt x="0" y="13203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51E118-6592-4CDE-A499-FB6115977960}">
      <dsp:nvSpPr>
        <dsp:cNvPr id="0" name=""/>
        <dsp:cNvSpPr/>
      </dsp:nvSpPr>
      <dsp:spPr>
        <a:xfrm>
          <a:off x="1564463" y="1322350"/>
          <a:ext cx="3400171" cy="91440"/>
        </a:xfrm>
        <a:custGeom>
          <a:avLst/>
          <a:gdLst/>
          <a:ahLst/>
          <a:cxnLst/>
          <a:rect l="0" t="0" r="0" b="0"/>
          <a:pathLst>
            <a:path>
              <a:moveTo>
                <a:pt x="3400171" y="45720"/>
              </a:moveTo>
              <a:lnTo>
                <a:pt x="3400171" y="88876"/>
              </a:lnTo>
              <a:lnTo>
                <a:pt x="0" y="88876"/>
              </a:lnTo>
              <a:lnTo>
                <a:pt x="0" y="13203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C1A2B7-50C3-4916-9DC0-5C50752130A4}">
      <dsp:nvSpPr>
        <dsp:cNvPr id="0" name=""/>
        <dsp:cNvSpPr/>
      </dsp:nvSpPr>
      <dsp:spPr>
        <a:xfrm>
          <a:off x="4453895" y="538236"/>
          <a:ext cx="1021477" cy="82983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CEO</a:t>
          </a:r>
          <a:endParaRPr lang="en-IN" sz="2000" kern="1200" dirty="0"/>
        </a:p>
      </dsp:txBody>
      <dsp:txXfrm>
        <a:off x="4453895" y="538236"/>
        <a:ext cx="1021477" cy="829834"/>
      </dsp:txXfrm>
    </dsp:sp>
    <dsp:sp modelId="{CE00E02B-B49A-4641-BD96-EB4AE061FF68}">
      <dsp:nvSpPr>
        <dsp:cNvPr id="0" name=""/>
        <dsp:cNvSpPr/>
      </dsp:nvSpPr>
      <dsp:spPr>
        <a:xfrm>
          <a:off x="1179127" y="1454383"/>
          <a:ext cx="770672" cy="5768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CMO</a:t>
          </a:r>
          <a:endParaRPr lang="en-IN" sz="1200" kern="1200" dirty="0"/>
        </a:p>
      </dsp:txBody>
      <dsp:txXfrm>
        <a:off x="1179127" y="1454383"/>
        <a:ext cx="770672" cy="576871"/>
      </dsp:txXfrm>
    </dsp:sp>
    <dsp:sp modelId="{62E34C0A-B668-485C-A581-7714A12279C9}">
      <dsp:nvSpPr>
        <dsp:cNvPr id="0" name=""/>
        <dsp:cNvSpPr/>
      </dsp:nvSpPr>
      <dsp:spPr>
        <a:xfrm>
          <a:off x="2762" y="2117567"/>
          <a:ext cx="752567" cy="6241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Event Manager</a:t>
          </a:r>
          <a:endParaRPr lang="en-IN" sz="900" kern="1200" dirty="0"/>
        </a:p>
      </dsp:txBody>
      <dsp:txXfrm>
        <a:off x="2762" y="2117567"/>
        <a:ext cx="752567" cy="624156"/>
      </dsp:txXfrm>
    </dsp:sp>
    <dsp:sp modelId="{DD9BB7D9-BC7F-4FE3-9F45-C95C7367BC33}">
      <dsp:nvSpPr>
        <dsp:cNvPr id="0" name=""/>
        <dsp:cNvSpPr/>
      </dsp:nvSpPr>
      <dsp:spPr>
        <a:xfrm>
          <a:off x="190904" y="2828037"/>
          <a:ext cx="744721" cy="38779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Event/Community Executive</a:t>
          </a:r>
          <a:endParaRPr lang="en-IN" sz="700" kern="1200" dirty="0"/>
        </a:p>
      </dsp:txBody>
      <dsp:txXfrm>
        <a:off x="190904" y="2828037"/>
        <a:ext cx="744721" cy="387796"/>
      </dsp:txXfrm>
    </dsp:sp>
    <dsp:sp modelId="{200A2EA5-FFC3-4368-8DCE-D63A8CB7F165}">
      <dsp:nvSpPr>
        <dsp:cNvPr id="0" name=""/>
        <dsp:cNvSpPr/>
      </dsp:nvSpPr>
      <dsp:spPr>
        <a:xfrm>
          <a:off x="841643" y="2117567"/>
          <a:ext cx="1149233" cy="60006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Business Development Manager</a:t>
          </a:r>
          <a:endParaRPr lang="en-IN" sz="900" kern="1200" dirty="0"/>
        </a:p>
      </dsp:txBody>
      <dsp:txXfrm>
        <a:off x="841643" y="2117567"/>
        <a:ext cx="1149233" cy="600066"/>
      </dsp:txXfrm>
    </dsp:sp>
    <dsp:sp modelId="{63B44779-1F9F-4D05-B48B-36997248471C}">
      <dsp:nvSpPr>
        <dsp:cNvPr id="0" name=""/>
        <dsp:cNvSpPr/>
      </dsp:nvSpPr>
      <dsp:spPr>
        <a:xfrm>
          <a:off x="1128951" y="2803947"/>
          <a:ext cx="873422" cy="3527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Sales Executive</a:t>
          </a:r>
          <a:endParaRPr lang="en-IN" sz="700" kern="1200" dirty="0"/>
        </a:p>
      </dsp:txBody>
      <dsp:txXfrm>
        <a:off x="1128951" y="2803947"/>
        <a:ext cx="873422" cy="352790"/>
      </dsp:txXfrm>
    </dsp:sp>
    <dsp:sp modelId="{2D7E2B5A-4919-4ACF-BB99-FFC99564189E}">
      <dsp:nvSpPr>
        <dsp:cNvPr id="0" name=""/>
        <dsp:cNvSpPr/>
      </dsp:nvSpPr>
      <dsp:spPr>
        <a:xfrm>
          <a:off x="1128951" y="3243050"/>
          <a:ext cx="783672" cy="4569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Inside Sales Executive</a:t>
          </a:r>
          <a:endParaRPr lang="en-IN" sz="600" kern="1200" dirty="0"/>
        </a:p>
      </dsp:txBody>
      <dsp:txXfrm>
        <a:off x="1128951" y="3243050"/>
        <a:ext cx="783672" cy="456912"/>
      </dsp:txXfrm>
    </dsp:sp>
    <dsp:sp modelId="{55F02399-AA2C-41DE-915E-5F53018C6576}">
      <dsp:nvSpPr>
        <dsp:cNvPr id="0" name=""/>
        <dsp:cNvSpPr/>
      </dsp:nvSpPr>
      <dsp:spPr>
        <a:xfrm>
          <a:off x="2077189" y="2117567"/>
          <a:ext cx="1048974" cy="5953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Marketing Manager</a:t>
          </a:r>
          <a:endParaRPr lang="en-IN" sz="900" kern="1200" dirty="0"/>
        </a:p>
      </dsp:txBody>
      <dsp:txXfrm>
        <a:off x="2077189" y="2117567"/>
        <a:ext cx="1048974" cy="595346"/>
      </dsp:txXfrm>
    </dsp:sp>
    <dsp:sp modelId="{7DAA81BF-5DAF-45D8-97AB-7F59DF534A59}">
      <dsp:nvSpPr>
        <dsp:cNvPr id="0" name=""/>
        <dsp:cNvSpPr/>
      </dsp:nvSpPr>
      <dsp:spPr>
        <a:xfrm>
          <a:off x="2339433" y="2799227"/>
          <a:ext cx="873422" cy="3527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Outbound Executive</a:t>
          </a:r>
          <a:endParaRPr lang="en-IN" sz="700" kern="1200" dirty="0"/>
        </a:p>
      </dsp:txBody>
      <dsp:txXfrm>
        <a:off x="2339433" y="2799227"/>
        <a:ext cx="873422" cy="352790"/>
      </dsp:txXfrm>
    </dsp:sp>
    <dsp:sp modelId="{3BD2798E-2BEA-48AE-AA2D-156880C97C84}">
      <dsp:nvSpPr>
        <dsp:cNvPr id="0" name=""/>
        <dsp:cNvSpPr/>
      </dsp:nvSpPr>
      <dsp:spPr>
        <a:xfrm>
          <a:off x="2328417" y="3252689"/>
          <a:ext cx="783672" cy="4569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Inbound Executive</a:t>
          </a:r>
          <a:endParaRPr lang="en-IN" sz="600" kern="1200" dirty="0"/>
        </a:p>
      </dsp:txBody>
      <dsp:txXfrm>
        <a:off x="2328417" y="3252689"/>
        <a:ext cx="783672" cy="456912"/>
      </dsp:txXfrm>
    </dsp:sp>
    <dsp:sp modelId="{4CAA4511-839A-43BE-84A8-E006AF18C6A8}">
      <dsp:nvSpPr>
        <dsp:cNvPr id="0" name=""/>
        <dsp:cNvSpPr/>
      </dsp:nvSpPr>
      <dsp:spPr>
        <a:xfrm>
          <a:off x="3106500" y="1454383"/>
          <a:ext cx="770672" cy="5768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CFO</a:t>
          </a:r>
          <a:endParaRPr lang="en-IN" sz="1200" kern="1200" dirty="0"/>
        </a:p>
      </dsp:txBody>
      <dsp:txXfrm>
        <a:off x="3106500" y="1454383"/>
        <a:ext cx="770672" cy="576871"/>
      </dsp:txXfrm>
    </dsp:sp>
    <dsp:sp modelId="{C9223BA6-ECA0-43EF-9F25-03D900EDDEAF}">
      <dsp:nvSpPr>
        <dsp:cNvPr id="0" name=""/>
        <dsp:cNvSpPr/>
      </dsp:nvSpPr>
      <dsp:spPr>
        <a:xfrm>
          <a:off x="3299168" y="2117567"/>
          <a:ext cx="1048974" cy="562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Accounts/Billing Executive</a:t>
          </a:r>
          <a:endParaRPr lang="en-IN" sz="900" kern="1200" dirty="0"/>
        </a:p>
      </dsp:txBody>
      <dsp:txXfrm>
        <a:off x="3299168" y="2117567"/>
        <a:ext cx="1048974" cy="562088"/>
      </dsp:txXfrm>
    </dsp:sp>
    <dsp:sp modelId="{5862AD54-AB69-45B3-A438-7882A42B1AF3}">
      <dsp:nvSpPr>
        <dsp:cNvPr id="0" name=""/>
        <dsp:cNvSpPr/>
      </dsp:nvSpPr>
      <dsp:spPr>
        <a:xfrm>
          <a:off x="3299168" y="2765969"/>
          <a:ext cx="873422" cy="3527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Finance Executive</a:t>
          </a:r>
          <a:endParaRPr lang="en-IN" sz="700" kern="1200" dirty="0"/>
        </a:p>
      </dsp:txBody>
      <dsp:txXfrm>
        <a:off x="3299168" y="2765969"/>
        <a:ext cx="873422" cy="352790"/>
      </dsp:txXfrm>
    </dsp:sp>
    <dsp:sp modelId="{D180DA84-7383-49BE-ABFE-692B80580AC6}">
      <dsp:nvSpPr>
        <dsp:cNvPr id="0" name=""/>
        <dsp:cNvSpPr/>
      </dsp:nvSpPr>
      <dsp:spPr>
        <a:xfrm>
          <a:off x="4179800" y="1454383"/>
          <a:ext cx="1018621" cy="5768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Tech Head</a:t>
          </a:r>
          <a:endParaRPr lang="en-IN" sz="1200" kern="1200" dirty="0"/>
        </a:p>
      </dsp:txBody>
      <dsp:txXfrm>
        <a:off x="4179800" y="1454383"/>
        <a:ext cx="1018621" cy="576871"/>
      </dsp:txXfrm>
    </dsp:sp>
    <dsp:sp modelId="{51B7C0FD-C8D2-4B82-8D5A-8E978EDAC354}">
      <dsp:nvSpPr>
        <dsp:cNvPr id="0" name=""/>
        <dsp:cNvSpPr/>
      </dsp:nvSpPr>
      <dsp:spPr>
        <a:xfrm>
          <a:off x="4434455" y="2117567"/>
          <a:ext cx="1048974" cy="562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Outsourced Team</a:t>
          </a:r>
          <a:endParaRPr lang="en-IN" sz="900" kern="1200" dirty="0"/>
        </a:p>
      </dsp:txBody>
      <dsp:txXfrm>
        <a:off x="4434455" y="2117567"/>
        <a:ext cx="1048974" cy="562088"/>
      </dsp:txXfrm>
    </dsp:sp>
    <dsp:sp modelId="{3A56C92D-8ED3-44E8-A886-743FAB211D55}">
      <dsp:nvSpPr>
        <dsp:cNvPr id="0" name=""/>
        <dsp:cNvSpPr/>
      </dsp:nvSpPr>
      <dsp:spPr>
        <a:xfrm>
          <a:off x="4434455" y="2765969"/>
          <a:ext cx="873422" cy="3527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Tech Support Team</a:t>
          </a:r>
          <a:endParaRPr lang="en-IN" sz="700" kern="1200" dirty="0"/>
        </a:p>
      </dsp:txBody>
      <dsp:txXfrm>
        <a:off x="4434455" y="2765969"/>
        <a:ext cx="873422" cy="352790"/>
      </dsp:txXfrm>
    </dsp:sp>
    <dsp:sp modelId="{29252294-3127-4086-A101-7941F82AD449}">
      <dsp:nvSpPr>
        <dsp:cNvPr id="0" name=""/>
        <dsp:cNvSpPr/>
      </dsp:nvSpPr>
      <dsp:spPr>
        <a:xfrm>
          <a:off x="6077130" y="1454383"/>
          <a:ext cx="1169488" cy="5768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Content Head</a:t>
          </a:r>
          <a:endParaRPr lang="en-IN" sz="1200" kern="1200" dirty="0"/>
        </a:p>
      </dsp:txBody>
      <dsp:txXfrm>
        <a:off x="6077130" y="1454383"/>
        <a:ext cx="1169488" cy="576871"/>
      </dsp:txXfrm>
    </dsp:sp>
    <dsp:sp modelId="{55427FC2-894B-4CEB-BF48-4B009B8255A4}">
      <dsp:nvSpPr>
        <dsp:cNvPr id="0" name=""/>
        <dsp:cNvSpPr/>
      </dsp:nvSpPr>
      <dsp:spPr>
        <a:xfrm>
          <a:off x="5569743" y="2117567"/>
          <a:ext cx="1048974" cy="562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Senior Support Manager</a:t>
          </a:r>
          <a:endParaRPr lang="en-IN" sz="900" kern="1200" dirty="0"/>
        </a:p>
      </dsp:txBody>
      <dsp:txXfrm>
        <a:off x="5569743" y="2117567"/>
        <a:ext cx="1048974" cy="562088"/>
      </dsp:txXfrm>
    </dsp:sp>
    <dsp:sp modelId="{F6E7D188-A0E1-4321-AF15-D5026652ABA3}">
      <dsp:nvSpPr>
        <dsp:cNvPr id="0" name=""/>
        <dsp:cNvSpPr/>
      </dsp:nvSpPr>
      <dsp:spPr>
        <a:xfrm>
          <a:off x="5657519" y="2765969"/>
          <a:ext cx="873422" cy="3527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Regional Team Lead</a:t>
          </a:r>
          <a:endParaRPr lang="en-IN" sz="700" kern="1200" dirty="0"/>
        </a:p>
      </dsp:txBody>
      <dsp:txXfrm>
        <a:off x="5657519" y="2765969"/>
        <a:ext cx="873422" cy="352790"/>
      </dsp:txXfrm>
    </dsp:sp>
    <dsp:sp modelId="{76298E11-E800-4C1D-B8A5-24A148C1E03A}">
      <dsp:nvSpPr>
        <dsp:cNvPr id="0" name=""/>
        <dsp:cNvSpPr/>
      </dsp:nvSpPr>
      <dsp:spPr>
        <a:xfrm>
          <a:off x="5864859" y="3219431"/>
          <a:ext cx="783672" cy="4569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Product Expert</a:t>
          </a:r>
          <a:endParaRPr lang="en-IN" sz="600" kern="1200" dirty="0"/>
        </a:p>
      </dsp:txBody>
      <dsp:txXfrm>
        <a:off x="5864859" y="3219431"/>
        <a:ext cx="783672" cy="456912"/>
      </dsp:txXfrm>
    </dsp:sp>
    <dsp:sp modelId="{E4200BF1-2F1B-448C-975A-0414C6050102}">
      <dsp:nvSpPr>
        <dsp:cNvPr id="0" name=""/>
        <dsp:cNvSpPr/>
      </dsp:nvSpPr>
      <dsp:spPr>
        <a:xfrm>
          <a:off x="6705030" y="2117567"/>
          <a:ext cx="1048974" cy="562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Content Development Manager</a:t>
          </a:r>
          <a:endParaRPr lang="en-IN" sz="900" kern="1200" dirty="0"/>
        </a:p>
      </dsp:txBody>
      <dsp:txXfrm>
        <a:off x="6705030" y="2117567"/>
        <a:ext cx="1048974" cy="562088"/>
      </dsp:txXfrm>
    </dsp:sp>
    <dsp:sp modelId="{FFCDB149-34D3-4F22-A016-3916AC42E045}">
      <dsp:nvSpPr>
        <dsp:cNvPr id="0" name=""/>
        <dsp:cNvSpPr/>
      </dsp:nvSpPr>
      <dsp:spPr>
        <a:xfrm>
          <a:off x="6967274" y="2765969"/>
          <a:ext cx="873422" cy="3527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Content Executive</a:t>
          </a:r>
          <a:endParaRPr lang="en-IN" sz="700" kern="1200" dirty="0"/>
        </a:p>
      </dsp:txBody>
      <dsp:txXfrm>
        <a:off x="6967274" y="2765969"/>
        <a:ext cx="873422" cy="352790"/>
      </dsp:txXfrm>
    </dsp:sp>
    <dsp:sp modelId="{33669CFB-A0C3-41D0-B57B-FD877A1895ED}">
      <dsp:nvSpPr>
        <dsp:cNvPr id="0" name=""/>
        <dsp:cNvSpPr/>
      </dsp:nvSpPr>
      <dsp:spPr>
        <a:xfrm>
          <a:off x="7979469" y="1454383"/>
          <a:ext cx="770672" cy="5768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HR Head</a:t>
          </a:r>
          <a:endParaRPr lang="en-IN" sz="1200" kern="1200" dirty="0"/>
        </a:p>
      </dsp:txBody>
      <dsp:txXfrm>
        <a:off x="7979469" y="1454383"/>
        <a:ext cx="770672" cy="576871"/>
      </dsp:txXfrm>
    </dsp:sp>
    <dsp:sp modelId="{9BBBA2FD-1A2D-4AD3-959D-FCC2597D857A}">
      <dsp:nvSpPr>
        <dsp:cNvPr id="0" name=""/>
        <dsp:cNvSpPr/>
      </dsp:nvSpPr>
      <dsp:spPr>
        <a:xfrm>
          <a:off x="7840318" y="2117567"/>
          <a:ext cx="1048974" cy="5620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HR Executive</a:t>
          </a:r>
          <a:endParaRPr lang="en-IN" sz="900" kern="1200" dirty="0"/>
        </a:p>
      </dsp:txBody>
      <dsp:txXfrm>
        <a:off x="7840318" y="2117567"/>
        <a:ext cx="1048974" cy="562088"/>
      </dsp:txXfrm>
    </dsp:sp>
    <dsp:sp modelId="{1147609B-3512-42C9-8C8C-C3926B151125}">
      <dsp:nvSpPr>
        <dsp:cNvPr id="0" name=""/>
        <dsp:cNvSpPr/>
      </dsp:nvSpPr>
      <dsp:spPr>
        <a:xfrm>
          <a:off x="8102562" y="2765969"/>
          <a:ext cx="873422" cy="3527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445" tIns="4445" rIns="4445" bIns="4445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700" kern="1200" dirty="0"/>
            <a:t>Admin Executive</a:t>
          </a:r>
          <a:endParaRPr lang="en-IN" sz="700" kern="1200" dirty="0"/>
        </a:p>
      </dsp:txBody>
      <dsp:txXfrm>
        <a:off x="8102562" y="2765969"/>
        <a:ext cx="873422" cy="35279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77FA6F-9DD4-4042-B188-EDDE8E931982}">
      <dsp:nvSpPr>
        <dsp:cNvPr id="0" name=""/>
        <dsp:cNvSpPr/>
      </dsp:nvSpPr>
      <dsp:spPr>
        <a:xfrm>
          <a:off x="857025" y="658289"/>
          <a:ext cx="1183957" cy="1183976"/>
        </a:xfrm>
        <a:prstGeom prst="ellipse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latin typeface="Lucida Bright" panose="02040602050505020304" pitchFamily="18" charset="0"/>
              <a:cs typeface="Calibri" panose="020F0502020204030204" pitchFamily="34" charset="0"/>
            </a:rPr>
            <a:t>Product Portfolio Expansion</a:t>
          </a:r>
          <a:endParaRPr lang="en-IN" sz="1000" b="1" kern="1200" dirty="0">
            <a:latin typeface="Lucida Bright" panose="02040602050505020304" pitchFamily="18" charset="0"/>
            <a:cs typeface="Calibri" panose="020F0502020204030204" pitchFamily="34" charset="0"/>
          </a:endParaRPr>
        </a:p>
      </dsp:txBody>
      <dsp:txXfrm>
        <a:off x="1030411" y="831678"/>
        <a:ext cx="837185" cy="837198"/>
      </dsp:txXfrm>
    </dsp:sp>
    <dsp:sp modelId="{11CCCC97-FDC2-49E8-AB9C-DEA50DFB3F84}">
      <dsp:nvSpPr>
        <dsp:cNvPr id="0" name=""/>
        <dsp:cNvSpPr/>
      </dsp:nvSpPr>
      <dsp:spPr>
        <a:xfrm>
          <a:off x="246493" y="0"/>
          <a:ext cx="2386468" cy="2487868"/>
        </a:xfrm>
        <a:prstGeom prst="blockArc">
          <a:avLst>
            <a:gd name="adj1" fmla="val 17747832"/>
            <a:gd name="adj2" fmla="val 3872736"/>
            <a:gd name="adj3" fmla="val 558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82E76B-128B-4080-AA05-E1C6C8062F2D}">
      <dsp:nvSpPr>
        <dsp:cNvPr id="0" name=""/>
        <dsp:cNvSpPr/>
      </dsp:nvSpPr>
      <dsp:spPr>
        <a:xfrm>
          <a:off x="2146804" y="394327"/>
          <a:ext cx="634238" cy="634406"/>
        </a:xfrm>
        <a:prstGeom prst="ellipse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28C7D1-074C-430A-B1D4-D286B89FB657}">
      <dsp:nvSpPr>
        <dsp:cNvPr id="0" name=""/>
        <dsp:cNvSpPr/>
      </dsp:nvSpPr>
      <dsp:spPr>
        <a:xfrm>
          <a:off x="2833266" y="402537"/>
          <a:ext cx="848972" cy="614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Font typeface="Arial" panose="020B0604020202020204" pitchFamily="34" charset="0"/>
            <a:buNone/>
          </a:pPr>
          <a:r>
            <a:rPr lang="en-US" sz="900" b="0" i="0" u="none" strike="noStrike" kern="1200" dirty="0">
              <a:effectLst/>
              <a:latin typeface="Calibri" panose="020F0502020204030204" pitchFamily="34" charset="0"/>
              <a:cs typeface="Calibri" panose="020F0502020204030204" pitchFamily="34" charset="0"/>
            </a:rPr>
            <a:t>Inclusion of more fields into product portfolio as per students demand.</a:t>
          </a:r>
          <a:endParaRPr lang="en-IN" sz="9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833266" y="402537"/>
        <a:ext cx="848972" cy="614005"/>
      </dsp:txXfrm>
    </dsp:sp>
    <dsp:sp modelId="{FF38C094-6454-4AC6-9AC1-9B43E52C08E1}">
      <dsp:nvSpPr>
        <dsp:cNvPr id="0" name=""/>
        <dsp:cNvSpPr/>
      </dsp:nvSpPr>
      <dsp:spPr>
        <a:xfrm>
          <a:off x="2146804" y="1399176"/>
          <a:ext cx="634238" cy="634406"/>
        </a:xfrm>
        <a:prstGeom prst="ellipse">
          <a:avLst/>
        </a:prstGeom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00AB6C-F172-4796-AB92-F0D9EBE79FB0}">
      <dsp:nvSpPr>
        <dsp:cNvPr id="0" name=""/>
        <dsp:cNvSpPr/>
      </dsp:nvSpPr>
      <dsp:spPr>
        <a:xfrm>
          <a:off x="2833266" y="1407386"/>
          <a:ext cx="848972" cy="6140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Font typeface="Arial" panose="020B0604020202020204" pitchFamily="34" charset="0"/>
            <a:buNone/>
          </a:pPr>
          <a:r>
            <a:rPr lang="en-US" sz="900" b="0" i="0" u="none" strike="noStrike" kern="1200" dirty="0">
              <a:effectLst/>
              <a:latin typeface="Calibri" panose="020F0502020204030204" pitchFamily="34" charset="0"/>
              <a:cs typeface="Calibri" panose="020F0502020204030204" pitchFamily="34" charset="0"/>
            </a:rPr>
            <a:t>Once a sizeable community is built, Excursion and trips to be included as ECAs</a:t>
          </a:r>
          <a:endParaRPr lang="en-IN" sz="9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833266" y="1407386"/>
        <a:ext cx="848972" cy="614005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9FE70E-5CEB-4685-95E2-212715E17FF6}">
      <dsp:nvSpPr>
        <dsp:cNvPr id="0" name=""/>
        <dsp:cNvSpPr/>
      </dsp:nvSpPr>
      <dsp:spPr>
        <a:xfrm>
          <a:off x="881159" y="722998"/>
          <a:ext cx="1300293" cy="1300358"/>
        </a:xfrm>
        <a:prstGeom prst="ellipse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latin typeface="Lucida Bright" panose="02040602050505020304" pitchFamily="18" charset="0"/>
              <a:cs typeface="Calibri" panose="020F0502020204030204" pitchFamily="34" charset="0"/>
            </a:rPr>
            <a:t>Marketing Campaign Expansion</a:t>
          </a:r>
          <a:endParaRPr lang="en-IN" sz="1000" b="1" kern="1200" dirty="0">
            <a:latin typeface="Lucida Bright" panose="02040602050505020304" pitchFamily="18" charset="0"/>
            <a:cs typeface="Calibri" panose="020F0502020204030204" pitchFamily="34" charset="0"/>
          </a:endParaRPr>
        </a:p>
      </dsp:txBody>
      <dsp:txXfrm>
        <a:off x="1071583" y="913431"/>
        <a:ext cx="919445" cy="919492"/>
      </dsp:txXfrm>
    </dsp:sp>
    <dsp:sp modelId="{22576785-47AB-4892-87DE-5F7512015ADD}">
      <dsp:nvSpPr>
        <dsp:cNvPr id="0" name=""/>
        <dsp:cNvSpPr/>
      </dsp:nvSpPr>
      <dsp:spPr>
        <a:xfrm>
          <a:off x="210616" y="0"/>
          <a:ext cx="2621178" cy="2732419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699E33-9928-44A4-8E5D-F52186BA92BB}">
      <dsp:nvSpPr>
        <dsp:cNvPr id="0" name=""/>
        <dsp:cNvSpPr/>
      </dsp:nvSpPr>
      <dsp:spPr>
        <a:xfrm>
          <a:off x="2140661" y="230342"/>
          <a:ext cx="696572" cy="696766"/>
        </a:xfrm>
        <a:prstGeom prst="ellipse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16FE5A-FD1F-44E3-969D-95F72C82FAA7}">
      <dsp:nvSpPr>
        <dsp:cNvPr id="0" name=""/>
        <dsp:cNvSpPr/>
      </dsp:nvSpPr>
      <dsp:spPr>
        <a:xfrm>
          <a:off x="2890069" y="241545"/>
          <a:ext cx="932388" cy="674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>
              <a:latin typeface="Calibri" panose="020F0502020204030204" pitchFamily="34" charset="0"/>
              <a:cs typeface="Calibri" panose="020F0502020204030204" pitchFamily="34" charset="0"/>
            </a:rPr>
            <a:t>Advertisement to be expanded to 2 more Newspapers as per popularity</a:t>
          </a:r>
          <a:endParaRPr lang="en-IN" sz="9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890069" y="241545"/>
        <a:ext cx="932388" cy="674361"/>
      </dsp:txXfrm>
    </dsp:sp>
    <dsp:sp modelId="{0FBC87D5-DB14-4564-931E-460F42605C61}">
      <dsp:nvSpPr>
        <dsp:cNvPr id="0" name=""/>
        <dsp:cNvSpPr/>
      </dsp:nvSpPr>
      <dsp:spPr>
        <a:xfrm>
          <a:off x="2409888" y="1023017"/>
          <a:ext cx="696572" cy="696766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DDB7BA-BD36-40E2-AFB7-7B5B9095726A}">
      <dsp:nvSpPr>
        <dsp:cNvPr id="0" name=""/>
        <dsp:cNvSpPr/>
      </dsp:nvSpPr>
      <dsp:spPr>
        <a:xfrm>
          <a:off x="3163181" y="1032854"/>
          <a:ext cx="932388" cy="674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>
              <a:latin typeface="Calibri" panose="020F0502020204030204" pitchFamily="34" charset="0"/>
              <a:cs typeface="Calibri" panose="020F0502020204030204" pitchFamily="34" charset="0"/>
            </a:rPr>
            <a:t>4 more channels to be included as advertisement partners</a:t>
          </a:r>
          <a:endParaRPr lang="en-IN" sz="9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163181" y="1032854"/>
        <a:ext cx="932388" cy="674361"/>
      </dsp:txXfrm>
    </dsp:sp>
    <dsp:sp modelId="{F747B263-182C-4BC1-8052-0377C8D3DFEA}">
      <dsp:nvSpPr>
        <dsp:cNvPr id="0" name=""/>
        <dsp:cNvSpPr/>
      </dsp:nvSpPr>
      <dsp:spPr>
        <a:xfrm>
          <a:off x="2140661" y="1826895"/>
          <a:ext cx="696572" cy="696766"/>
        </a:xfrm>
        <a:prstGeom prst="ellipse">
          <a:avLst/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42076F-655F-4190-AC8B-27A768BA8F45}">
      <dsp:nvSpPr>
        <dsp:cNvPr id="0" name=""/>
        <dsp:cNvSpPr/>
      </dsp:nvSpPr>
      <dsp:spPr>
        <a:xfrm>
          <a:off x="2874171" y="1841103"/>
          <a:ext cx="1091771" cy="6743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Font typeface="Arial" panose="020B0604020202020204" pitchFamily="34" charset="0"/>
            <a:buNone/>
          </a:pPr>
          <a:r>
            <a:rPr lang="en-US" sz="900" kern="1200" dirty="0">
              <a:latin typeface="Calibri" panose="020F0502020204030204" pitchFamily="34" charset="0"/>
              <a:cs typeface="Calibri" panose="020F0502020204030204" pitchFamily="34" charset="0"/>
            </a:rPr>
            <a:t>3 more Digital Ad partners to be Selected.(JioSaavn, Instagram, Truecaller)</a:t>
          </a:r>
          <a:endParaRPr lang="en-IN" sz="9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2874171" y="1841103"/>
        <a:ext cx="1091771" cy="67436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73A6CC-C9EB-4235-A944-30E7667B9845}">
      <dsp:nvSpPr>
        <dsp:cNvPr id="0" name=""/>
        <dsp:cNvSpPr/>
      </dsp:nvSpPr>
      <dsp:spPr>
        <a:xfrm>
          <a:off x="1273620" y="886213"/>
          <a:ext cx="1593832" cy="1593910"/>
        </a:xfrm>
        <a:prstGeom prst="ellipse">
          <a:avLst/>
        </a:prstGeom>
        <a:solidFill>
          <a:srgbClr val="00206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>
              <a:latin typeface="Lucida Bright" panose="02040602050505020304" pitchFamily="18" charset="0"/>
              <a:cs typeface="Calibri" panose="020F0502020204030204" pitchFamily="34" charset="0"/>
            </a:rPr>
            <a:t>School/Society Campaign</a:t>
          </a:r>
          <a:endParaRPr lang="en-IN" sz="1000" b="1" kern="1200" dirty="0">
            <a:latin typeface="Lucida Bright" panose="02040602050505020304" pitchFamily="18" charset="0"/>
            <a:cs typeface="Calibri" panose="020F0502020204030204" pitchFamily="34" charset="0"/>
          </a:endParaRPr>
        </a:p>
      </dsp:txBody>
      <dsp:txXfrm>
        <a:off x="1507031" y="1119636"/>
        <a:ext cx="1127010" cy="1127064"/>
      </dsp:txXfrm>
    </dsp:sp>
    <dsp:sp modelId="{29B69C93-7886-4CDC-BDE3-4C780A20C798}">
      <dsp:nvSpPr>
        <dsp:cNvPr id="0" name=""/>
        <dsp:cNvSpPr/>
      </dsp:nvSpPr>
      <dsp:spPr>
        <a:xfrm>
          <a:off x="451704" y="0"/>
          <a:ext cx="3212902" cy="3349256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E64117-C16C-41CC-B934-F2ACF58C95F1}">
      <dsp:nvSpPr>
        <dsp:cNvPr id="0" name=""/>
        <dsp:cNvSpPr/>
      </dsp:nvSpPr>
      <dsp:spPr>
        <a:xfrm>
          <a:off x="2817452" y="282342"/>
          <a:ext cx="853821" cy="854060"/>
        </a:xfrm>
        <a:prstGeom prst="ellipse">
          <a:avLst/>
        </a:prstGeom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CEBA92-5109-4A67-B5AA-0A8739ABBDFA}">
      <dsp:nvSpPr>
        <dsp:cNvPr id="0" name=""/>
        <dsp:cNvSpPr/>
      </dsp:nvSpPr>
      <dsp:spPr>
        <a:xfrm>
          <a:off x="3736036" y="296074"/>
          <a:ext cx="1142873" cy="826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b="1" kern="1200" dirty="0">
              <a:latin typeface="Calibri" panose="020F0502020204030204" pitchFamily="34" charset="0"/>
              <a:cs typeface="Calibri" panose="020F0502020204030204" pitchFamily="34" charset="0"/>
            </a:rPr>
            <a:t>Target- </a:t>
          </a:r>
          <a:r>
            <a:rPr lang="en-US" sz="900" kern="1200" dirty="0">
              <a:latin typeface="Calibri" panose="020F0502020204030204" pitchFamily="34" charset="0"/>
              <a:cs typeface="Calibri" panose="020F0502020204030204" pitchFamily="34" charset="0"/>
            </a:rPr>
            <a:t>28,000 Schools in Maharashtra</a:t>
          </a:r>
        </a:p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>
              <a:latin typeface="Calibri" panose="020F0502020204030204" pitchFamily="34" charset="0"/>
              <a:cs typeface="Calibri" panose="020F0502020204030204" pitchFamily="34" charset="0"/>
            </a:rPr>
            <a:t>10 Schools to be Targeted Monthly</a:t>
          </a:r>
          <a:endParaRPr lang="en-IN" sz="9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736036" y="296074"/>
        <a:ext cx="1142873" cy="826596"/>
      </dsp:txXfrm>
    </dsp:sp>
    <dsp:sp modelId="{D7B70744-9BAB-43DF-97EB-78DB1CFC8246}">
      <dsp:nvSpPr>
        <dsp:cNvPr id="0" name=""/>
        <dsp:cNvSpPr/>
      </dsp:nvSpPr>
      <dsp:spPr>
        <a:xfrm>
          <a:off x="3147456" y="1253961"/>
          <a:ext cx="853821" cy="854060"/>
        </a:xfrm>
        <a:prstGeom prst="ellipse">
          <a:avLst/>
        </a:prstGeom>
        <a:blipFill dpi="0" rotWithShape="1"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94D726-C47D-4E2A-8BEC-A7F4AFFC6C4F}">
      <dsp:nvSpPr>
        <dsp:cNvPr id="0" name=""/>
        <dsp:cNvSpPr/>
      </dsp:nvSpPr>
      <dsp:spPr>
        <a:xfrm>
          <a:off x="4070803" y="1266018"/>
          <a:ext cx="1142873" cy="826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>
              <a:latin typeface="Calibri" panose="020F0502020204030204" pitchFamily="34" charset="0"/>
              <a:cs typeface="Calibri" panose="020F0502020204030204" pitchFamily="34" charset="0"/>
            </a:rPr>
            <a:t>Conducting of Workshops, Seminars, Quizzes for data acquisition and sales.</a:t>
          </a:r>
          <a:endParaRPr lang="en-IN" sz="9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4070803" y="1266018"/>
        <a:ext cx="1142873" cy="826596"/>
      </dsp:txXfrm>
    </dsp:sp>
    <dsp:sp modelId="{9CA6A4E9-9F8F-4872-84B6-79CEA4666B74}">
      <dsp:nvSpPr>
        <dsp:cNvPr id="0" name=""/>
        <dsp:cNvSpPr/>
      </dsp:nvSpPr>
      <dsp:spPr>
        <a:xfrm>
          <a:off x="2817452" y="2239312"/>
          <a:ext cx="853821" cy="854060"/>
        </a:xfrm>
        <a:prstGeom prst="ellipse">
          <a:avLst/>
        </a:prstGeom>
        <a:blipFill dpi="0" rotWithShape="1"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BC48D4-3AC3-4B97-9809-CFA542339C38}">
      <dsp:nvSpPr>
        <dsp:cNvPr id="0" name=""/>
        <dsp:cNvSpPr/>
      </dsp:nvSpPr>
      <dsp:spPr>
        <a:xfrm>
          <a:off x="3683213" y="2198197"/>
          <a:ext cx="1248520" cy="9436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US" sz="900" kern="1200" dirty="0">
              <a:latin typeface="Calibri" panose="020F0502020204030204" pitchFamily="34" charset="0"/>
              <a:cs typeface="Calibri" panose="020F0502020204030204" pitchFamily="34" charset="0"/>
            </a:rPr>
            <a:t>Target Eligible Societies and conduct workshops/activities for students and parents to create awareness and encourage them to Signup to XYZ.</a:t>
          </a:r>
          <a:endParaRPr lang="en-IN" sz="9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3683213" y="2198197"/>
        <a:ext cx="1248520" cy="9436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0.41727</cdr:x>
      <cdr:y>0.33708</cdr:y>
    </cdr:from>
    <cdr:to>
      <cdr:x>0.58273</cdr:x>
      <cdr:y>0.66292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D5647490-C26B-4B89-880D-875A0CE33CD2}"/>
            </a:ext>
          </a:extLst>
        </cdr:cNvPr>
        <cdr:cNvSpPr txBox="1"/>
      </cdr:nvSpPr>
      <cdr:spPr>
        <a:xfrm xmlns:a="http://schemas.openxmlformats.org/drawingml/2006/main">
          <a:off x="2305878" y="945959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IN" sz="11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8f4bd2034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8f4bd2034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8f6f6f201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8f6f6f201e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 chart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1528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a1249ffcf0_1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a1249ffcf0_1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a1249ffcf0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a1249ffcf0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icons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0477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a1249ffcf0_1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a1249ffcf0_1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5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3537625" y="711975"/>
            <a:ext cx="7035600" cy="32772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1255025"/>
            <a:ext cx="4322700" cy="3891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1034200" y="0"/>
            <a:ext cx="10867800" cy="5143500"/>
          </a:xfrm>
          <a:prstGeom prst="triangle">
            <a:avLst>
              <a:gd name="adj" fmla="val 4985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805750" y="2198675"/>
            <a:ext cx="4322700" cy="15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Julius Sans One"/>
              <a:buNone/>
              <a:defRPr sz="4000" b="1">
                <a:solidFill>
                  <a:schemeClr val="lt1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299250" y="4154375"/>
            <a:ext cx="3829200" cy="2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1400">
                <a:solidFill>
                  <a:schemeClr val="lt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Questrial"/>
              <a:buNone/>
              <a:defRPr sz="2800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accent5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713225" y="1424150"/>
            <a:ext cx="6075000" cy="3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508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713225" y="530584"/>
            <a:ext cx="57681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/>
          <p:nvPr/>
        </p:nvSpPr>
        <p:spPr>
          <a:xfrm flipH="1">
            <a:off x="5808550" y="1533900"/>
            <a:ext cx="4800600" cy="4800600"/>
          </a:xfrm>
          <a:prstGeom prst="rtTriangle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ítulo " type="titleOnly">
  <p:cSld name="TITLE_ONLY">
    <p:bg>
      <p:bgPr>
        <a:solidFill>
          <a:schemeClr val="accent5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892050" y="530725"/>
            <a:ext cx="7359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6"/>
          <p:cNvSpPr/>
          <p:nvPr/>
        </p:nvSpPr>
        <p:spPr>
          <a:xfrm flipH="1">
            <a:off x="7024500" y="2600625"/>
            <a:ext cx="3405900" cy="3302400"/>
          </a:xfrm>
          <a:prstGeom prst="rtTriangl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3" name="Google Shape;33;p6"/>
          <p:cNvSpPr/>
          <p:nvPr/>
        </p:nvSpPr>
        <p:spPr>
          <a:xfrm flipH="1">
            <a:off x="7128800" y="2600625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4" name="Google Shape;34;p6"/>
          <p:cNvSpPr/>
          <p:nvPr/>
        </p:nvSpPr>
        <p:spPr>
          <a:xfrm rot="10800000" flipH="1">
            <a:off x="-762425" y="-915550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5" name="Google Shape;35;p6"/>
          <p:cNvSpPr/>
          <p:nvPr/>
        </p:nvSpPr>
        <p:spPr>
          <a:xfrm rot="10800000" flipH="1">
            <a:off x="-1681400" y="-1522625"/>
            <a:ext cx="5364900" cy="25164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805050" y="1840500"/>
            <a:ext cx="7533900" cy="14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6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bg>
      <p:bgPr>
        <a:solidFill>
          <a:schemeClr val="accent5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/>
          <p:nvPr/>
        </p:nvSpPr>
        <p:spPr>
          <a:xfrm>
            <a:off x="-169300" y="-64500"/>
            <a:ext cx="4451100" cy="5272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0" name="Google Shape;60;p13"/>
          <p:cNvCxnSpPr/>
          <p:nvPr/>
        </p:nvCxnSpPr>
        <p:spPr>
          <a:xfrm rot="10800000">
            <a:off x="-1604675" y="1624350"/>
            <a:ext cx="4819800" cy="4419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" name="Google Shape;61;p13"/>
          <p:cNvSpPr txBox="1">
            <a:spLocks noGrp="1"/>
          </p:cNvSpPr>
          <p:nvPr>
            <p:ph type="title"/>
          </p:nvPr>
        </p:nvSpPr>
        <p:spPr>
          <a:xfrm>
            <a:off x="5690650" y="1883225"/>
            <a:ext cx="31938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2" hasCustomPrompt="1"/>
          </p:nvPr>
        </p:nvSpPr>
        <p:spPr>
          <a:xfrm>
            <a:off x="4810771" y="1164068"/>
            <a:ext cx="684600" cy="2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3" hasCustomPrompt="1"/>
          </p:nvPr>
        </p:nvSpPr>
        <p:spPr>
          <a:xfrm>
            <a:off x="4810771" y="2031990"/>
            <a:ext cx="684600" cy="2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4"/>
          </p:nvPr>
        </p:nvSpPr>
        <p:spPr>
          <a:xfrm>
            <a:off x="5690650" y="3628275"/>
            <a:ext cx="31938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5"/>
          </p:nvPr>
        </p:nvSpPr>
        <p:spPr>
          <a:xfrm>
            <a:off x="5690650" y="1044000"/>
            <a:ext cx="31938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6"/>
          </p:nvPr>
        </p:nvSpPr>
        <p:spPr>
          <a:xfrm>
            <a:off x="5690650" y="2760350"/>
            <a:ext cx="3193800" cy="32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7" hasCustomPrompt="1"/>
          </p:nvPr>
        </p:nvSpPr>
        <p:spPr>
          <a:xfrm>
            <a:off x="4810771" y="2880418"/>
            <a:ext cx="684600" cy="2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8" hasCustomPrompt="1"/>
          </p:nvPr>
        </p:nvSpPr>
        <p:spPr>
          <a:xfrm>
            <a:off x="4810771" y="3748340"/>
            <a:ext cx="684600" cy="2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"/>
          </p:nvPr>
        </p:nvSpPr>
        <p:spPr>
          <a:xfrm>
            <a:off x="5690650" y="1319545"/>
            <a:ext cx="2454000" cy="2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9"/>
          </p:nvPr>
        </p:nvSpPr>
        <p:spPr>
          <a:xfrm>
            <a:off x="5690650" y="3045420"/>
            <a:ext cx="2454000" cy="2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3"/>
          </p:nvPr>
        </p:nvSpPr>
        <p:spPr>
          <a:xfrm>
            <a:off x="5690650" y="2162698"/>
            <a:ext cx="2454000" cy="2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4"/>
          </p:nvPr>
        </p:nvSpPr>
        <p:spPr>
          <a:xfrm>
            <a:off x="5690650" y="3907748"/>
            <a:ext cx="2454000" cy="23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15"/>
          </p:nvPr>
        </p:nvSpPr>
        <p:spPr>
          <a:xfrm>
            <a:off x="713225" y="2198800"/>
            <a:ext cx="34164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sz="3000" b="1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_1_3">
    <p:bg>
      <p:bgPr>
        <a:solidFill>
          <a:schemeClr val="accent5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1383600" y="2307450"/>
            <a:ext cx="63768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title" idx="2"/>
          </p:nvPr>
        </p:nvSpPr>
        <p:spPr>
          <a:xfrm>
            <a:off x="1120875" y="899475"/>
            <a:ext cx="1959300" cy="33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subTitle" idx="1"/>
          </p:nvPr>
        </p:nvSpPr>
        <p:spPr>
          <a:xfrm>
            <a:off x="734175" y="1166874"/>
            <a:ext cx="2732700" cy="8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title" idx="3"/>
          </p:nvPr>
        </p:nvSpPr>
        <p:spPr>
          <a:xfrm>
            <a:off x="1120875" y="3477975"/>
            <a:ext cx="1959300" cy="33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18"/>
          <p:cNvSpPr txBox="1">
            <a:spLocks noGrp="1"/>
          </p:cNvSpPr>
          <p:nvPr>
            <p:ph type="subTitle" idx="4"/>
          </p:nvPr>
        </p:nvSpPr>
        <p:spPr>
          <a:xfrm>
            <a:off x="734175" y="3747815"/>
            <a:ext cx="2732700" cy="8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04" name="Google Shape;104;p18"/>
          <p:cNvSpPr txBox="1">
            <a:spLocks noGrp="1"/>
          </p:cNvSpPr>
          <p:nvPr>
            <p:ph type="title" idx="5"/>
          </p:nvPr>
        </p:nvSpPr>
        <p:spPr>
          <a:xfrm>
            <a:off x="6063846" y="899475"/>
            <a:ext cx="1959300" cy="33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8"/>
          <p:cNvSpPr txBox="1">
            <a:spLocks noGrp="1"/>
          </p:cNvSpPr>
          <p:nvPr>
            <p:ph type="subTitle" idx="6"/>
          </p:nvPr>
        </p:nvSpPr>
        <p:spPr>
          <a:xfrm>
            <a:off x="5677150" y="1166874"/>
            <a:ext cx="2732700" cy="8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title" idx="7"/>
          </p:nvPr>
        </p:nvSpPr>
        <p:spPr>
          <a:xfrm>
            <a:off x="6063846" y="3478125"/>
            <a:ext cx="1959300" cy="33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ubTitle" idx="8"/>
          </p:nvPr>
        </p:nvSpPr>
        <p:spPr>
          <a:xfrm>
            <a:off x="5677150" y="3746088"/>
            <a:ext cx="2732700" cy="8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31">
    <p:bg>
      <p:bgPr>
        <a:solidFill>
          <a:schemeClr val="accent5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>
            <a:spLocks noGrp="1"/>
          </p:cNvSpPr>
          <p:nvPr>
            <p:ph type="title"/>
          </p:nvPr>
        </p:nvSpPr>
        <p:spPr>
          <a:xfrm>
            <a:off x="956375" y="3553059"/>
            <a:ext cx="1658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2"/>
          <p:cNvSpPr txBox="1">
            <a:spLocks noGrp="1"/>
          </p:cNvSpPr>
          <p:nvPr>
            <p:ph type="subTitle" idx="1"/>
          </p:nvPr>
        </p:nvSpPr>
        <p:spPr>
          <a:xfrm>
            <a:off x="713225" y="3828005"/>
            <a:ext cx="21450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35" name="Google Shape;135;p22"/>
          <p:cNvSpPr txBox="1">
            <a:spLocks noGrp="1"/>
          </p:cNvSpPr>
          <p:nvPr>
            <p:ph type="title" idx="2"/>
          </p:nvPr>
        </p:nvSpPr>
        <p:spPr>
          <a:xfrm>
            <a:off x="6528925" y="3553059"/>
            <a:ext cx="1658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22"/>
          <p:cNvSpPr txBox="1">
            <a:spLocks noGrp="1"/>
          </p:cNvSpPr>
          <p:nvPr>
            <p:ph type="subTitle" idx="3"/>
          </p:nvPr>
        </p:nvSpPr>
        <p:spPr>
          <a:xfrm>
            <a:off x="6305275" y="3828005"/>
            <a:ext cx="21450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title" idx="4"/>
          </p:nvPr>
        </p:nvSpPr>
        <p:spPr>
          <a:xfrm>
            <a:off x="3752400" y="3553059"/>
            <a:ext cx="1658700" cy="3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22"/>
          <p:cNvSpPr txBox="1">
            <a:spLocks noGrp="1"/>
          </p:cNvSpPr>
          <p:nvPr>
            <p:ph type="subTitle" idx="5"/>
          </p:nvPr>
        </p:nvSpPr>
        <p:spPr>
          <a:xfrm>
            <a:off x="3509250" y="3828005"/>
            <a:ext cx="2145000" cy="73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None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  <p:sp>
        <p:nvSpPr>
          <p:cNvPr id="139" name="Google Shape;139;p22"/>
          <p:cNvSpPr txBox="1">
            <a:spLocks noGrp="1"/>
          </p:cNvSpPr>
          <p:nvPr>
            <p:ph type="title" idx="6"/>
          </p:nvPr>
        </p:nvSpPr>
        <p:spPr>
          <a:xfrm>
            <a:off x="1687950" y="530725"/>
            <a:ext cx="57681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4">
    <p:bg>
      <p:bgPr>
        <a:solidFill>
          <a:schemeClr val="accent5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>
            <a:spLocks noGrp="1"/>
          </p:cNvSpPr>
          <p:nvPr>
            <p:ph type="title"/>
          </p:nvPr>
        </p:nvSpPr>
        <p:spPr>
          <a:xfrm>
            <a:off x="4260300" y="530725"/>
            <a:ext cx="51954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25"/>
          <p:cNvSpPr/>
          <p:nvPr/>
        </p:nvSpPr>
        <p:spPr>
          <a:xfrm rot="10800000">
            <a:off x="6907925" y="-808550"/>
            <a:ext cx="3405900" cy="3302400"/>
          </a:xfrm>
          <a:prstGeom prst="rtTriangle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69" name="Google Shape;169;p25"/>
          <p:cNvSpPr/>
          <p:nvPr/>
        </p:nvSpPr>
        <p:spPr>
          <a:xfrm rot="10800000">
            <a:off x="6967925" y="-903800"/>
            <a:ext cx="3405900" cy="3302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2">
    <p:bg>
      <p:bgPr>
        <a:solidFill>
          <a:schemeClr val="accent5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>
            <a:spLocks noGrp="1"/>
          </p:cNvSpPr>
          <p:nvPr>
            <p:ph type="title"/>
          </p:nvPr>
        </p:nvSpPr>
        <p:spPr>
          <a:xfrm>
            <a:off x="713225" y="530725"/>
            <a:ext cx="7359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26"/>
          <p:cNvSpPr/>
          <p:nvPr/>
        </p:nvSpPr>
        <p:spPr>
          <a:xfrm>
            <a:off x="-1776650" y="2701175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73" name="Google Shape;173;p26"/>
          <p:cNvSpPr/>
          <p:nvPr/>
        </p:nvSpPr>
        <p:spPr>
          <a:xfrm rot="10800000">
            <a:off x="6494725" y="-1182250"/>
            <a:ext cx="3405900" cy="33024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74" name="Google Shape;174;p26"/>
          <p:cNvSpPr/>
          <p:nvPr/>
        </p:nvSpPr>
        <p:spPr>
          <a:xfrm rot="10800000">
            <a:off x="5454700" y="-1789325"/>
            <a:ext cx="5364900" cy="25164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3">
    <p:bg>
      <p:bgPr>
        <a:solidFill>
          <a:schemeClr val="accent5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>
            <a:spLocks noGrp="1"/>
          </p:cNvSpPr>
          <p:nvPr>
            <p:ph type="title"/>
          </p:nvPr>
        </p:nvSpPr>
        <p:spPr>
          <a:xfrm>
            <a:off x="716550" y="530725"/>
            <a:ext cx="7710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30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28"/>
          <p:cNvSpPr/>
          <p:nvPr/>
        </p:nvSpPr>
        <p:spPr>
          <a:xfrm>
            <a:off x="-1681400" y="2482100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82" name="Google Shape;182;p28"/>
          <p:cNvSpPr/>
          <p:nvPr/>
        </p:nvSpPr>
        <p:spPr>
          <a:xfrm rot="10800000">
            <a:off x="6494725" y="-1182250"/>
            <a:ext cx="3405900" cy="33024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183" name="Google Shape;183;p28"/>
          <p:cNvSpPr/>
          <p:nvPr/>
        </p:nvSpPr>
        <p:spPr>
          <a:xfrm rot="10800000">
            <a:off x="5454700" y="-1789325"/>
            <a:ext cx="5364900" cy="2516400"/>
          </a:xfrm>
          <a:prstGeom prst="triangle">
            <a:avLst>
              <a:gd name="adj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11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700"/>
              <a:buFont typeface="Julius Sans One"/>
              <a:buNone/>
              <a:defRPr sz="27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●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○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■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●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○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■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●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Questrial"/>
              <a:buChar char="○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hlink"/>
              </a:buClr>
              <a:buSzPts val="1400"/>
              <a:buFont typeface="Questrial"/>
              <a:buChar char="■"/>
              <a:defRPr>
                <a:solidFill>
                  <a:schemeClr val="hlink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4" r:id="rId4"/>
    <p:sldLayoutId id="2147483658" r:id="rId5"/>
    <p:sldLayoutId id="2147483659" r:id="rId6"/>
    <p:sldLayoutId id="2147483664" r:id="rId7"/>
    <p:sldLayoutId id="2147483668" r:id="rId8"/>
    <p:sldLayoutId id="2147483671" r:id="rId9"/>
    <p:sldLayoutId id="2147483672" r:id="rId10"/>
    <p:sldLayoutId id="214748367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guptaakash1778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chart" Target="../charts/chart3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12" Type="http://schemas.openxmlformats.org/officeDocument/2006/relationships/image" Target="../media/image19.png"/><Relationship Id="rId17" Type="http://schemas.openxmlformats.org/officeDocument/2006/relationships/image" Target="../media/image24.jpe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jpeg"/><Relationship Id="rId5" Type="http://schemas.openxmlformats.org/officeDocument/2006/relationships/image" Target="../media/image12.jpe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jpe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image" Target="../media/image32.png"/><Relationship Id="rId18" Type="http://schemas.openxmlformats.org/officeDocument/2006/relationships/diagramQuickStyle" Target="../diagrams/quickStyle6.xml"/><Relationship Id="rId26" Type="http://schemas.openxmlformats.org/officeDocument/2006/relationships/diagramData" Target="../diagrams/data7.xml"/><Relationship Id="rId39" Type="http://schemas.openxmlformats.org/officeDocument/2006/relationships/image" Target="../media/image48.png"/><Relationship Id="rId3" Type="http://schemas.openxmlformats.org/officeDocument/2006/relationships/diagramLayout" Target="../diagrams/layout4.xml"/><Relationship Id="rId21" Type="http://schemas.openxmlformats.org/officeDocument/2006/relationships/image" Target="../media/image35.png"/><Relationship Id="rId34" Type="http://schemas.openxmlformats.org/officeDocument/2006/relationships/image" Target="../media/image43.png"/><Relationship Id="rId7" Type="http://schemas.openxmlformats.org/officeDocument/2006/relationships/diagramData" Target="../diagrams/data5.xml"/><Relationship Id="rId12" Type="http://schemas.openxmlformats.org/officeDocument/2006/relationships/image" Target="../media/image31.png"/><Relationship Id="rId17" Type="http://schemas.openxmlformats.org/officeDocument/2006/relationships/diagramLayout" Target="../diagrams/layout6.xml"/><Relationship Id="rId25" Type="http://schemas.openxmlformats.org/officeDocument/2006/relationships/image" Target="../media/image39.png"/><Relationship Id="rId33" Type="http://schemas.openxmlformats.org/officeDocument/2006/relationships/image" Target="../media/image42.png"/><Relationship Id="rId38" Type="http://schemas.openxmlformats.org/officeDocument/2006/relationships/image" Target="../media/image47.png"/><Relationship Id="rId2" Type="http://schemas.openxmlformats.org/officeDocument/2006/relationships/diagramData" Target="../diagrams/data4.xml"/><Relationship Id="rId16" Type="http://schemas.openxmlformats.org/officeDocument/2006/relationships/diagramData" Target="../diagrams/data6.xml"/><Relationship Id="rId20" Type="http://schemas.microsoft.com/office/2007/relationships/diagramDrawing" Target="../diagrams/drawing6.xml"/><Relationship Id="rId29" Type="http://schemas.openxmlformats.org/officeDocument/2006/relationships/diagramColors" Target="../diagrams/colors7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24" Type="http://schemas.openxmlformats.org/officeDocument/2006/relationships/image" Target="../media/image38.png"/><Relationship Id="rId32" Type="http://schemas.openxmlformats.org/officeDocument/2006/relationships/image" Target="../media/image41.png"/><Relationship Id="rId37" Type="http://schemas.openxmlformats.org/officeDocument/2006/relationships/image" Target="../media/image46.png"/><Relationship Id="rId40" Type="http://schemas.openxmlformats.org/officeDocument/2006/relationships/image" Target="../media/image49.png"/><Relationship Id="rId5" Type="http://schemas.openxmlformats.org/officeDocument/2006/relationships/diagramColors" Target="../diagrams/colors4.xml"/><Relationship Id="rId15" Type="http://schemas.openxmlformats.org/officeDocument/2006/relationships/image" Target="../media/image34.png"/><Relationship Id="rId23" Type="http://schemas.openxmlformats.org/officeDocument/2006/relationships/image" Target="../media/image37.png"/><Relationship Id="rId28" Type="http://schemas.openxmlformats.org/officeDocument/2006/relationships/diagramQuickStyle" Target="../diagrams/quickStyle7.xml"/><Relationship Id="rId36" Type="http://schemas.openxmlformats.org/officeDocument/2006/relationships/image" Target="../media/image45.png"/><Relationship Id="rId10" Type="http://schemas.openxmlformats.org/officeDocument/2006/relationships/diagramColors" Target="../diagrams/colors5.xml"/><Relationship Id="rId19" Type="http://schemas.openxmlformats.org/officeDocument/2006/relationships/diagramColors" Target="../diagrams/colors6.xml"/><Relationship Id="rId31" Type="http://schemas.openxmlformats.org/officeDocument/2006/relationships/image" Target="../media/image40.png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Relationship Id="rId14" Type="http://schemas.openxmlformats.org/officeDocument/2006/relationships/image" Target="../media/image33.png"/><Relationship Id="rId22" Type="http://schemas.openxmlformats.org/officeDocument/2006/relationships/image" Target="../media/image36.png"/><Relationship Id="rId27" Type="http://schemas.openxmlformats.org/officeDocument/2006/relationships/diagramLayout" Target="../diagrams/layout7.xml"/><Relationship Id="rId30" Type="http://schemas.microsoft.com/office/2007/relationships/diagramDrawing" Target="../diagrams/drawing7.xml"/><Relationship Id="rId35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5" Type="http://schemas.openxmlformats.org/officeDocument/2006/relationships/image" Target="../media/image1.png"/><Relationship Id="rId4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8.png"/><Relationship Id="rId7" Type="http://schemas.openxmlformats.org/officeDocument/2006/relationships/image" Target="../media/image6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jpeg"/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4.png"/><Relationship Id="rId11" Type="http://schemas.openxmlformats.org/officeDocument/2006/relationships/image" Target="../media/image69.jpe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hyperlink" Target="https://www.freepngimg.com/png/75505-television-emperors-kronk-kuzco-the-groove-chanel" TargetMode="External"/><Relationship Id="rId9" Type="http://schemas.openxmlformats.org/officeDocument/2006/relationships/image" Target="../media/image6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3" Type="http://schemas.openxmlformats.org/officeDocument/2006/relationships/diagramLayout" Target="../diagrams/layout12.xml"/><Relationship Id="rId7" Type="http://schemas.openxmlformats.org/officeDocument/2006/relationships/image" Target="../media/image81.jpeg"/><Relationship Id="rId12" Type="http://schemas.openxmlformats.org/officeDocument/2006/relationships/image" Target="../media/image86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2.xml"/><Relationship Id="rId11" Type="http://schemas.openxmlformats.org/officeDocument/2006/relationships/image" Target="../media/image85.png"/><Relationship Id="rId5" Type="http://schemas.openxmlformats.org/officeDocument/2006/relationships/diagramColors" Target="../diagrams/colors12.xml"/><Relationship Id="rId15" Type="http://schemas.openxmlformats.org/officeDocument/2006/relationships/image" Target="../media/image89.png"/><Relationship Id="rId10" Type="http://schemas.openxmlformats.org/officeDocument/2006/relationships/image" Target="../media/image84.png"/><Relationship Id="rId4" Type="http://schemas.openxmlformats.org/officeDocument/2006/relationships/diagramQuickStyle" Target="../diagrams/quickStyle12.xml"/><Relationship Id="rId9" Type="http://schemas.openxmlformats.org/officeDocument/2006/relationships/image" Target="../media/image83.jpeg"/><Relationship Id="rId14" Type="http://schemas.openxmlformats.org/officeDocument/2006/relationships/image" Target="../media/image8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5.xml"/><Relationship Id="rId13" Type="http://schemas.openxmlformats.org/officeDocument/2006/relationships/diagramLayout" Target="../diagrams/layout16.xml"/><Relationship Id="rId18" Type="http://schemas.openxmlformats.org/officeDocument/2006/relationships/image" Target="../media/image99.png"/><Relationship Id="rId3" Type="http://schemas.openxmlformats.org/officeDocument/2006/relationships/diagramLayout" Target="../diagrams/layout14.xml"/><Relationship Id="rId7" Type="http://schemas.openxmlformats.org/officeDocument/2006/relationships/diagramData" Target="../diagrams/data15.xml"/><Relationship Id="rId12" Type="http://schemas.openxmlformats.org/officeDocument/2006/relationships/diagramData" Target="../diagrams/data16.xml"/><Relationship Id="rId17" Type="http://schemas.openxmlformats.org/officeDocument/2006/relationships/image" Target="../media/image98.png"/><Relationship Id="rId2" Type="http://schemas.openxmlformats.org/officeDocument/2006/relationships/diagramData" Target="../diagrams/data14.xml"/><Relationship Id="rId16" Type="http://schemas.microsoft.com/office/2007/relationships/diagramDrawing" Target="../diagrams/drawing16.xml"/><Relationship Id="rId20" Type="http://schemas.openxmlformats.org/officeDocument/2006/relationships/image" Target="../media/image101.png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4.xml"/><Relationship Id="rId11" Type="http://schemas.microsoft.com/office/2007/relationships/diagramDrawing" Target="../diagrams/drawing15.xml"/><Relationship Id="rId5" Type="http://schemas.openxmlformats.org/officeDocument/2006/relationships/diagramColors" Target="../diagrams/colors14.xml"/><Relationship Id="rId15" Type="http://schemas.openxmlformats.org/officeDocument/2006/relationships/diagramColors" Target="../diagrams/colors16.xml"/><Relationship Id="rId10" Type="http://schemas.openxmlformats.org/officeDocument/2006/relationships/diagramColors" Target="../diagrams/colors15.xml"/><Relationship Id="rId19" Type="http://schemas.openxmlformats.org/officeDocument/2006/relationships/image" Target="../media/image100.png"/><Relationship Id="rId4" Type="http://schemas.openxmlformats.org/officeDocument/2006/relationships/diagramQuickStyle" Target="../diagrams/quickStyle14.xml"/><Relationship Id="rId9" Type="http://schemas.openxmlformats.org/officeDocument/2006/relationships/diagramQuickStyle" Target="../diagrams/quickStyle15.xml"/><Relationship Id="rId14" Type="http://schemas.openxmlformats.org/officeDocument/2006/relationships/diagramQuickStyle" Target="../diagrams/quickStyle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>
            <a:spLocks noGrp="1"/>
          </p:cNvSpPr>
          <p:nvPr>
            <p:ph type="ctrTitle"/>
          </p:nvPr>
        </p:nvSpPr>
        <p:spPr>
          <a:xfrm>
            <a:off x="3805750" y="2198675"/>
            <a:ext cx="4322700" cy="150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LEARNOUS CASE STUDY CHALLENGE</a:t>
            </a:r>
            <a:br>
              <a:rPr lang="en" dirty="0"/>
            </a:br>
            <a:r>
              <a:rPr lang="en" dirty="0"/>
              <a:t>2021</a:t>
            </a:r>
            <a:endParaRPr dirty="0"/>
          </a:p>
        </p:txBody>
      </p:sp>
      <p:cxnSp>
        <p:nvCxnSpPr>
          <p:cNvPr id="228" name="Google Shape;228;p36"/>
          <p:cNvCxnSpPr/>
          <p:nvPr/>
        </p:nvCxnSpPr>
        <p:spPr>
          <a:xfrm>
            <a:off x="7402150" y="4016555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9B21F1D-B8C3-46AF-995A-0B3C10D73BA2}"/>
              </a:ext>
            </a:extLst>
          </p:cNvPr>
          <p:cNvSpPr txBox="1"/>
          <p:nvPr/>
        </p:nvSpPr>
        <p:spPr>
          <a:xfrm>
            <a:off x="-2272248" y="46301"/>
            <a:ext cx="85257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cap="none" spc="0" dirty="0">
                <a:ln w="0"/>
                <a:solidFill>
                  <a:schemeClr val="tx1"/>
                </a:solidFill>
                <a:latin typeface="Julius Sans One" panose="020B0604020202020204" charset="0"/>
              </a:rPr>
              <a:t>THE</a:t>
            </a:r>
            <a:r>
              <a:rPr lang="en-US" sz="1400" b="1" cap="none" spc="0" dirty="0">
                <a:ln w="0"/>
                <a:solidFill>
                  <a:schemeClr val="tx1"/>
                </a:solidFill>
                <a:latin typeface="Julius Sans One" panose="020B0604020202020204" charset="0"/>
              </a:rPr>
              <a:t>   </a:t>
            </a:r>
            <a:r>
              <a:rPr lang="en-US" sz="3600" b="1" cap="none" spc="0" dirty="0">
                <a:ln w="0"/>
                <a:solidFill>
                  <a:schemeClr val="tx1"/>
                </a:solidFill>
                <a:latin typeface="Julius Sans One" panose="020B0604020202020204" charset="0"/>
              </a:rPr>
              <a:t>ASPIRANTS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0D195D-2958-4553-ADA7-6C048753EF7C}"/>
              </a:ext>
            </a:extLst>
          </p:cNvPr>
          <p:cNvSpPr txBox="1"/>
          <p:nvPr/>
        </p:nvSpPr>
        <p:spPr>
          <a:xfrm>
            <a:off x="139465" y="2571750"/>
            <a:ext cx="43227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Julius Sans One" panose="020B0604020202020204" charset="0"/>
              </a:rPr>
              <a:t>AKASH GUPTA</a:t>
            </a:r>
          </a:p>
          <a:p>
            <a:r>
              <a:rPr lang="en-US" sz="1200" b="1" dirty="0">
                <a:latin typeface="Julius Sans One" panose="020B0604020202020204" charset="0"/>
              </a:rPr>
              <a:t>8918843383</a:t>
            </a:r>
          </a:p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guptaakash1778@gmail.com</a:t>
            </a:r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Julius Sans One" panose="020B0604020202020204" charset="0"/>
              </a:rPr>
              <a:t>DEVESH SINHA </a:t>
            </a:r>
          </a:p>
          <a:p>
            <a:r>
              <a:rPr lang="en-IN" sz="1200" b="1" dirty="0">
                <a:latin typeface="Julius Sans One" panose="020B0604020202020204" charset="0"/>
              </a:rPr>
              <a:t>9475398602</a:t>
            </a:r>
          </a:p>
          <a:p>
            <a:r>
              <a:rPr lang="en-IN" sz="1200" b="1" u="sng" dirty="0">
                <a:latin typeface="Calibri" panose="020F0502020204030204" pitchFamily="34" charset="0"/>
                <a:cs typeface="Calibri" panose="020F0502020204030204" pitchFamily="34" charset="0"/>
              </a:rPr>
              <a:t>deveshsinha01@gmail.com</a:t>
            </a:r>
          </a:p>
        </p:txBody>
      </p:sp>
      <p:cxnSp>
        <p:nvCxnSpPr>
          <p:cNvPr id="9" name="Google Shape;235;p37">
            <a:extLst>
              <a:ext uri="{FF2B5EF4-FFF2-40B4-BE49-F238E27FC236}">
                <a16:creationId xmlns:a16="http://schemas.microsoft.com/office/drawing/2014/main" id="{F7C4AD3A-9745-41D1-A369-32ADD826572D}"/>
              </a:ext>
            </a:extLst>
          </p:cNvPr>
          <p:cNvCxnSpPr>
            <a:cxnSpLocks/>
          </p:cNvCxnSpPr>
          <p:nvPr/>
        </p:nvCxnSpPr>
        <p:spPr>
          <a:xfrm>
            <a:off x="598420" y="792647"/>
            <a:ext cx="2508337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84087C94-7A30-4F50-9D66-A455BEB8D8B8}"/>
              </a:ext>
            </a:extLst>
          </p:cNvPr>
          <p:cNvSpPr txBox="1"/>
          <p:nvPr/>
        </p:nvSpPr>
        <p:spPr>
          <a:xfrm>
            <a:off x="0" y="0"/>
            <a:ext cx="2817628" cy="522058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00A9FF-C274-49D6-B57B-E0B93987DA0E}"/>
              </a:ext>
            </a:extLst>
          </p:cNvPr>
          <p:cNvSpPr txBox="1"/>
          <p:nvPr/>
        </p:nvSpPr>
        <p:spPr>
          <a:xfrm>
            <a:off x="3051545" y="1069649"/>
            <a:ext cx="272193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01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Introduction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02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 Mission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03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Market Research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04 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Competitors</a:t>
            </a:r>
          </a:p>
          <a:p>
            <a:endParaRPr lang="en-IN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05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Business Value Proposition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06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Program Plan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9C5DB1-C8E4-4376-A3CC-3B86AA2AE2D4}"/>
              </a:ext>
            </a:extLst>
          </p:cNvPr>
          <p:cNvSpPr txBox="1"/>
          <p:nvPr/>
        </p:nvSpPr>
        <p:spPr>
          <a:xfrm>
            <a:off x="6007396" y="1095871"/>
            <a:ext cx="299838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07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Operations/Delivery Framework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08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Go To Market Strategy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09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Team Structure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10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Revenue Stream Analysis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Cost –Benefit Analysis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12</a:t>
            </a:r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 Ramp Up plan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12588F-EAEB-484F-BB89-451B7150CE04}"/>
              </a:ext>
            </a:extLst>
          </p:cNvPr>
          <p:cNvSpPr txBox="1"/>
          <p:nvPr/>
        </p:nvSpPr>
        <p:spPr>
          <a:xfrm>
            <a:off x="-467833" y="2250033"/>
            <a:ext cx="3753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b="1" dirty="0">
                <a:solidFill>
                  <a:schemeClr val="bg1"/>
                </a:solidFill>
                <a:latin typeface="Julius Sans One" panose="020B0604020202020204" charset="0"/>
              </a:rPr>
              <a:t>CONTENTS</a:t>
            </a:r>
          </a:p>
        </p:txBody>
      </p:sp>
      <p:cxnSp>
        <p:nvCxnSpPr>
          <p:cNvPr id="17" name="Google Shape;253;p38">
            <a:extLst>
              <a:ext uri="{FF2B5EF4-FFF2-40B4-BE49-F238E27FC236}">
                <a16:creationId xmlns:a16="http://schemas.microsoft.com/office/drawing/2014/main" id="{1306B101-D7F4-4B5A-904B-9D40B344498C}"/>
              </a:ext>
            </a:extLst>
          </p:cNvPr>
          <p:cNvCxnSpPr/>
          <p:nvPr/>
        </p:nvCxnSpPr>
        <p:spPr>
          <a:xfrm>
            <a:off x="840715" y="2730066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74F6416-C62B-423B-8AC3-A6AE85F6EA59}"/>
              </a:ext>
            </a:extLst>
          </p:cNvPr>
          <p:cNvCxnSpPr/>
          <p:nvPr/>
        </p:nvCxnSpPr>
        <p:spPr>
          <a:xfrm>
            <a:off x="0" y="3391786"/>
            <a:ext cx="2264735" cy="18288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5BA6B33-946C-4676-87D2-2F5FCA877A27}"/>
              </a:ext>
            </a:extLst>
          </p:cNvPr>
          <p:cNvCxnSpPr>
            <a:cxnSpLocks/>
          </p:cNvCxnSpPr>
          <p:nvPr/>
        </p:nvCxnSpPr>
        <p:spPr>
          <a:xfrm>
            <a:off x="5794744" y="1035145"/>
            <a:ext cx="0" cy="3073210"/>
          </a:xfrm>
          <a:prstGeom prst="line">
            <a:avLst/>
          </a:prstGeom>
          <a:ln>
            <a:solidFill>
              <a:schemeClr val="bg1">
                <a:lumMod val="9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313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747EB3-5085-4E43-B9BD-4391DF776729}"/>
              </a:ext>
            </a:extLst>
          </p:cNvPr>
          <p:cNvSpPr/>
          <p:nvPr/>
        </p:nvSpPr>
        <p:spPr>
          <a:xfrm>
            <a:off x="0" y="0"/>
            <a:ext cx="9144000" cy="99822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4" name="Google Shape;234;p37"/>
          <p:cNvSpPr txBox="1">
            <a:spLocks noGrp="1"/>
          </p:cNvSpPr>
          <p:nvPr>
            <p:ph type="body" idx="1"/>
          </p:nvPr>
        </p:nvSpPr>
        <p:spPr>
          <a:xfrm>
            <a:off x="138237" y="1122101"/>
            <a:ext cx="6708301" cy="3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60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XYZ is a holistic life-skill educating platform for students, making them future ready</a:t>
            </a:r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i="0" u="none" strike="noStrike" baseline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and giving them an edge beyond academics.</a:t>
            </a:r>
          </a:p>
          <a:p>
            <a:endParaRPr lang="en-US" sz="1600" i="0" u="none" strike="noStrike" baseline="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en-US" sz="1600" i="0" dirty="0"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offer extracurricular courses online designed by Domain experts along with engaging celebrity Videos, for children between 8 and 18 years of age.</a:t>
            </a:r>
          </a:p>
          <a:p>
            <a:pPr marL="139700" indent="0">
              <a:buNone/>
            </a:pPr>
            <a:endParaRPr lang="en-US" sz="1600" i="0" dirty="0"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are working together on a vision to make our children future-ready and help them realize their true potential.</a:t>
            </a:r>
          </a:p>
          <a:p>
            <a:pPr marL="139700" indent="0">
              <a:buNone/>
            </a:pP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sz="1600" u="none" dirty="0">
              <a:solidFill>
                <a:schemeClr val="dk1"/>
              </a:solidFill>
              <a:latin typeface="Calibri" panose="020F0502020204030204" pitchFamily="34" charset="0"/>
              <a:cs typeface="Calibri" panose="020F0502020204030204" pitchFamily="34" charset="0"/>
              <a:sym typeface="Didact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B6DFF6-5A20-4E49-9F49-8CAEEB175D73}"/>
              </a:ext>
            </a:extLst>
          </p:cNvPr>
          <p:cNvSpPr txBox="1"/>
          <p:nvPr/>
        </p:nvSpPr>
        <p:spPr>
          <a:xfrm>
            <a:off x="1585581" y="277857"/>
            <a:ext cx="5741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Julius Sans One" panose="020B0604020202020204" charset="0"/>
              </a:rPr>
              <a:t>Educate yourself for Life</a:t>
            </a:r>
            <a:endParaRPr lang="en-IN" sz="2400" dirty="0">
              <a:solidFill>
                <a:schemeClr val="bg1"/>
              </a:solidFill>
              <a:latin typeface="Julius Sans One" panose="020B060402020202020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794439-D789-47CB-A613-1C02747C9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67" y="190522"/>
            <a:ext cx="947614" cy="6030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30809D-2FD8-42C3-A2E9-97F28A42A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4734" y="1188688"/>
            <a:ext cx="915230" cy="9152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E0D7D4-31F8-4F68-B740-B558EA5663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8748" y="2260657"/>
            <a:ext cx="915230" cy="9152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5F441CE4-F0C3-4C05-BBA9-BEC21E495026}"/>
              </a:ext>
            </a:extLst>
          </p:cNvPr>
          <p:cNvSpPr/>
          <p:nvPr/>
        </p:nvSpPr>
        <p:spPr>
          <a:xfrm rot="10800000">
            <a:off x="0" y="0"/>
            <a:ext cx="9144000" cy="2179674"/>
          </a:xfrm>
          <a:prstGeom prst="triangl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C37DAB-D88C-46F9-8AE1-2D08A864604D}"/>
              </a:ext>
            </a:extLst>
          </p:cNvPr>
          <p:cNvSpPr/>
          <p:nvPr/>
        </p:nvSpPr>
        <p:spPr>
          <a:xfrm>
            <a:off x="2424225" y="264225"/>
            <a:ext cx="408022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Julius Sans One" panose="020B0604020202020204" charset="0"/>
              </a:rPr>
              <a:t>MISSION</a:t>
            </a:r>
          </a:p>
        </p:txBody>
      </p:sp>
      <p:sp>
        <p:nvSpPr>
          <p:cNvPr id="12" name="Google Shape;311;p44">
            <a:extLst>
              <a:ext uri="{FF2B5EF4-FFF2-40B4-BE49-F238E27FC236}">
                <a16:creationId xmlns:a16="http://schemas.microsoft.com/office/drawing/2014/main" id="{F97ACE05-BA16-40C0-B0F7-9382B5DD82CB}"/>
              </a:ext>
            </a:extLst>
          </p:cNvPr>
          <p:cNvSpPr txBox="1">
            <a:spLocks/>
          </p:cNvSpPr>
          <p:nvPr/>
        </p:nvSpPr>
        <p:spPr>
          <a:xfrm>
            <a:off x="247944" y="2571750"/>
            <a:ext cx="3250848" cy="47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b="1" dirty="0">
                <a:latin typeface="Julius Sans One" panose="020B0604020202020204" charset="0"/>
              </a:rPr>
              <a:t>SHORT-TERM</a:t>
            </a:r>
          </a:p>
        </p:txBody>
      </p:sp>
      <p:sp>
        <p:nvSpPr>
          <p:cNvPr id="13" name="Google Shape;312;p44">
            <a:extLst>
              <a:ext uri="{FF2B5EF4-FFF2-40B4-BE49-F238E27FC236}">
                <a16:creationId xmlns:a16="http://schemas.microsoft.com/office/drawing/2014/main" id="{B9D8D06E-EFB8-4FD1-9BEE-0C8019188E96}"/>
              </a:ext>
            </a:extLst>
          </p:cNvPr>
          <p:cNvSpPr txBox="1">
            <a:spLocks/>
          </p:cNvSpPr>
          <p:nvPr/>
        </p:nvSpPr>
        <p:spPr>
          <a:xfrm>
            <a:off x="5134848" y="2600173"/>
            <a:ext cx="3158640" cy="41955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b="1" dirty="0">
                <a:latin typeface="Julius Sans One" panose="020B0604020202020204" charset="0"/>
              </a:rPr>
              <a:t>LONG-TERM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4A8FBC-27F4-44E2-8EF3-1BC4921A7EAE}"/>
              </a:ext>
            </a:extLst>
          </p:cNvPr>
          <p:cNvSpPr txBox="1"/>
          <p:nvPr/>
        </p:nvSpPr>
        <p:spPr>
          <a:xfrm>
            <a:off x="4731490" y="3301424"/>
            <a:ext cx="447630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ea typeface="Didact Gothic"/>
                <a:cs typeface="Calibri" panose="020F0502020204030204" pitchFamily="34" charset="0"/>
                <a:sym typeface="Didact Gothic"/>
              </a:rPr>
              <a:t>Increase Brand penetration through School and Society Campaigns,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ea typeface="Didact Gothic"/>
                <a:cs typeface="Calibri" panose="020F0502020204030204" pitchFamily="34" charset="0"/>
                <a:sym typeface="Didact Gothic"/>
              </a:rPr>
              <a:t>Build a strong XYZ community for word of mouth promotions 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ea typeface="Didact Gothic"/>
                <a:cs typeface="Calibri" panose="020F0502020204030204" pitchFamily="34" charset="0"/>
                <a:sym typeface="Didact Gothic"/>
              </a:rPr>
              <a:t>Boost revenues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ea typeface="Didact Gothic"/>
                <a:cs typeface="Calibri" panose="020F0502020204030204" pitchFamily="34" charset="0"/>
                <a:sym typeface="Didact Gothic"/>
              </a:rPr>
              <a:t>Establish XYZ as an integral part of a student's education.</a:t>
            </a:r>
          </a:p>
        </p:txBody>
      </p:sp>
      <p:cxnSp>
        <p:nvCxnSpPr>
          <p:cNvPr id="18" name="Google Shape;313;p44">
            <a:extLst>
              <a:ext uri="{FF2B5EF4-FFF2-40B4-BE49-F238E27FC236}">
                <a16:creationId xmlns:a16="http://schemas.microsoft.com/office/drawing/2014/main" id="{19E1E406-ACCE-4BA2-BC06-A7C476070698}"/>
              </a:ext>
            </a:extLst>
          </p:cNvPr>
          <p:cNvCxnSpPr/>
          <p:nvPr/>
        </p:nvCxnSpPr>
        <p:spPr>
          <a:xfrm>
            <a:off x="1619672" y="3140636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75CA92F-C649-48D9-A69F-8FE97D4BAD9E}"/>
              </a:ext>
            </a:extLst>
          </p:cNvPr>
          <p:cNvSpPr txBox="1"/>
          <p:nvPr/>
        </p:nvSpPr>
        <p:spPr>
          <a:xfrm>
            <a:off x="106328" y="3301423"/>
            <a:ext cx="463579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ea typeface="Didact Gothic"/>
                <a:cs typeface="Calibri" panose="020F0502020204030204" pitchFamily="34" charset="0"/>
                <a:sym typeface="Didact Gothic"/>
              </a:rPr>
              <a:t>Create awareness, Gain attention 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ea typeface="Didact Gothic"/>
                <a:cs typeface="Calibri" panose="020F0502020204030204" pitchFamily="34" charset="0"/>
                <a:sym typeface="Didact Gothic"/>
              </a:rPr>
              <a:t>Educate parents about the role of extracurriculars in a child's holistic development 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ea typeface="Didact Gothic"/>
                <a:cs typeface="Calibri" panose="020F0502020204030204" pitchFamily="34" charset="0"/>
                <a:sym typeface="Didact Gothic"/>
              </a:rPr>
              <a:t>Facilitate app downloads and Website </a:t>
            </a:r>
            <a:r>
              <a:rPr lang="en-IN" sz="1200" dirty="0" err="1">
                <a:latin typeface="Calibri" panose="020F0502020204030204" pitchFamily="34" charset="0"/>
                <a:ea typeface="Didact Gothic"/>
                <a:cs typeface="Calibri" panose="020F0502020204030204" pitchFamily="34" charset="0"/>
                <a:sym typeface="Didact Gothic"/>
              </a:rPr>
              <a:t>SignUps</a:t>
            </a:r>
            <a:r>
              <a:rPr lang="en-IN" sz="1200" dirty="0">
                <a:latin typeface="Calibri" panose="020F0502020204030204" pitchFamily="34" charset="0"/>
                <a:ea typeface="Didact Gothic"/>
                <a:cs typeface="Calibri" panose="020F0502020204030204" pitchFamily="34" charset="0"/>
                <a:sym typeface="Didact Gothic"/>
              </a:rPr>
              <a:t> for data acquisition.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200" dirty="0">
                <a:latin typeface="Calibri" panose="020F0502020204030204" pitchFamily="34" charset="0"/>
                <a:ea typeface="Didact Gothic"/>
                <a:cs typeface="Calibri" panose="020F0502020204030204" pitchFamily="34" charset="0"/>
                <a:sym typeface="Didact Gothic"/>
              </a:rPr>
              <a:t>Pitch for Direct Sales, Upselling and Cross Selling.</a:t>
            </a:r>
          </a:p>
        </p:txBody>
      </p:sp>
      <p:cxnSp>
        <p:nvCxnSpPr>
          <p:cNvPr id="21" name="Google Shape;313;p44">
            <a:extLst>
              <a:ext uri="{FF2B5EF4-FFF2-40B4-BE49-F238E27FC236}">
                <a16:creationId xmlns:a16="http://schemas.microsoft.com/office/drawing/2014/main" id="{3AE51E5E-876F-4949-B0DC-CEA5B3733970}"/>
              </a:ext>
            </a:extLst>
          </p:cNvPr>
          <p:cNvCxnSpPr/>
          <p:nvPr/>
        </p:nvCxnSpPr>
        <p:spPr>
          <a:xfrm>
            <a:off x="6180897" y="3140636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2D19B42-F914-4CC9-A2F1-86C3AAE8C568}"/>
              </a:ext>
            </a:extLst>
          </p:cNvPr>
          <p:cNvCxnSpPr>
            <a:cxnSpLocks/>
          </p:cNvCxnSpPr>
          <p:nvPr/>
        </p:nvCxnSpPr>
        <p:spPr>
          <a:xfrm>
            <a:off x="4572000" y="2934615"/>
            <a:ext cx="0" cy="1541720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5" name="Google Shape;253;p38">
            <a:extLst>
              <a:ext uri="{FF2B5EF4-FFF2-40B4-BE49-F238E27FC236}">
                <a16:creationId xmlns:a16="http://schemas.microsoft.com/office/drawing/2014/main" id="{729324F7-AA92-46B9-9CB0-FD07A358AF51}"/>
              </a:ext>
            </a:extLst>
          </p:cNvPr>
          <p:cNvCxnSpPr>
            <a:cxnSpLocks/>
          </p:cNvCxnSpPr>
          <p:nvPr/>
        </p:nvCxnSpPr>
        <p:spPr>
          <a:xfrm>
            <a:off x="3956799" y="1337201"/>
            <a:ext cx="891647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19352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E173B-AAAE-45E2-B4B0-10CE97693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550" y="1"/>
            <a:ext cx="7710900" cy="596348"/>
          </a:xfrm>
        </p:spPr>
        <p:txBody>
          <a:bodyPr/>
          <a:lstStyle/>
          <a:p>
            <a:r>
              <a:rPr lang="en-US" sz="2400" dirty="0"/>
              <a:t>Market research: primary</a:t>
            </a:r>
            <a:endParaRPr lang="en-IN" sz="2400" dirty="0"/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72FE9CC8-0BEC-4DF2-A195-74E85B470D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5910578"/>
              </p:ext>
            </p:extLst>
          </p:nvPr>
        </p:nvGraphicFramePr>
        <p:xfrm>
          <a:off x="332221" y="1619480"/>
          <a:ext cx="4460393" cy="3718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C89CE0CA-45D1-4094-8993-D723A465DD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1051617"/>
              </p:ext>
            </p:extLst>
          </p:nvPr>
        </p:nvGraphicFramePr>
        <p:xfrm>
          <a:off x="4683607" y="1756551"/>
          <a:ext cx="4460393" cy="33869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CE67B5F-A681-4DD7-B9C8-FD628D1D2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41" y="755689"/>
            <a:ext cx="426761" cy="4267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F9556C-B22F-4B31-825A-25FB194F783D}"/>
              </a:ext>
            </a:extLst>
          </p:cNvPr>
          <p:cNvSpPr txBox="1"/>
          <p:nvPr/>
        </p:nvSpPr>
        <p:spPr>
          <a:xfrm>
            <a:off x="545602" y="709886"/>
            <a:ext cx="4460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Target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: Parents having children in the age group 8-18 years</a:t>
            </a:r>
          </a:p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Sample Size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: 97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4F1968-B394-4825-92B8-CB7A27D32875}"/>
              </a:ext>
            </a:extLst>
          </p:cNvPr>
          <p:cNvSpPr txBox="1"/>
          <p:nvPr/>
        </p:nvSpPr>
        <p:spPr>
          <a:xfrm>
            <a:off x="5219373" y="646948"/>
            <a:ext cx="373272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cs typeface="Calibri" panose="020F0502020204030204" pitchFamily="34" charset="0"/>
              </a:rPr>
              <a:t>Key Findings</a:t>
            </a:r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b="1" dirty="0">
                <a:latin typeface="Calibri" panose="020F0502020204030204" pitchFamily="34" charset="0"/>
                <a:cs typeface="Calibri" panose="020F0502020204030204" pitchFamily="34" charset="0"/>
              </a:rPr>
              <a:t>100% </a:t>
            </a:r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Parents acknowledged extracurricular activities as vital.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b="1" dirty="0">
                <a:latin typeface="Calibri" panose="020F0502020204030204" pitchFamily="34" charset="0"/>
                <a:cs typeface="Calibri" panose="020F0502020204030204" pitchFamily="34" charset="0"/>
              </a:rPr>
              <a:t>77% </a:t>
            </a:r>
            <a:r>
              <a:rPr lang="en-GB" sz="1200" dirty="0">
                <a:latin typeface="Calibri" panose="020F0502020204030204" pitchFamily="34" charset="0"/>
                <a:cs typeface="Calibri" panose="020F0502020204030204" pitchFamily="34" charset="0"/>
              </a:rPr>
              <a:t>of the respondents stated the need of a dedicated extracurricular platform.</a:t>
            </a:r>
            <a:endParaRPr lang="en-IN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1" name="Google Shape;253;p38">
            <a:extLst>
              <a:ext uri="{FF2B5EF4-FFF2-40B4-BE49-F238E27FC236}">
                <a16:creationId xmlns:a16="http://schemas.microsoft.com/office/drawing/2014/main" id="{1A06C72F-2257-43F5-B1D9-18082A4EFECA}"/>
              </a:ext>
            </a:extLst>
          </p:cNvPr>
          <p:cNvCxnSpPr/>
          <p:nvPr/>
        </p:nvCxnSpPr>
        <p:spPr>
          <a:xfrm>
            <a:off x="2735617" y="471608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2AD7FB-3FB6-48C6-B269-224157BC906B}"/>
              </a:ext>
            </a:extLst>
          </p:cNvPr>
          <p:cNvCxnSpPr>
            <a:cxnSpLocks/>
          </p:cNvCxnSpPr>
          <p:nvPr/>
        </p:nvCxnSpPr>
        <p:spPr>
          <a:xfrm>
            <a:off x="4902783" y="2302526"/>
            <a:ext cx="0" cy="2203373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9645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9E0AABA-3CC2-432D-AA75-0EF2FDC67D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4614912"/>
              </p:ext>
            </p:extLst>
          </p:nvPr>
        </p:nvGraphicFramePr>
        <p:xfrm>
          <a:off x="-314761" y="612985"/>
          <a:ext cx="4493356" cy="830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BBB2CF1B-C7F7-4569-8498-EFF6944F3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1143264"/>
              </p:ext>
            </p:extLst>
          </p:nvPr>
        </p:nvGraphicFramePr>
        <p:xfrm>
          <a:off x="-314762" y="3595955"/>
          <a:ext cx="4581962" cy="934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E9184327-772F-41C3-A91D-F32F1FA231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531748"/>
              </p:ext>
            </p:extLst>
          </p:nvPr>
        </p:nvGraphicFramePr>
        <p:xfrm>
          <a:off x="-314760" y="2052688"/>
          <a:ext cx="4493355" cy="934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A69CCC5-AEB7-459E-A063-EEC16E8D9AAB}"/>
              </a:ext>
            </a:extLst>
          </p:cNvPr>
          <p:cNvSpPr txBox="1"/>
          <p:nvPr/>
        </p:nvSpPr>
        <p:spPr>
          <a:xfrm>
            <a:off x="4572000" y="539679"/>
            <a:ext cx="4708926" cy="312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Huge Markets for ECAs </a:t>
            </a:r>
            <a:r>
              <a:rPr lang="en-IN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across the </a:t>
            </a:r>
            <a:r>
              <a:rPr lang="en-IN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world.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2F690A-502A-484B-B54F-F01CFC387BB9}"/>
              </a:ext>
            </a:extLst>
          </p:cNvPr>
          <p:cNvSpPr txBox="1"/>
          <p:nvPr/>
        </p:nvSpPr>
        <p:spPr>
          <a:xfrm>
            <a:off x="4571999" y="852329"/>
            <a:ext cx="4215945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Percentage of students in 8-18 years involved in ECAs in some form-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Russia: 80% - 94%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Sweden: 75%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Australia  up to 91%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United States: 83%</a:t>
            </a:r>
          </a:p>
          <a:p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3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    India: 72%</a:t>
            </a:r>
          </a:p>
          <a:p>
            <a:pPr lvl="3"/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3"/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No dedicated ECAs platforms in India, which brings in huge market opportunities for new entrants.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6298D47-D635-4FBE-A8AE-D0805A77C835}"/>
              </a:ext>
            </a:extLst>
          </p:cNvPr>
          <p:cNvSpPr txBox="1">
            <a:spLocks/>
          </p:cNvSpPr>
          <p:nvPr/>
        </p:nvSpPr>
        <p:spPr>
          <a:xfrm>
            <a:off x="716550" y="1"/>
            <a:ext cx="7710900" cy="59634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b="1" dirty="0">
                <a:latin typeface="Julius Sans One" panose="020B0604020202020204" charset="0"/>
                <a:cs typeface="Calibri" panose="020F0502020204030204" pitchFamily="34" charset="0"/>
              </a:rPr>
              <a:t>Market research: secondary</a:t>
            </a:r>
            <a:endParaRPr lang="en-IN" sz="2400" b="1" dirty="0">
              <a:latin typeface="Julius Sans One" panose="020B0604020202020204" charset="0"/>
              <a:cs typeface="Calibri" panose="020F0502020204030204" pitchFamily="34" charset="0"/>
            </a:endParaRPr>
          </a:p>
        </p:txBody>
      </p:sp>
      <p:cxnSp>
        <p:nvCxnSpPr>
          <p:cNvPr id="10" name="Google Shape;253;p38">
            <a:extLst>
              <a:ext uri="{FF2B5EF4-FFF2-40B4-BE49-F238E27FC236}">
                <a16:creationId xmlns:a16="http://schemas.microsoft.com/office/drawing/2014/main" id="{F9982F13-B912-4900-8C06-81ADBB217A66}"/>
              </a:ext>
            </a:extLst>
          </p:cNvPr>
          <p:cNvCxnSpPr/>
          <p:nvPr/>
        </p:nvCxnSpPr>
        <p:spPr>
          <a:xfrm>
            <a:off x="2437906" y="439710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447211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789D2-8A5D-4627-AF92-6BD91BB6F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111" y="27050"/>
            <a:ext cx="6257677" cy="707472"/>
          </a:xfrm>
        </p:spPr>
        <p:txBody>
          <a:bodyPr/>
          <a:lstStyle/>
          <a:p>
            <a:r>
              <a:rPr lang="en-US" sz="2400" dirty="0"/>
              <a:t>India-</a:t>
            </a:r>
            <a:r>
              <a:rPr lang="en-US" sz="2000" dirty="0"/>
              <a:t> </a:t>
            </a:r>
            <a:r>
              <a:rPr lang="en-US" sz="2400" dirty="0">
                <a:solidFill>
                  <a:schemeClr val="tx1"/>
                </a:solidFill>
              </a:rPr>
              <a:t>an untapped market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320841-AC6A-4A04-B578-083705440E93}"/>
              </a:ext>
            </a:extLst>
          </p:cNvPr>
          <p:cNvSpPr txBox="1"/>
          <p:nvPr/>
        </p:nvSpPr>
        <p:spPr>
          <a:xfrm>
            <a:off x="151076" y="646737"/>
            <a:ext cx="4007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“The market size for co-curricular and extra-curricular learning is estimated to be $10 billion in India alone and around $200 billion globally.”  </a:t>
            </a:r>
            <a:r>
              <a:rPr lang="en-IN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(Source: Live Mint)</a:t>
            </a:r>
            <a:endParaRPr lang="en-IN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257747-9370-44BD-B3AA-FB0ABBF550B5}"/>
              </a:ext>
            </a:extLst>
          </p:cNvPr>
          <p:cNvSpPr txBox="1"/>
          <p:nvPr/>
        </p:nvSpPr>
        <p:spPr>
          <a:xfrm>
            <a:off x="4416949" y="4339488"/>
            <a:ext cx="4678584" cy="478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Share of 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Private</a:t>
            </a:r>
            <a:r>
              <a:rPr lang="en-IN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Schools on rise as parents believe text book education is not enough. Private Schools emphasizes more on ECAs.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C0DBE53-BECC-45FB-B4E3-E65423808663}"/>
              </a:ext>
            </a:extLst>
          </p:cNvPr>
          <p:cNvPicPr/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79000"/>
                    </a14:imgEffect>
                    <a14:imgEffect>
                      <a14:saturation sat="99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949" y="1554669"/>
            <a:ext cx="4444779" cy="278481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764A9-4CD6-4D4A-AA20-53D7E14DCCD6}"/>
              </a:ext>
            </a:extLst>
          </p:cNvPr>
          <p:cNvGrpSpPr/>
          <p:nvPr/>
        </p:nvGrpSpPr>
        <p:grpSpPr>
          <a:xfrm>
            <a:off x="4985470" y="682931"/>
            <a:ext cx="3791305" cy="461664"/>
            <a:chOff x="132108" y="1217183"/>
            <a:chExt cx="3791305" cy="46166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1338293-4408-4CB0-B6B0-6B09A5D35A8D}"/>
                </a:ext>
              </a:extLst>
            </p:cNvPr>
            <p:cNvSpPr txBox="1"/>
            <p:nvPr/>
          </p:nvSpPr>
          <p:spPr>
            <a:xfrm>
              <a:off x="480498" y="1345615"/>
              <a:ext cx="34429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25 Crore students (8-18yrs)</a:t>
              </a:r>
              <a:endParaRPr lang="en-IN" sz="12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0DECC878-4C40-43A4-8BD1-7916065165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2108" y="1217183"/>
              <a:ext cx="461664" cy="461664"/>
            </a:xfrm>
            <a:prstGeom prst="rect">
              <a:avLst/>
            </a:prstGeom>
          </p:spPr>
        </p:pic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C373436-6EDD-4B64-8A78-ABF7BDDE553B}"/>
              </a:ext>
            </a:extLst>
          </p:cNvPr>
          <p:cNvCxnSpPr/>
          <p:nvPr/>
        </p:nvCxnSpPr>
        <p:spPr>
          <a:xfrm>
            <a:off x="4264858" y="1421685"/>
            <a:ext cx="0" cy="327226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F9EEF763-A859-42A5-8139-1A73D206C4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01816"/>
              </p:ext>
            </p:extLst>
          </p:nvPr>
        </p:nvGraphicFramePr>
        <p:xfrm>
          <a:off x="0" y="1554669"/>
          <a:ext cx="4007456" cy="2942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F772E91-D84D-43B7-B25D-3EDD8AC62920}"/>
              </a:ext>
            </a:extLst>
          </p:cNvPr>
          <p:cNvSpPr txBox="1"/>
          <p:nvPr/>
        </p:nvSpPr>
        <p:spPr>
          <a:xfrm>
            <a:off x="2448695" y="4093267"/>
            <a:ext cx="24304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* Figures are in millions</a:t>
            </a:r>
            <a:endParaRPr lang="en-IN" sz="1000" dirty="0"/>
          </a:p>
        </p:txBody>
      </p:sp>
      <p:cxnSp>
        <p:nvCxnSpPr>
          <p:cNvPr id="16" name="Google Shape;253;p38">
            <a:extLst>
              <a:ext uri="{FF2B5EF4-FFF2-40B4-BE49-F238E27FC236}">
                <a16:creationId xmlns:a16="http://schemas.microsoft.com/office/drawing/2014/main" id="{88C1A8FC-B734-4447-B3DD-4286979F0187}"/>
              </a:ext>
            </a:extLst>
          </p:cNvPr>
          <p:cNvCxnSpPr/>
          <p:nvPr/>
        </p:nvCxnSpPr>
        <p:spPr>
          <a:xfrm>
            <a:off x="1597934" y="514138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09287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8"/>
          <p:cNvSpPr txBox="1">
            <a:spLocks noGrp="1"/>
          </p:cNvSpPr>
          <p:nvPr>
            <p:ph type="title"/>
          </p:nvPr>
        </p:nvSpPr>
        <p:spPr>
          <a:xfrm>
            <a:off x="1383600" y="2307450"/>
            <a:ext cx="63768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Competitors</a:t>
            </a:r>
            <a:endParaRPr sz="3200" b="1" dirty="0"/>
          </a:p>
        </p:txBody>
      </p:sp>
      <p:sp>
        <p:nvSpPr>
          <p:cNvPr id="343" name="Google Shape;343;p48"/>
          <p:cNvSpPr txBox="1">
            <a:spLocks noGrp="1"/>
          </p:cNvSpPr>
          <p:nvPr>
            <p:ph type="title" idx="2"/>
          </p:nvPr>
        </p:nvSpPr>
        <p:spPr>
          <a:xfrm>
            <a:off x="653142" y="521646"/>
            <a:ext cx="3104349" cy="33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 dirty="0"/>
              <a:t>Direct Competitors</a:t>
            </a:r>
            <a:endParaRPr sz="2000" u="sng" dirty="0"/>
          </a:p>
        </p:txBody>
      </p:sp>
      <p:sp>
        <p:nvSpPr>
          <p:cNvPr id="345" name="Google Shape;345;p48"/>
          <p:cNvSpPr txBox="1">
            <a:spLocks noGrp="1"/>
          </p:cNvSpPr>
          <p:nvPr>
            <p:ph type="title" idx="3"/>
          </p:nvPr>
        </p:nvSpPr>
        <p:spPr>
          <a:xfrm>
            <a:off x="921118" y="2919067"/>
            <a:ext cx="2858693" cy="38501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/>
              <a:t>Partial Competitors</a:t>
            </a:r>
            <a:endParaRPr u="sng" dirty="0"/>
          </a:p>
        </p:txBody>
      </p:sp>
      <p:sp>
        <p:nvSpPr>
          <p:cNvPr id="347" name="Google Shape;347;p48"/>
          <p:cNvSpPr txBox="1">
            <a:spLocks noGrp="1"/>
          </p:cNvSpPr>
          <p:nvPr>
            <p:ph type="title" idx="5"/>
          </p:nvPr>
        </p:nvSpPr>
        <p:spPr>
          <a:xfrm>
            <a:off x="5255879" y="521646"/>
            <a:ext cx="3666665" cy="33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/>
              <a:t>Potential competitors</a:t>
            </a:r>
            <a:endParaRPr u="sng" dirty="0"/>
          </a:p>
        </p:txBody>
      </p:sp>
      <p:sp>
        <p:nvSpPr>
          <p:cNvPr id="351" name="Google Shape;351;p48"/>
          <p:cNvSpPr/>
          <p:nvPr/>
        </p:nvSpPr>
        <p:spPr>
          <a:xfrm rot="10800000">
            <a:off x="1787567" y="190206"/>
            <a:ext cx="835500" cy="259800"/>
          </a:xfrm>
          <a:prstGeom prst="triangle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48"/>
          <p:cNvSpPr/>
          <p:nvPr/>
        </p:nvSpPr>
        <p:spPr>
          <a:xfrm rot="10800000">
            <a:off x="1790459" y="2642081"/>
            <a:ext cx="835500" cy="2598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48"/>
          <p:cNvSpPr/>
          <p:nvPr/>
        </p:nvSpPr>
        <p:spPr>
          <a:xfrm rot="10800000">
            <a:off x="6625746" y="190206"/>
            <a:ext cx="835500" cy="259800"/>
          </a:xfrm>
          <a:prstGeom prst="triangl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55" name="Google Shape;355;p48"/>
          <p:cNvCxnSpPr/>
          <p:nvPr/>
        </p:nvCxnSpPr>
        <p:spPr>
          <a:xfrm>
            <a:off x="-22525" y="2564950"/>
            <a:ext cx="2858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7" name="Google Shape;357;p48"/>
          <p:cNvCxnSpPr>
            <a:cxnSpLocks/>
          </p:cNvCxnSpPr>
          <p:nvPr/>
        </p:nvCxnSpPr>
        <p:spPr>
          <a:xfrm>
            <a:off x="4572000" y="3179625"/>
            <a:ext cx="0" cy="189598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8" name="Google Shape;358;p48"/>
          <p:cNvCxnSpPr>
            <a:cxnSpLocks/>
          </p:cNvCxnSpPr>
          <p:nvPr/>
        </p:nvCxnSpPr>
        <p:spPr>
          <a:xfrm>
            <a:off x="4572000" y="190205"/>
            <a:ext cx="0" cy="2017295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" name="Picture 20" descr="Ed-tech Start-up Bambinos.live makes all its live extracurricular classes  free for the children of Frontline Workers | educationtoday.org.in">
            <a:extLst>
              <a:ext uri="{FF2B5EF4-FFF2-40B4-BE49-F238E27FC236}">
                <a16:creationId xmlns:a16="http://schemas.microsoft.com/office/drawing/2014/main" id="{E7A45DFE-5F01-4C6F-AD3A-841EA176316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710" y="4341408"/>
            <a:ext cx="1157585" cy="742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21" descr="Logo, company name&#10;&#10;Description automatically generated">
            <a:extLst>
              <a:ext uri="{FF2B5EF4-FFF2-40B4-BE49-F238E27FC236}">
                <a16:creationId xmlns:a16="http://schemas.microsoft.com/office/drawing/2014/main" id="{DAEECE39-C600-40D6-B312-FE780CCEB8D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06" y="3436689"/>
            <a:ext cx="1709915" cy="966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DDF2A51-E78F-493C-9D48-FFFE525D5FE1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514" y="3402452"/>
            <a:ext cx="1209899" cy="93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Picture 31" descr="A picture containing text&#10;&#10;Description automatically generated">
            <a:extLst>
              <a:ext uri="{FF2B5EF4-FFF2-40B4-BE49-F238E27FC236}">
                <a16:creationId xmlns:a16="http://schemas.microsoft.com/office/drawing/2014/main" id="{EA6BC58F-B645-4D71-A6BA-1B55F58037D0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401" y="900794"/>
            <a:ext cx="1489957" cy="6080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Picture 3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EEED718-3EFC-48D7-8477-50B89E0398A8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5746" y="854560"/>
            <a:ext cx="1587036" cy="86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Picture 3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89620C1-290B-46E1-A101-52E9899EE61C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746" y="4402951"/>
            <a:ext cx="1289637" cy="672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6E0E45E-B2DE-45F8-AE47-41D310CDBAF3}"/>
              </a:ext>
            </a:extLst>
          </p:cNvPr>
          <p:cNvPicPr/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589" y="1489675"/>
            <a:ext cx="1785164" cy="1022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Picture 3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4866FCB-417F-4C26-8BD5-D5E9C6803BD8}"/>
              </a:ext>
            </a:extLst>
          </p:cNvPr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0499" y="2652333"/>
            <a:ext cx="1622552" cy="551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Picture 36" descr="Logo&#10;&#10;Description automatically generated">
            <a:extLst>
              <a:ext uri="{FF2B5EF4-FFF2-40B4-BE49-F238E27FC236}">
                <a16:creationId xmlns:a16="http://schemas.microsoft.com/office/drawing/2014/main" id="{3D0CCA22-FE2A-4252-9937-8029E52F748F}"/>
              </a:ext>
            </a:extLst>
          </p:cNvPr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289" y="3070081"/>
            <a:ext cx="959750" cy="933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Picture 37" descr="Logo, company name&#10;&#10;Description automatically generated">
            <a:extLst>
              <a:ext uri="{FF2B5EF4-FFF2-40B4-BE49-F238E27FC236}">
                <a16:creationId xmlns:a16="http://schemas.microsoft.com/office/drawing/2014/main" id="{F59C188E-7BAE-4FB7-BB73-4CE6D83733D4}"/>
              </a:ext>
            </a:extLst>
          </p:cNvPr>
          <p:cNvPicPr/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483" y="3159788"/>
            <a:ext cx="1653718" cy="929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Picture 38" descr="Logo&#10;&#10;Description automatically generated">
            <a:extLst>
              <a:ext uri="{FF2B5EF4-FFF2-40B4-BE49-F238E27FC236}">
                <a16:creationId xmlns:a16="http://schemas.microsoft.com/office/drawing/2014/main" id="{791ECBC2-F5C1-489F-864E-70725F25067C}"/>
              </a:ext>
            </a:extLst>
          </p:cNvPr>
          <p:cNvPicPr/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638" y="4200368"/>
            <a:ext cx="1714116" cy="843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Picture 39" descr="Blue text on a white background&#10;&#10;Description automatically generated">
            <a:extLst>
              <a:ext uri="{FF2B5EF4-FFF2-40B4-BE49-F238E27FC236}">
                <a16:creationId xmlns:a16="http://schemas.microsoft.com/office/drawing/2014/main" id="{64940B4C-7D48-4829-A118-04A788294B05}"/>
              </a:ext>
            </a:extLst>
          </p:cNvPr>
          <p:cNvPicPr/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732" y="4385536"/>
            <a:ext cx="1416915" cy="47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Picture 41" descr="A picture containing logo&#10;&#10;Description automatically generated">
            <a:extLst>
              <a:ext uri="{FF2B5EF4-FFF2-40B4-BE49-F238E27FC236}">
                <a16:creationId xmlns:a16="http://schemas.microsoft.com/office/drawing/2014/main" id="{3FAD15BF-5BD8-4661-BFB3-AB44A918A81C}"/>
              </a:ext>
            </a:extLst>
          </p:cNvPr>
          <p:cNvPicPr/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6644" y="3304086"/>
            <a:ext cx="1335899" cy="72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Picture 42" descr="Logo, company name&#10;&#10;Description automatically generated">
            <a:extLst>
              <a:ext uri="{FF2B5EF4-FFF2-40B4-BE49-F238E27FC236}">
                <a16:creationId xmlns:a16="http://schemas.microsoft.com/office/drawing/2014/main" id="{C8E00FDD-2927-4E44-A1F7-68F5EDAE90A1}"/>
              </a:ext>
            </a:extLst>
          </p:cNvPr>
          <p:cNvPicPr/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6647" y="2445889"/>
            <a:ext cx="1099740" cy="974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Picture 43" descr="Logo, company name&#10;&#10;Description automatically generated">
            <a:extLst>
              <a:ext uri="{FF2B5EF4-FFF2-40B4-BE49-F238E27FC236}">
                <a16:creationId xmlns:a16="http://schemas.microsoft.com/office/drawing/2014/main" id="{5198DB02-93F8-40DB-92FD-2023037FD5D5}"/>
              </a:ext>
            </a:extLst>
          </p:cNvPr>
          <p:cNvPicPr/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824" y="3376107"/>
            <a:ext cx="1436921" cy="1078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Picture 47" descr="A picture containing company name&#10;&#10;Description automatically generated">
            <a:extLst>
              <a:ext uri="{FF2B5EF4-FFF2-40B4-BE49-F238E27FC236}">
                <a16:creationId xmlns:a16="http://schemas.microsoft.com/office/drawing/2014/main" id="{99F89186-3835-4208-B719-B81B0FC1C10A}"/>
              </a:ext>
            </a:extLst>
          </p:cNvPr>
          <p:cNvPicPr/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236" y="1574669"/>
            <a:ext cx="1029211" cy="1043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EC9DC18-D051-4916-841F-9F9EF347194E}"/>
              </a:ext>
            </a:extLst>
          </p:cNvPr>
          <p:cNvSpPr txBox="1"/>
          <p:nvPr/>
        </p:nvSpPr>
        <p:spPr>
          <a:xfrm>
            <a:off x="354746" y="1347096"/>
            <a:ext cx="4433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Agency FB" panose="020B0503020202020204" pitchFamily="34" charset="0"/>
              </a:rPr>
              <a:t>NO COMPETITOR WITH MATCHING PRODUCT PORTFOLIO!!</a:t>
            </a:r>
            <a:endParaRPr lang="en-IN" sz="1800" dirty="0">
              <a:latin typeface="Agency FB" panose="020B0503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7466E7-FFA7-422F-A5E1-1856E8DFBA2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85959" y="4245616"/>
            <a:ext cx="1390650" cy="7524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25000"/>
          </a:schemeClr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1"/>
          <p:cNvSpPr txBox="1">
            <a:spLocks noGrp="1"/>
          </p:cNvSpPr>
          <p:nvPr>
            <p:ph type="title"/>
          </p:nvPr>
        </p:nvSpPr>
        <p:spPr>
          <a:xfrm>
            <a:off x="892050" y="199294"/>
            <a:ext cx="73599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bg1"/>
                </a:solidFill>
              </a:rPr>
              <a:t>Business Value proposition</a:t>
            </a:r>
            <a:endParaRPr sz="2400" b="1" dirty="0">
              <a:solidFill>
                <a:schemeClr val="bg1"/>
              </a:solidFill>
            </a:endParaRPr>
          </a:p>
        </p:txBody>
      </p:sp>
      <p:sp>
        <p:nvSpPr>
          <p:cNvPr id="277" name="Google Shape;277;p41"/>
          <p:cNvSpPr txBox="1">
            <a:spLocks noGrp="1"/>
          </p:cNvSpPr>
          <p:nvPr>
            <p:ph type="body" idx="4294967295"/>
          </p:nvPr>
        </p:nvSpPr>
        <p:spPr>
          <a:xfrm>
            <a:off x="1101053" y="1175995"/>
            <a:ext cx="5449671" cy="37682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make our students world ready with</a:t>
            </a:r>
            <a:r>
              <a:rPr lang="en-US" b="1" dirty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endParaRPr lang="en-US" b="0" i="0" u="none" strike="noStrike" dirty="0"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Engaging Celebrity Pedagogy for Building resilient interest. </a:t>
            </a:r>
          </a:p>
          <a:p>
            <a:pPr marL="0" indent="0">
              <a:buNone/>
            </a:pPr>
            <a:endParaRPr lang="en-US" b="0" i="0" u="none" strike="noStrike" dirty="0"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Learn from the best of the domain Experts with 3 incremental levels of learning.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/>
            <a:endParaRPr lang="en-US" b="0" i="0" u="none" strike="noStrike" dirty="0"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b="0" i="0" u="none" strike="noStrike" dirty="0"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Personalized Support Guide to walk you through the Course.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/>
            <a:endParaRPr lang="en-US" b="0" i="0" u="none" strike="noStrike" dirty="0"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n-US" b="0" i="0" u="none" strike="noStrike" dirty="0">
              <a:solidFill>
                <a:schemeClr val="bg1"/>
              </a:solidFill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Best Practice content which lets you manifests practically what you learnt theoretically. </a:t>
            </a:r>
            <a:endParaRPr dirty="0">
              <a:solidFill>
                <a:schemeClr val="bg1"/>
              </a:solidFill>
            </a:endParaRPr>
          </a:p>
        </p:txBody>
      </p:sp>
      <p:cxnSp>
        <p:nvCxnSpPr>
          <p:cNvPr id="279" name="Google Shape;279;p41"/>
          <p:cNvCxnSpPr/>
          <p:nvPr/>
        </p:nvCxnSpPr>
        <p:spPr>
          <a:xfrm>
            <a:off x="2597956" y="717658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1D4658F-7BA5-48E0-864A-08D8054E5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661" y="1648576"/>
            <a:ext cx="528601" cy="5286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7EC72F-9573-47D7-84ED-3ADC04574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49" y="2394332"/>
            <a:ext cx="744192" cy="7441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677485-021B-4B83-B76A-A091F6DF67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661" y="3319336"/>
            <a:ext cx="615392" cy="6153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8C44B4-68F5-4C04-902B-7E1A9B28ED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664" y="4149199"/>
            <a:ext cx="655763" cy="6557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313232-FDF2-4B67-8192-2952625FDB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8143" y="199820"/>
            <a:ext cx="1079418" cy="6869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CF452-CE0D-44A1-A8FD-C203A0612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0080" y="0"/>
            <a:ext cx="5195400" cy="528600"/>
          </a:xfrm>
        </p:spPr>
        <p:txBody>
          <a:bodyPr/>
          <a:lstStyle/>
          <a:p>
            <a:r>
              <a:rPr lang="en-US" dirty="0"/>
              <a:t>Program plan</a:t>
            </a:r>
            <a:endParaRPr lang="en-IN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DE8C241-7102-476A-B4A3-59F615F4B0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9420073"/>
              </p:ext>
            </p:extLst>
          </p:nvPr>
        </p:nvGraphicFramePr>
        <p:xfrm>
          <a:off x="5626459" y="264300"/>
          <a:ext cx="3426019" cy="2713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34831A2-E0F7-42C8-A38D-A4DB013F12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9427968"/>
              </p:ext>
            </p:extLst>
          </p:nvPr>
        </p:nvGraphicFramePr>
        <p:xfrm>
          <a:off x="-136117" y="264300"/>
          <a:ext cx="2904710" cy="23240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EA97DD1-5EF0-43B7-A015-5B9ED8C6491D}"/>
              </a:ext>
            </a:extLst>
          </p:cNvPr>
          <p:cNvSpPr txBox="1"/>
          <p:nvPr/>
        </p:nvSpPr>
        <p:spPr>
          <a:xfrm>
            <a:off x="3027910" y="1528105"/>
            <a:ext cx="33474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More Genres Coming Soon…</a:t>
            </a:r>
            <a:endParaRPr lang="en-IN" sz="12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EA60DCF-C81F-4778-9C1D-5D8CC9DC4D31}"/>
              </a:ext>
            </a:extLst>
          </p:cNvPr>
          <p:cNvSpPr/>
          <p:nvPr/>
        </p:nvSpPr>
        <p:spPr>
          <a:xfrm>
            <a:off x="7791615" y="662585"/>
            <a:ext cx="547146" cy="519470"/>
          </a:xfrm>
          <a:prstGeom prst="ellipse">
            <a:avLst/>
          </a:prstGeom>
          <a:blipFill rotWithShape="1">
            <a:blip r:embed="rId12"/>
            <a:srcRect/>
            <a:stretch>
              <a:fillRect l="-16000" r="-16000"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8B6801D-FF42-4393-899B-B6B0D25BBA3E}"/>
              </a:ext>
            </a:extLst>
          </p:cNvPr>
          <p:cNvSpPr/>
          <p:nvPr/>
        </p:nvSpPr>
        <p:spPr>
          <a:xfrm>
            <a:off x="6328575" y="658358"/>
            <a:ext cx="547147" cy="523697"/>
          </a:xfrm>
          <a:prstGeom prst="ellipse">
            <a:avLst/>
          </a:prstGeom>
          <a:blipFill rotWithShape="1">
            <a:blip r:embed="rId13"/>
            <a:srcRect/>
            <a:stretch>
              <a:fillRect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B04F80B-368C-484F-B689-11B58D0DDA34}"/>
              </a:ext>
            </a:extLst>
          </p:cNvPr>
          <p:cNvSpPr/>
          <p:nvPr/>
        </p:nvSpPr>
        <p:spPr>
          <a:xfrm>
            <a:off x="7800294" y="2056549"/>
            <a:ext cx="529788" cy="515201"/>
          </a:xfrm>
          <a:prstGeom prst="ellipse">
            <a:avLst/>
          </a:prstGeom>
          <a:blipFill rotWithShape="1">
            <a:blip r:embed="rId14"/>
            <a:srcRect/>
            <a:stretch>
              <a:fillRect l="-40000" r="-40000"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45C5149-9A66-4F50-BEEA-EBD34C31FE75}"/>
              </a:ext>
            </a:extLst>
          </p:cNvPr>
          <p:cNvSpPr/>
          <p:nvPr/>
        </p:nvSpPr>
        <p:spPr>
          <a:xfrm>
            <a:off x="6345934" y="2056548"/>
            <a:ext cx="529788" cy="515202"/>
          </a:xfrm>
          <a:prstGeom prst="ellipse">
            <a:avLst/>
          </a:prstGeom>
          <a:blipFill rotWithShape="1">
            <a:blip r:embed="rId15"/>
            <a:srcRect/>
            <a:stretch>
              <a:fillRect l="-32000" r="-32000"/>
            </a:stretch>
          </a:blip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3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1A18BA4-A8D6-4D11-AF13-A163AC4AA6DC}"/>
              </a:ext>
            </a:extLst>
          </p:cNvPr>
          <p:cNvGrpSpPr/>
          <p:nvPr/>
        </p:nvGrpSpPr>
        <p:grpSpPr>
          <a:xfrm>
            <a:off x="1157857" y="2527613"/>
            <a:ext cx="2803098" cy="2555149"/>
            <a:chOff x="-85311" y="2571781"/>
            <a:chExt cx="2803098" cy="2555149"/>
          </a:xfrm>
        </p:grpSpPr>
        <p:graphicFrame>
          <p:nvGraphicFramePr>
            <p:cNvPr id="5" name="Diagram 4">
              <a:extLst>
                <a:ext uri="{FF2B5EF4-FFF2-40B4-BE49-F238E27FC236}">
                  <a16:creationId xmlns:a16="http://schemas.microsoft.com/office/drawing/2014/main" id="{7520481D-A2D1-4FEF-8B14-956FBC2F64F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981214049"/>
                </p:ext>
              </p:extLst>
            </p:nvPr>
          </p:nvGraphicFramePr>
          <p:xfrm>
            <a:off x="-85311" y="2571781"/>
            <a:ext cx="2803098" cy="255514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6" r:lo="rId17" r:qs="rId18" r:cs="rId19"/>
            </a:graphicData>
          </a:graphic>
        </p:graphicFrame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B41AD5A-C27D-418B-8D4C-131D9E78ACAA}"/>
                </a:ext>
              </a:extLst>
            </p:cNvPr>
            <p:cNvSpPr/>
            <p:nvPr/>
          </p:nvSpPr>
          <p:spPr>
            <a:xfrm>
              <a:off x="1670917" y="2944884"/>
              <a:ext cx="420938" cy="411065"/>
            </a:xfrm>
            <a:prstGeom prst="ellipse">
              <a:avLst/>
            </a:prstGeom>
            <a:blipFill rotWithShape="1">
              <a:blip r:embed="rId21"/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0A3C049-E0CC-4223-9262-CB95997D2D3F}"/>
                </a:ext>
              </a:extLst>
            </p:cNvPr>
            <p:cNvSpPr/>
            <p:nvPr/>
          </p:nvSpPr>
          <p:spPr>
            <a:xfrm>
              <a:off x="2070337" y="4043335"/>
              <a:ext cx="429743" cy="396209"/>
            </a:xfrm>
            <a:prstGeom prst="ellipse">
              <a:avLst/>
            </a:prstGeom>
            <a:blipFill rotWithShape="1">
              <a:blip r:embed="rId22"/>
              <a:srcRect/>
              <a:stretch>
                <a:fillRect l="-22000" r="-22000"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7FAB547-8590-4418-9FF9-59B0FC3CF413}"/>
                </a:ext>
              </a:extLst>
            </p:cNvPr>
            <p:cNvSpPr/>
            <p:nvPr/>
          </p:nvSpPr>
          <p:spPr>
            <a:xfrm>
              <a:off x="532179" y="2944884"/>
              <a:ext cx="420938" cy="399436"/>
            </a:xfrm>
            <a:prstGeom prst="ellipse">
              <a:avLst/>
            </a:prstGeom>
            <a:blipFill rotWithShape="1">
              <a:blip r:embed="rId23"/>
              <a:srcRect/>
              <a:stretch>
                <a:fillRect l="-15000" r="-15000"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D8324E5-41C7-4026-8B78-A1C3B28EA706}"/>
                </a:ext>
              </a:extLst>
            </p:cNvPr>
            <p:cNvSpPr/>
            <p:nvPr/>
          </p:nvSpPr>
          <p:spPr>
            <a:xfrm>
              <a:off x="1119316" y="4732945"/>
              <a:ext cx="393843" cy="393985"/>
            </a:xfrm>
            <a:prstGeom prst="ellipse">
              <a:avLst/>
            </a:prstGeom>
            <a:blipFill rotWithShape="1">
              <a:blip r:embed="rId24"/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F6C6709-4B4A-437F-AF63-5FA269131221}"/>
                </a:ext>
              </a:extLst>
            </p:cNvPr>
            <p:cNvSpPr/>
            <p:nvPr/>
          </p:nvSpPr>
          <p:spPr>
            <a:xfrm>
              <a:off x="88504" y="4012855"/>
              <a:ext cx="463994" cy="457168"/>
            </a:xfrm>
            <a:prstGeom prst="ellipse">
              <a:avLst/>
            </a:prstGeom>
            <a:blipFill rotWithShape="1">
              <a:blip r:embed="rId25"/>
              <a:srcRect/>
              <a:stretch>
                <a:fillRect t="-25000" b="-25000"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6B103AC-392C-4FC0-AE2D-19AA3DA41B09}"/>
              </a:ext>
            </a:extLst>
          </p:cNvPr>
          <p:cNvGrpSpPr/>
          <p:nvPr/>
        </p:nvGrpSpPr>
        <p:grpSpPr>
          <a:xfrm>
            <a:off x="3681326" y="2412940"/>
            <a:ext cx="4343400" cy="2713990"/>
            <a:chOff x="2091855" y="1409558"/>
            <a:chExt cx="4343400" cy="2713990"/>
          </a:xfrm>
        </p:grpSpPr>
        <p:graphicFrame>
          <p:nvGraphicFramePr>
            <p:cNvPr id="6" name="Diagram 5">
              <a:extLst>
                <a:ext uri="{FF2B5EF4-FFF2-40B4-BE49-F238E27FC236}">
                  <a16:creationId xmlns:a16="http://schemas.microsoft.com/office/drawing/2014/main" id="{28B0992E-506A-4236-B60D-B0D3B74CDB6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577368735"/>
                </p:ext>
              </p:extLst>
            </p:nvPr>
          </p:nvGraphicFramePr>
          <p:xfrm>
            <a:off x="2091855" y="1409558"/>
            <a:ext cx="4343400" cy="271399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6" r:lo="rId27" r:qs="rId28" r:cs="rId29"/>
            </a:graphicData>
          </a:graphic>
        </p:graphicFrame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A495A36-1973-4605-BE6F-88BA14C98B3F}"/>
                </a:ext>
              </a:extLst>
            </p:cNvPr>
            <p:cNvSpPr/>
            <p:nvPr/>
          </p:nvSpPr>
          <p:spPr>
            <a:xfrm>
              <a:off x="4663858" y="1767840"/>
              <a:ext cx="480410" cy="427691"/>
            </a:xfrm>
            <a:prstGeom prst="ellipse">
              <a:avLst/>
            </a:prstGeom>
            <a:blipFill rotWithShape="1">
              <a:blip r:embed="rId31"/>
              <a:srcRect/>
              <a:stretch>
                <a:fillRect l="-21000" r="-21000"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6463E2A-DE10-4273-A4C8-5BE79C600763}"/>
                </a:ext>
              </a:extLst>
            </p:cNvPr>
            <p:cNvSpPr/>
            <p:nvPr/>
          </p:nvSpPr>
          <p:spPr>
            <a:xfrm>
              <a:off x="4995124" y="2978290"/>
              <a:ext cx="478902" cy="419848"/>
            </a:xfrm>
            <a:prstGeom prst="ellipse">
              <a:avLst/>
            </a:prstGeom>
            <a:blipFill rotWithShape="1">
              <a:blip r:embed="rId32"/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C2E7B24-EDC4-4C8E-A8FD-B7B786D93079}"/>
                </a:ext>
              </a:extLst>
            </p:cNvPr>
            <p:cNvSpPr/>
            <p:nvPr/>
          </p:nvSpPr>
          <p:spPr>
            <a:xfrm>
              <a:off x="4048566" y="3645491"/>
              <a:ext cx="429978" cy="478057"/>
            </a:xfrm>
            <a:prstGeom prst="ellipse">
              <a:avLst/>
            </a:prstGeom>
            <a:blipFill rotWithShape="1">
              <a:blip r:embed="rId33"/>
              <a:srcRect/>
              <a:stretch>
                <a:fillRect l="-17000" r="-17000"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257DCC5-8233-4CC7-8685-8BAAEEB47AF0}"/>
                </a:ext>
              </a:extLst>
            </p:cNvPr>
            <p:cNvSpPr/>
            <p:nvPr/>
          </p:nvSpPr>
          <p:spPr>
            <a:xfrm>
              <a:off x="3432005" y="1775513"/>
              <a:ext cx="419263" cy="420017"/>
            </a:xfrm>
            <a:prstGeom prst="ellipse">
              <a:avLst/>
            </a:prstGeom>
            <a:blipFill rotWithShape="1">
              <a:blip r:embed="rId34"/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64B9342-C7CA-44D9-AEC6-0CE4BBC18C34}"/>
                </a:ext>
              </a:extLst>
            </p:cNvPr>
            <p:cNvSpPr/>
            <p:nvPr/>
          </p:nvSpPr>
          <p:spPr>
            <a:xfrm>
              <a:off x="3045655" y="3000834"/>
              <a:ext cx="386350" cy="397304"/>
            </a:xfrm>
            <a:prstGeom prst="ellipse">
              <a:avLst/>
            </a:prstGeom>
            <a:blipFill rotWithShape="1">
              <a:blip r:embed="rId35"/>
              <a:srcRect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</p:sp>
      </p:grpSp>
      <p:sp>
        <p:nvSpPr>
          <p:cNvPr id="22" name="Oval 21">
            <a:extLst>
              <a:ext uri="{FF2B5EF4-FFF2-40B4-BE49-F238E27FC236}">
                <a16:creationId xmlns:a16="http://schemas.microsoft.com/office/drawing/2014/main" id="{96BC238A-4362-4678-8EEA-9443619FE586}"/>
              </a:ext>
            </a:extLst>
          </p:cNvPr>
          <p:cNvSpPr/>
          <p:nvPr/>
        </p:nvSpPr>
        <p:spPr>
          <a:xfrm>
            <a:off x="552498" y="539040"/>
            <a:ext cx="431313" cy="409624"/>
          </a:xfrm>
          <a:prstGeom prst="ellipse">
            <a:avLst/>
          </a:prstGeom>
          <a:blipFill rotWithShape="1">
            <a:blip r:embed="rId36"/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07C6F1F-51CF-4D92-B1DC-744DF5684201}"/>
              </a:ext>
            </a:extLst>
          </p:cNvPr>
          <p:cNvSpPr/>
          <p:nvPr/>
        </p:nvSpPr>
        <p:spPr>
          <a:xfrm>
            <a:off x="1107188" y="2095323"/>
            <a:ext cx="429977" cy="441427"/>
          </a:xfrm>
          <a:prstGeom prst="ellipse">
            <a:avLst/>
          </a:prstGeom>
          <a:blipFill rotWithShape="1">
            <a:blip r:embed="rId37"/>
            <a:srcRect/>
            <a:stretch>
              <a:fillRect l="-25000" r="-25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2F6FBA2-1FBA-426A-AD83-DB5675FE5E8F}"/>
              </a:ext>
            </a:extLst>
          </p:cNvPr>
          <p:cNvSpPr/>
          <p:nvPr/>
        </p:nvSpPr>
        <p:spPr>
          <a:xfrm>
            <a:off x="1660542" y="568692"/>
            <a:ext cx="431313" cy="351514"/>
          </a:xfrm>
          <a:prstGeom prst="ellipse">
            <a:avLst/>
          </a:prstGeom>
          <a:blipFill rotWithShape="1">
            <a:blip r:embed="rId38"/>
            <a:srcRect/>
            <a:stretch>
              <a:fillRect l="-45000" r="-45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05B06C4-3135-45ED-A34A-511087A6A17D}"/>
              </a:ext>
            </a:extLst>
          </p:cNvPr>
          <p:cNvSpPr/>
          <p:nvPr/>
        </p:nvSpPr>
        <p:spPr>
          <a:xfrm>
            <a:off x="2015359" y="1568399"/>
            <a:ext cx="431312" cy="405766"/>
          </a:xfrm>
          <a:prstGeom prst="ellipse">
            <a:avLst/>
          </a:prstGeom>
          <a:blipFill rotWithShape="1">
            <a:blip r:embed="rId39"/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100DD1E-BB42-4930-AEAA-5EB6117A3D7F}"/>
              </a:ext>
            </a:extLst>
          </p:cNvPr>
          <p:cNvSpPr/>
          <p:nvPr/>
        </p:nvSpPr>
        <p:spPr>
          <a:xfrm>
            <a:off x="220343" y="1604981"/>
            <a:ext cx="429977" cy="352140"/>
          </a:xfrm>
          <a:prstGeom prst="ellipse">
            <a:avLst/>
          </a:prstGeom>
          <a:blipFill rotWithShape="1">
            <a:blip r:embed="rId40"/>
            <a:srcRect/>
            <a:stretch>
              <a:fillRect t="-1000" b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cxnSp>
        <p:nvCxnSpPr>
          <p:cNvPr id="31" name="Google Shape;279;p41">
            <a:extLst>
              <a:ext uri="{FF2B5EF4-FFF2-40B4-BE49-F238E27FC236}">
                <a16:creationId xmlns:a16="http://schemas.microsoft.com/office/drawing/2014/main" id="{6ECD2B36-09E7-4165-A58A-81805A29DF11}"/>
              </a:ext>
            </a:extLst>
          </p:cNvPr>
          <p:cNvCxnSpPr/>
          <p:nvPr/>
        </p:nvCxnSpPr>
        <p:spPr>
          <a:xfrm>
            <a:off x="2828292" y="568692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326387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B69BA2-F416-4F98-A42D-116BBE3EE805}"/>
              </a:ext>
            </a:extLst>
          </p:cNvPr>
          <p:cNvSpPr/>
          <p:nvPr/>
        </p:nvSpPr>
        <p:spPr>
          <a:xfrm>
            <a:off x="170121" y="106915"/>
            <a:ext cx="8762188" cy="261149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A05FDD-D28A-455F-9B53-B5D77B09FF82}"/>
              </a:ext>
            </a:extLst>
          </p:cNvPr>
          <p:cNvSpPr txBox="1"/>
          <p:nvPr/>
        </p:nvSpPr>
        <p:spPr>
          <a:xfrm>
            <a:off x="672105" y="1075535"/>
            <a:ext cx="200951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Introductory Videos</a:t>
            </a:r>
          </a:p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Journey of Celebrities</a:t>
            </a:r>
          </a:p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 how to Learn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F04ECD-61C1-4A5D-92BB-06369498E5C5}"/>
              </a:ext>
            </a:extLst>
          </p:cNvPr>
          <p:cNvSpPr txBox="1"/>
          <p:nvPr/>
        </p:nvSpPr>
        <p:spPr>
          <a:xfrm>
            <a:off x="1039352" y="680188"/>
            <a:ext cx="1122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Julius Sans One" panose="020B0604020202020204" charset="0"/>
              </a:rPr>
              <a:t>Basic</a:t>
            </a:r>
            <a:endParaRPr lang="en-IN" sz="1800" b="1" dirty="0">
              <a:solidFill>
                <a:schemeClr val="bg1"/>
              </a:solidFill>
              <a:latin typeface="Julius Sans One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3ED73A-D5C3-4582-B333-5A63C1DB7FA5}"/>
              </a:ext>
            </a:extLst>
          </p:cNvPr>
          <p:cNvSpPr txBox="1"/>
          <p:nvPr/>
        </p:nvSpPr>
        <p:spPr>
          <a:xfrm>
            <a:off x="3523605" y="679078"/>
            <a:ext cx="1419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Julius Sans One" panose="020B0604020202020204" charset="0"/>
              </a:rPr>
              <a:t>Advanced</a:t>
            </a:r>
            <a:endParaRPr lang="en-IN" sz="1800" b="1" dirty="0">
              <a:solidFill>
                <a:schemeClr val="bg1"/>
              </a:solidFill>
              <a:latin typeface="Julius Sans One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A14CAC-0894-4D11-976D-9C578EEA6336}"/>
              </a:ext>
            </a:extLst>
          </p:cNvPr>
          <p:cNvSpPr txBox="1"/>
          <p:nvPr/>
        </p:nvSpPr>
        <p:spPr>
          <a:xfrm>
            <a:off x="3059504" y="1084828"/>
            <a:ext cx="245810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Increase level of expertise</a:t>
            </a:r>
          </a:p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Detailed Expert Lectures</a:t>
            </a:r>
          </a:p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Animated fun Videos</a:t>
            </a:r>
          </a:p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Real Life Applications</a:t>
            </a:r>
          </a:p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Unlocks once Basic Mode complete</a:t>
            </a:r>
            <a:endParaRPr lang="en-IN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664314-6683-4AA5-9126-317CA0380FFA}"/>
              </a:ext>
            </a:extLst>
          </p:cNvPr>
          <p:cNvSpPr txBox="1"/>
          <p:nvPr/>
        </p:nvSpPr>
        <p:spPr>
          <a:xfrm>
            <a:off x="6262247" y="678050"/>
            <a:ext cx="1350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Julius Sans One" panose="020B0604020202020204" charset="0"/>
              </a:rPr>
              <a:t>Practice</a:t>
            </a:r>
            <a:endParaRPr lang="en-IN" sz="1800" b="1" dirty="0">
              <a:solidFill>
                <a:schemeClr val="bg1"/>
              </a:solidFill>
              <a:latin typeface="Julius Sans One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672374-0A78-48C7-8B39-C7914EF710AC}"/>
              </a:ext>
            </a:extLst>
          </p:cNvPr>
          <p:cNvSpPr txBox="1"/>
          <p:nvPr/>
        </p:nvSpPr>
        <p:spPr>
          <a:xfrm>
            <a:off x="5889630" y="1075535"/>
            <a:ext cx="272605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Assignments/Tasks with 3 Levels</a:t>
            </a:r>
          </a:p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Tasks by Celebrities</a:t>
            </a:r>
          </a:p>
          <a:p>
            <a:pPr marL="285750" indent="-285750"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Know &amp; practice the Current Trends</a:t>
            </a:r>
            <a:endParaRPr lang="en-IN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AAC068-FE63-43D7-8883-1BF941B8E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91" y="3022943"/>
            <a:ext cx="645170" cy="6451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2329A4-C8C7-401F-98AE-2DE2008EB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21" y="4194557"/>
            <a:ext cx="686740" cy="6867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BDCB0C-6B2E-474F-B1E7-707087682B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462" y="3093220"/>
            <a:ext cx="598602" cy="5986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F684527-12AB-4167-A740-82AF14AF9F1A}"/>
              </a:ext>
            </a:extLst>
          </p:cNvPr>
          <p:cNvSpPr/>
          <p:nvPr/>
        </p:nvSpPr>
        <p:spPr>
          <a:xfrm>
            <a:off x="913887" y="2949506"/>
            <a:ext cx="330319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10mins Quiz Challenge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Connect &amp; Compete with Peers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Choose your own genre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Anytime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63CE54-53C9-4EDA-BAF8-7280C1A6C3D0}"/>
              </a:ext>
            </a:extLst>
          </p:cNvPr>
          <p:cNvSpPr/>
          <p:nvPr/>
        </p:nvSpPr>
        <p:spPr>
          <a:xfrm>
            <a:off x="913887" y="4194558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News customised for each Age Group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10 min Video format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Text Format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B8A437-41C2-4381-842A-CCB9D05F242D}"/>
              </a:ext>
            </a:extLst>
          </p:cNvPr>
          <p:cNvSpPr/>
          <p:nvPr/>
        </p:nvSpPr>
        <p:spPr>
          <a:xfrm>
            <a:off x="5559489" y="2949506"/>
            <a:ext cx="320173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Personalized Guide </a:t>
            </a:r>
          </a:p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Provides Weekly routines, Interacts with Parents and Students on Progress Reports as required.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95C6AF-3A1D-4665-B662-6F1D9AFA1E79}"/>
              </a:ext>
            </a:extLst>
          </p:cNvPr>
          <p:cNvSpPr txBox="1"/>
          <p:nvPr/>
        </p:nvSpPr>
        <p:spPr>
          <a:xfrm>
            <a:off x="856861" y="2390872"/>
            <a:ext cx="8027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*Each ECA available in all 3 modes. </a:t>
            </a:r>
            <a:endParaRPr lang="en-IN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4B16CEC-6C48-499D-9D22-EEDE39A03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691" y="155128"/>
            <a:ext cx="688333" cy="43803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91D8F48-56F0-4DDA-9BA7-CB4E101B26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3497" y="4194557"/>
            <a:ext cx="738665" cy="73866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27342EF-0EAC-42F1-9C73-3AB4E84A5C43}"/>
              </a:ext>
            </a:extLst>
          </p:cNvPr>
          <p:cNvSpPr txBox="1"/>
          <p:nvPr/>
        </p:nvSpPr>
        <p:spPr>
          <a:xfrm>
            <a:off x="5559489" y="4244424"/>
            <a:ext cx="28625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Mentor support available through both call and chat.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3E3241-0C69-4931-9FAE-2FD3F2521ED0}"/>
              </a:ext>
            </a:extLst>
          </p:cNvPr>
          <p:cNvSpPr txBox="1"/>
          <p:nvPr/>
        </p:nvSpPr>
        <p:spPr>
          <a:xfrm>
            <a:off x="1073797" y="228145"/>
            <a:ext cx="3189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chemeClr val="bg2"/>
                </a:solidFill>
                <a:latin typeface="Julius Sans One" panose="020B0604020202020204" charset="0"/>
              </a:rPr>
              <a:t>App Modes</a:t>
            </a:r>
            <a:endParaRPr lang="en-IN" sz="1800" b="1" dirty="0">
              <a:solidFill>
                <a:schemeClr val="bg2"/>
              </a:solidFill>
              <a:latin typeface="Julius Sans One" panose="020B0604020202020204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380B3FC-EC61-4D2D-9BD2-B3AC6F131CC4}"/>
              </a:ext>
            </a:extLst>
          </p:cNvPr>
          <p:cNvCxnSpPr/>
          <p:nvPr/>
        </p:nvCxnSpPr>
        <p:spPr>
          <a:xfrm>
            <a:off x="1039352" y="199195"/>
            <a:ext cx="0" cy="34989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EB43079-C8A2-4510-9C3F-D39BE0B04FFC}"/>
              </a:ext>
            </a:extLst>
          </p:cNvPr>
          <p:cNvCxnSpPr>
            <a:cxnSpLocks/>
          </p:cNvCxnSpPr>
          <p:nvPr/>
        </p:nvCxnSpPr>
        <p:spPr>
          <a:xfrm>
            <a:off x="4274105" y="3093220"/>
            <a:ext cx="0" cy="1680897"/>
          </a:xfrm>
          <a:prstGeom prst="line">
            <a:avLst/>
          </a:prstGeom>
          <a:ln>
            <a:solidFill>
              <a:schemeClr val="bg1">
                <a:lumMod val="9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2A3AB90-6EDF-4930-9D35-2ED77D9130E1}"/>
              </a:ext>
            </a:extLst>
          </p:cNvPr>
          <p:cNvCxnSpPr/>
          <p:nvPr/>
        </p:nvCxnSpPr>
        <p:spPr>
          <a:xfrm>
            <a:off x="2775098" y="914400"/>
            <a:ext cx="0" cy="111524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B82BDB6-9AB6-4522-A257-19B256344809}"/>
              </a:ext>
            </a:extLst>
          </p:cNvPr>
          <p:cNvCxnSpPr/>
          <p:nvPr/>
        </p:nvCxnSpPr>
        <p:spPr>
          <a:xfrm>
            <a:off x="5734493" y="914400"/>
            <a:ext cx="0" cy="111524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484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52F3D2-9316-4C1F-8A19-0F8107227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032" y="742987"/>
            <a:ext cx="1652682" cy="3410449"/>
          </a:xfrm>
          <a:prstGeom prst="rect">
            <a:avLst/>
          </a:prstGeom>
        </p:spPr>
      </p:pic>
      <p:sp>
        <p:nvSpPr>
          <p:cNvPr id="5" name="Google Shape;385;p50">
            <a:extLst>
              <a:ext uri="{FF2B5EF4-FFF2-40B4-BE49-F238E27FC236}">
                <a16:creationId xmlns:a16="http://schemas.microsoft.com/office/drawing/2014/main" id="{1D2B7444-37A2-4121-98BE-A3954F421585}"/>
              </a:ext>
            </a:extLst>
          </p:cNvPr>
          <p:cNvSpPr txBox="1">
            <a:spLocks/>
          </p:cNvSpPr>
          <p:nvPr/>
        </p:nvSpPr>
        <p:spPr>
          <a:xfrm>
            <a:off x="698393" y="126688"/>
            <a:ext cx="5195400" cy="52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800" b="1" i="0" u="none" strike="noStrike" kern="0" cap="none" spc="0" normalizeH="0" baseline="0" noProof="0" dirty="0">
                <a:ln>
                  <a:noFill/>
                </a:ln>
                <a:solidFill>
                  <a:srgbClr val="EEEEEE"/>
                </a:solidFill>
                <a:effectLst/>
                <a:uLnTx/>
                <a:uFillTx/>
                <a:latin typeface="Julius Sans One" panose="020B0604020202020204" charset="0"/>
                <a:cs typeface="Arial"/>
                <a:sym typeface="Arial"/>
              </a:rPr>
              <a:t>Our plans</a:t>
            </a:r>
          </a:p>
        </p:txBody>
      </p:sp>
      <p:sp>
        <p:nvSpPr>
          <p:cNvPr id="6" name="Google Shape;377;p50">
            <a:extLst>
              <a:ext uri="{FF2B5EF4-FFF2-40B4-BE49-F238E27FC236}">
                <a16:creationId xmlns:a16="http://schemas.microsoft.com/office/drawing/2014/main" id="{00E24CA7-98F0-4C69-A3EE-6F53C4968A59}"/>
              </a:ext>
            </a:extLst>
          </p:cNvPr>
          <p:cNvSpPr txBox="1">
            <a:spLocks/>
          </p:cNvSpPr>
          <p:nvPr/>
        </p:nvSpPr>
        <p:spPr>
          <a:xfrm>
            <a:off x="40070" y="1538097"/>
            <a:ext cx="2426100" cy="7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EEEEEE"/>
                </a:solidFill>
                <a:effectLst/>
                <a:uLnTx/>
                <a:uFillTx/>
                <a:latin typeface="Julius Sans One" panose="020B0604020202020204" charset="0"/>
                <a:cs typeface="Arial"/>
                <a:sym typeface="Arial"/>
              </a:rPr>
              <a:t>1 Genre Full Access.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EEEEE"/>
              </a:solidFill>
              <a:effectLst/>
              <a:uLnTx/>
              <a:uFillTx/>
              <a:latin typeface="Julius Sans On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EEEEEE"/>
                </a:solidFill>
                <a:effectLst/>
                <a:uLnTx/>
                <a:uFillTx/>
                <a:latin typeface="Julius Sans One" panose="020B0604020202020204" charset="0"/>
                <a:cs typeface="Arial"/>
                <a:sym typeface="Arial"/>
              </a:rPr>
              <a:t>Rs. 3,000/- Per Year</a:t>
            </a:r>
          </a:p>
        </p:txBody>
      </p:sp>
      <p:sp>
        <p:nvSpPr>
          <p:cNvPr id="7" name="Google Shape;379;p50">
            <a:extLst>
              <a:ext uri="{FF2B5EF4-FFF2-40B4-BE49-F238E27FC236}">
                <a16:creationId xmlns:a16="http://schemas.microsoft.com/office/drawing/2014/main" id="{31861AC0-6497-4B21-AF6E-8B1A2BFBB52C}"/>
              </a:ext>
            </a:extLst>
          </p:cNvPr>
          <p:cNvSpPr txBox="1">
            <a:spLocks/>
          </p:cNvSpPr>
          <p:nvPr/>
        </p:nvSpPr>
        <p:spPr>
          <a:xfrm>
            <a:off x="325665" y="1147933"/>
            <a:ext cx="14991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EEEEEE"/>
                </a:solidFill>
                <a:effectLst/>
                <a:uLnTx/>
                <a:uFillTx/>
                <a:latin typeface="Julius Sans One" panose="020B0604020202020204" charset="0"/>
                <a:cs typeface="Arial"/>
                <a:sym typeface="Arial"/>
              </a:rPr>
              <a:t>Basic</a:t>
            </a:r>
          </a:p>
        </p:txBody>
      </p:sp>
      <p:sp>
        <p:nvSpPr>
          <p:cNvPr id="8" name="Google Shape;381;p50">
            <a:extLst>
              <a:ext uri="{FF2B5EF4-FFF2-40B4-BE49-F238E27FC236}">
                <a16:creationId xmlns:a16="http://schemas.microsoft.com/office/drawing/2014/main" id="{1F9DE8B9-DA40-47CA-AE45-8D5FDC8D7232}"/>
              </a:ext>
            </a:extLst>
          </p:cNvPr>
          <p:cNvSpPr txBox="1">
            <a:spLocks/>
          </p:cNvSpPr>
          <p:nvPr/>
        </p:nvSpPr>
        <p:spPr>
          <a:xfrm>
            <a:off x="2706573" y="1129797"/>
            <a:ext cx="14991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EEEEEE"/>
                </a:solidFill>
                <a:effectLst/>
                <a:uLnTx/>
                <a:uFillTx/>
                <a:latin typeface="Julius Sans One" panose="020B0604020202020204" charset="0"/>
                <a:cs typeface="Arial"/>
                <a:sym typeface="Arial"/>
              </a:rPr>
              <a:t>Premium</a:t>
            </a:r>
          </a:p>
        </p:txBody>
      </p:sp>
      <p:sp>
        <p:nvSpPr>
          <p:cNvPr id="9" name="Google Shape;382;p50">
            <a:extLst>
              <a:ext uri="{FF2B5EF4-FFF2-40B4-BE49-F238E27FC236}">
                <a16:creationId xmlns:a16="http://schemas.microsoft.com/office/drawing/2014/main" id="{979493BA-29E8-41CB-9AA9-0A95F90E9405}"/>
              </a:ext>
            </a:extLst>
          </p:cNvPr>
          <p:cNvSpPr txBox="1">
            <a:spLocks/>
          </p:cNvSpPr>
          <p:nvPr/>
        </p:nvSpPr>
        <p:spPr>
          <a:xfrm>
            <a:off x="2504099" y="1558612"/>
            <a:ext cx="2426100" cy="7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EEEEEE"/>
                </a:solidFill>
                <a:effectLst/>
                <a:uLnTx/>
                <a:uFillTx/>
                <a:latin typeface="Julius Sans One" panose="020B0604020202020204" charset="0"/>
                <a:cs typeface="Arial"/>
                <a:sym typeface="Arial"/>
              </a:rPr>
              <a:t>3 Genres Full Access.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EEEEE"/>
              </a:solidFill>
              <a:effectLst/>
              <a:uLnTx/>
              <a:uFillTx/>
              <a:latin typeface="Julius Sans One" panose="020B0604020202020204" charset="0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EEEEEE"/>
                </a:solidFill>
                <a:effectLst/>
                <a:uLnTx/>
                <a:uFillTx/>
                <a:latin typeface="Julius Sans One" panose="020B0604020202020204" charset="0"/>
                <a:cs typeface="Arial"/>
                <a:sym typeface="Arial"/>
              </a:rPr>
              <a:t>Rs. 3,600/- Per Year</a:t>
            </a:r>
          </a:p>
        </p:txBody>
      </p:sp>
      <p:sp>
        <p:nvSpPr>
          <p:cNvPr id="10" name="Google Shape;378;p50">
            <a:extLst>
              <a:ext uri="{FF2B5EF4-FFF2-40B4-BE49-F238E27FC236}">
                <a16:creationId xmlns:a16="http://schemas.microsoft.com/office/drawing/2014/main" id="{3A786B51-DBD1-41C5-A5A8-FA0C70E4D748}"/>
              </a:ext>
            </a:extLst>
          </p:cNvPr>
          <p:cNvSpPr txBox="1">
            <a:spLocks/>
          </p:cNvSpPr>
          <p:nvPr/>
        </p:nvSpPr>
        <p:spPr>
          <a:xfrm>
            <a:off x="1076857" y="3210631"/>
            <a:ext cx="2426100" cy="7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EEEEEE"/>
                </a:solidFill>
                <a:effectLst/>
                <a:uLnTx/>
                <a:uFillTx/>
                <a:latin typeface="Julius Sans One" panose="020B0604020202020204" charset="0"/>
                <a:cs typeface="Arial"/>
                <a:sym typeface="Arial"/>
              </a:rPr>
              <a:t>5 Genres Full Access.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srgbClr val="EEEEEE"/>
                </a:solidFill>
                <a:effectLst/>
                <a:uLnTx/>
                <a:uFillTx/>
                <a:latin typeface="Julius Sans One" panose="020B0604020202020204" charset="0"/>
                <a:cs typeface="Arial"/>
                <a:sym typeface="Arial"/>
              </a:rPr>
              <a:t>Rs. 5,000/- Per Year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srgbClr val="EEEEEE"/>
              </a:solidFill>
              <a:effectLst/>
              <a:uLnTx/>
              <a:uFillTx/>
              <a:latin typeface="Julius Sans One" panose="020B0604020202020204" charset="0"/>
              <a:cs typeface="Arial"/>
              <a:sym typeface="Arial"/>
            </a:endParaRPr>
          </a:p>
        </p:txBody>
      </p:sp>
      <p:sp>
        <p:nvSpPr>
          <p:cNvPr id="11" name="Google Shape;380;p50">
            <a:extLst>
              <a:ext uri="{FF2B5EF4-FFF2-40B4-BE49-F238E27FC236}">
                <a16:creationId xmlns:a16="http://schemas.microsoft.com/office/drawing/2014/main" id="{EB8388F3-C9D8-4CDC-908D-607AE9E45E5F}"/>
              </a:ext>
            </a:extLst>
          </p:cNvPr>
          <p:cNvSpPr txBox="1">
            <a:spLocks/>
          </p:cNvSpPr>
          <p:nvPr/>
        </p:nvSpPr>
        <p:spPr>
          <a:xfrm>
            <a:off x="1540357" y="2759306"/>
            <a:ext cx="1499100" cy="40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1800" b="1" i="0" u="none" strike="noStrike" kern="0" cap="none" spc="0" normalizeH="0" baseline="0" noProof="0" dirty="0">
                <a:ln>
                  <a:noFill/>
                </a:ln>
                <a:solidFill>
                  <a:srgbClr val="EEEEEE"/>
                </a:solidFill>
                <a:effectLst/>
                <a:uLnTx/>
                <a:uFillTx/>
                <a:latin typeface="Julius Sans One" panose="020B0604020202020204" charset="0"/>
                <a:cs typeface="Arial"/>
                <a:sym typeface="Arial"/>
              </a:rPr>
              <a:t>Pro</a:t>
            </a:r>
          </a:p>
        </p:txBody>
      </p:sp>
      <p:pic>
        <p:nvPicPr>
          <p:cNvPr id="12" name="Picture 6" descr="Google Play Badge transparent PNG - StickPNG">
            <a:extLst>
              <a:ext uri="{FF2B5EF4-FFF2-40B4-BE49-F238E27FC236}">
                <a16:creationId xmlns:a16="http://schemas.microsoft.com/office/drawing/2014/main" id="{3C64BB43-09E8-4892-BDF8-04673805F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156" y="1600842"/>
            <a:ext cx="1511113" cy="1408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7 Steps To Not Be Rejected From The App Store | Incipia">
            <a:extLst>
              <a:ext uri="{FF2B5EF4-FFF2-40B4-BE49-F238E27FC236}">
                <a16:creationId xmlns:a16="http://schemas.microsoft.com/office/drawing/2014/main" id="{C46A9CAF-F484-4481-8C1F-6ED20CAF2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821" y="2757426"/>
            <a:ext cx="1321782" cy="410180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342C101-AAA1-43E9-9CCF-ED4E10171D36}"/>
              </a:ext>
            </a:extLst>
          </p:cNvPr>
          <p:cNvCxnSpPr>
            <a:cxnSpLocks/>
          </p:cNvCxnSpPr>
          <p:nvPr/>
        </p:nvCxnSpPr>
        <p:spPr>
          <a:xfrm flipH="1">
            <a:off x="2251696" y="1442441"/>
            <a:ext cx="11216" cy="767215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212245-0B7B-4074-86C5-951F74C202FC}"/>
              </a:ext>
            </a:extLst>
          </p:cNvPr>
          <p:cNvCxnSpPr>
            <a:cxnSpLocks/>
          </p:cNvCxnSpPr>
          <p:nvPr/>
        </p:nvCxnSpPr>
        <p:spPr>
          <a:xfrm>
            <a:off x="1711286" y="2571750"/>
            <a:ext cx="1226779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E4A90F1-A535-4360-A9F8-ACEEEAE6B261}"/>
              </a:ext>
            </a:extLst>
          </p:cNvPr>
          <p:cNvCxnSpPr>
            <a:cxnSpLocks/>
          </p:cNvCxnSpPr>
          <p:nvPr/>
        </p:nvCxnSpPr>
        <p:spPr>
          <a:xfrm>
            <a:off x="2776538" y="740348"/>
            <a:ext cx="57126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3E5467F-3A15-4C79-B6C5-007BA82EC34D}"/>
              </a:ext>
            </a:extLst>
          </p:cNvPr>
          <p:cNvSpPr txBox="1"/>
          <p:nvPr/>
        </p:nvSpPr>
        <p:spPr>
          <a:xfrm>
            <a:off x="7213156" y="1265116"/>
            <a:ext cx="1935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GB" sz="18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Download the XYZ app now.</a:t>
            </a:r>
            <a:endParaRPr kumimoji="0" lang="en-IN" sz="18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E1280C7-3D7E-4617-8274-321E1910E4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358" y="861834"/>
            <a:ext cx="403010" cy="25646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B66E9E8-F15B-4120-A892-B3CC66BE50BF}"/>
              </a:ext>
            </a:extLst>
          </p:cNvPr>
          <p:cNvCxnSpPr>
            <a:cxnSpLocks/>
          </p:cNvCxnSpPr>
          <p:nvPr/>
        </p:nvCxnSpPr>
        <p:spPr>
          <a:xfrm>
            <a:off x="5047157" y="655288"/>
            <a:ext cx="0" cy="349141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336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Diagram 18">
            <a:extLst>
              <a:ext uri="{FF2B5EF4-FFF2-40B4-BE49-F238E27FC236}">
                <a16:creationId xmlns:a16="http://schemas.microsoft.com/office/drawing/2014/main" id="{387F24A5-0CE9-4DE6-B637-05BF12102A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4422425"/>
              </p:ext>
            </p:extLst>
          </p:nvPr>
        </p:nvGraphicFramePr>
        <p:xfrm>
          <a:off x="1509311" y="572877"/>
          <a:ext cx="6125378" cy="4097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2" name="Title 1">
            <a:extLst>
              <a:ext uri="{FF2B5EF4-FFF2-40B4-BE49-F238E27FC236}">
                <a16:creationId xmlns:a16="http://schemas.microsoft.com/office/drawing/2014/main" id="{3117A26F-48BB-48A2-9ACE-A2E93755F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550" y="1"/>
            <a:ext cx="7710900" cy="572494"/>
          </a:xfrm>
        </p:spPr>
        <p:txBody>
          <a:bodyPr/>
          <a:lstStyle/>
          <a:p>
            <a:r>
              <a:rPr lang="en-US" sz="2400" dirty="0"/>
              <a:t>Operations framework</a:t>
            </a:r>
            <a:endParaRPr lang="en-IN" sz="2400" dirty="0"/>
          </a:p>
        </p:txBody>
      </p:sp>
      <p:cxnSp>
        <p:nvCxnSpPr>
          <p:cNvPr id="5" name="Google Shape;253;p38">
            <a:extLst>
              <a:ext uri="{FF2B5EF4-FFF2-40B4-BE49-F238E27FC236}">
                <a16:creationId xmlns:a16="http://schemas.microsoft.com/office/drawing/2014/main" id="{5E875853-5DA7-4687-A1C5-D80E39504EE8}"/>
              </a:ext>
            </a:extLst>
          </p:cNvPr>
          <p:cNvCxnSpPr/>
          <p:nvPr/>
        </p:nvCxnSpPr>
        <p:spPr>
          <a:xfrm>
            <a:off x="2996588" y="471225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03117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C1780A2-B433-4A44-BD68-626A49289C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51345271"/>
              </p:ext>
            </p:extLst>
          </p:nvPr>
        </p:nvGraphicFramePr>
        <p:xfrm>
          <a:off x="1311008" y="859315"/>
          <a:ext cx="6367750" cy="3810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015C74B3-6BE8-4583-85AE-07B9A0443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550" y="1"/>
            <a:ext cx="7710900" cy="572494"/>
          </a:xfrm>
        </p:spPr>
        <p:txBody>
          <a:bodyPr/>
          <a:lstStyle/>
          <a:p>
            <a:r>
              <a:rPr lang="en-US" sz="2400" dirty="0"/>
              <a:t>Operations framework</a:t>
            </a:r>
            <a:endParaRPr lang="en-IN" sz="2400" dirty="0"/>
          </a:p>
        </p:txBody>
      </p:sp>
      <p:cxnSp>
        <p:nvCxnSpPr>
          <p:cNvPr id="10" name="Google Shape;253;p38">
            <a:extLst>
              <a:ext uri="{FF2B5EF4-FFF2-40B4-BE49-F238E27FC236}">
                <a16:creationId xmlns:a16="http://schemas.microsoft.com/office/drawing/2014/main" id="{F85AA0B5-A3E0-4732-A3A9-91CDB0762CFF}"/>
              </a:ext>
            </a:extLst>
          </p:cNvPr>
          <p:cNvCxnSpPr/>
          <p:nvPr/>
        </p:nvCxnSpPr>
        <p:spPr>
          <a:xfrm>
            <a:off x="2996588" y="471225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51367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F57356-5A99-4D6A-A5E4-5485FAA8EE9F}"/>
              </a:ext>
            </a:extLst>
          </p:cNvPr>
          <p:cNvSpPr txBox="1"/>
          <p:nvPr/>
        </p:nvSpPr>
        <p:spPr>
          <a:xfrm>
            <a:off x="2735249" y="803082"/>
            <a:ext cx="5009321" cy="2051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C547375-E4A3-4038-BB8A-5D4EB4BBA5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736144"/>
              </p:ext>
            </p:extLst>
          </p:nvPr>
        </p:nvGraphicFramePr>
        <p:xfrm>
          <a:off x="886857" y="873591"/>
          <a:ext cx="7105879" cy="37965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671B46E7-251B-43B0-845A-7CB091DBD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550" y="1"/>
            <a:ext cx="7710900" cy="572494"/>
          </a:xfrm>
        </p:spPr>
        <p:txBody>
          <a:bodyPr/>
          <a:lstStyle/>
          <a:p>
            <a:r>
              <a:rPr lang="en-US" sz="2400" dirty="0"/>
              <a:t>Operations framework</a:t>
            </a:r>
            <a:endParaRPr lang="en-IN" sz="2400" dirty="0"/>
          </a:p>
        </p:txBody>
      </p:sp>
      <p:cxnSp>
        <p:nvCxnSpPr>
          <p:cNvPr id="11" name="Google Shape;253;p38">
            <a:extLst>
              <a:ext uri="{FF2B5EF4-FFF2-40B4-BE49-F238E27FC236}">
                <a16:creationId xmlns:a16="http://schemas.microsoft.com/office/drawing/2014/main" id="{286F250F-F7C3-4150-B4FB-AD3BC84A1911}"/>
              </a:ext>
            </a:extLst>
          </p:cNvPr>
          <p:cNvCxnSpPr/>
          <p:nvPr/>
        </p:nvCxnSpPr>
        <p:spPr>
          <a:xfrm>
            <a:off x="2996588" y="471225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358605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7A1F413-83A3-4446-920C-8366A8DD9E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52478025"/>
              </p:ext>
            </p:extLst>
          </p:nvPr>
        </p:nvGraphicFramePr>
        <p:xfrm>
          <a:off x="1049731" y="837307"/>
          <a:ext cx="7044538" cy="3832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87F6CCB3-DBF6-4403-8344-450AAA8E0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550" y="1"/>
            <a:ext cx="7710900" cy="572494"/>
          </a:xfrm>
        </p:spPr>
        <p:txBody>
          <a:bodyPr/>
          <a:lstStyle/>
          <a:p>
            <a:r>
              <a:rPr lang="en-US" sz="2400" dirty="0"/>
              <a:t>Operations framework</a:t>
            </a:r>
            <a:endParaRPr lang="en-IN" sz="2400" dirty="0"/>
          </a:p>
        </p:txBody>
      </p:sp>
      <p:cxnSp>
        <p:nvCxnSpPr>
          <p:cNvPr id="9" name="Google Shape;253;p38">
            <a:extLst>
              <a:ext uri="{FF2B5EF4-FFF2-40B4-BE49-F238E27FC236}">
                <a16:creationId xmlns:a16="http://schemas.microsoft.com/office/drawing/2014/main" id="{801CFEF4-BC4A-462D-B004-1BA0D60CEDE6}"/>
              </a:ext>
            </a:extLst>
          </p:cNvPr>
          <p:cNvCxnSpPr/>
          <p:nvPr/>
        </p:nvCxnSpPr>
        <p:spPr>
          <a:xfrm>
            <a:off x="2996588" y="471225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866021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CCA871-69AC-49F8-898B-BAE0402277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608807" y="475213"/>
            <a:ext cx="4576842" cy="4576842"/>
          </a:xfrm>
          <a:prstGeom prst="rect">
            <a:avLst/>
          </a:prstGeom>
          <a:solidFill>
            <a:schemeClr val="tx1">
              <a:alpha val="22000"/>
            </a:schemeClr>
          </a:solidFill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6B3AA0-5836-4F31-8404-0FB357907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565" y="776727"/>
            <a:ext cx="1757611" cy="175761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DF10BC-8D7B-48BB-9B78-D157EED17586}"/>
              </a:ext>
            </a:extLst>
          </p:cNvPr>
          <p:cNvCxnSpPr>
            <a:cxnSpLocks/>
          </p:cNvCxnSpPr>
          <p:nvPr/>
        </p:nvCxnSpPr>
        <p:spPr>
          <a:xfrm flipH="1">
            <a:off x="725780" y="2776007"/>
            <a:ext cx="3521072" cy="0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9671F7-4641-4A09-8B74-10C130DB8717}"/>
              </a:ext>
            </a:extLst>
          </p:cNvPr>
          <p:cNvCxnSpPr>
            <a:cxnSpLocks/>
          </p:cNvCxnSpPr>
          <p:nvPr/>
        </p:nvCxnSpPr>
        <p:spPr>
          <a:xfrm flipV="1">
            <a:off x="4246343" y="2487711"/>
            <a:ext cx="510" cy="1909928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C3E476-AC4B-4308-BA5F-F5673A2A0382}"/>
              </a:ext>
            </a:extLst>
          </p:cNvPr>
          <p:cNvCxnSpPr>
            <a:cxnSpLocks/>
          </p:cNvCxnSpPr>
          <p:nvPr/>
        </p:nvCxnSpPr>
        <p:spPr>
          <a:xfrm flipH="1">
            <a:off x="725780" y="3707546"/>
            <a:ext cx="3521072" cy="0"/>
          </a:xfrm>
          <a:prstGeom prst="line">
            <a:avLst/>
          </a:prstGeom>
          <a:ln w="9525" cap="flat" cmpd="sng" algn="ctr">
            <a:solidFill>
              <a:schemeClr val="bg1">
                <a:lumMod val="9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EA52E90-185F-4B4D-A512-FE35E8A33ADC}"/>
              </a:ext>
            </a:extLst>
          </p:cNvPr>
          <p:cNvCxnSpPr>
            <a:cxnSpLocks/>
          </p:cNvCxnSpPr>
          <p:nvPr/>
        </p:nvCxnSpPr>
        <p:spPr>
          <a:xfrm flipH="1">
            <a:off x="4246852" y="3269535"/>
            <a:ext cx="3124277" cy="0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07AED07-D405-4B8D-A75C-AAE0EA278EA3}"/>
              </a:ext>
            </a:extLst>
          </p:cNvPr>
          <p:cNvCxnSpPr>
            <a:cxnSpLocks/>
          </p:cNvCxnSpPr>
          <p:nvPr/>
        </p:nvCxnSpPr>
        <p:spPr>
          <a:xfrm flipH="1">
            <a:off x="4246343" y="4379398"/>
            <a:ext cx="3162413" cy="0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Title 2">
            <a:extLst>
              <a:ext uri="{FF2B5EF4-FFF2-40B4-BE49-F238E27FC236}">
                <a16:creationId xmlns:a16="http://schemas.microsoft.com/office/drawing/2014/main" id="{CDAD91DA-1688-40CE-BE98-17A203E879B8}"/>
              </a:ext>
            </a:extLst>
          </p:cNvPr>
          <p:cNvSpPr txBox="1">
            <a:spLocks/>
          </p:cNvSpPr>
          <p:nvPr/>
        </p:nvSpPr>
        <p:spPr>
          <a:xfrm>
            <a:off x="11479" y="-38350"/>
            <a:ext cx="7359650" cy="52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700"/>
              <a:buFont typeface="Julius Sans One"/>
              <a:buNone/>
              <a:defRPr sz="27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en-GB" b="1" dirty="0">
                <a:solidFill>
                  <a:schemeClr val="bg2"/>
                </a:solidFill>
              </a:rPr>
              <a:t>Go to Market Strategy</a:t>
            </a:r>
            <a:endParaRPr lang="en-IN" b="1" dirty="0">
              <a:solidFill>
                <a:schemeClr val="bg2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2FF0CD6-4AAC-44A8-B23F-1A024C2E4E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335" y="2905301"/>
            <a:ext cx="650069" cy="65006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7813767-AC6B-499F-9420-D831A75E27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089" y="2534338"/>
            <a:ext cx="473045" cy="47304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52975F4-3D44-414A-8829-926002A5A200}"/>
              </a:ext>
            </a:extLst>
          </p:cNvPr>
          <p:cNvSpPr txBox="1"/>
          <p:nvPr/>
        </p:nvSpPr>
        <p:spPr>
          <a:xfrm>
            <a:off x="706134" y="2490824"/>
            <a:ext cx="17576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Launch</a:t>
            </a:r>
            <a:endParaRPr lang="en-IN" b="1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841A47E-727C-45F0-805C-A0CC2E38B393}"/>
              </a:ext>
            </a:extLst>
          </p:cNvPr>
          <p:cNvSpPr txBox="1"/>
          <p:nvPr/>
        </p:nvSpPr>
        <p:spPr>
          <a:xfrm>
            <a:off x="725594" y="2821787"/>
            <a:ext cx="2236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Pan India launch of App and Website</a:t>
            </a:r>
            <a:endParaRPr lang="en-IN" sz="1200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4100B9-2F58-4A56-BFDC-35F10E925384}"/>
              </a:ext>
            </a:extLst>
          </p:cNvPr>
          <p:cNvSpPr txBox="1"/>
          <p:nvPr/>
        </p:nvSpPr>
        <p:spPr>
          <a:xfrm>
            <a:off x="4414096" y="3343889"/>
            <a:ext cx="30760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Maharashtra, </a:t>
            </a:r>
            <a:r>
              <a:rPr lang="en-GB" sz="12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 in the initial target state for school/society campaigns.</a:t>
            </a:r>
          </a:p>
          <a:p>
            <a:r>
              <a:rPr lang="en-GB" sz="12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Size: </a:t>
            </a:r>
            <a:r>
              <a:rPr lang="en-US" sz="1200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2,28,22,462</a:t>
            </a:r>
            <a:r>
              <a:rPr lang="en-US" sz="12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Age group: </a:t>
            </a:r>
            <a:r>
              <a:rPr lang="en-US" sz="1200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8-18 </a:t>
            </a:r>
            <a:r>
              <a:rPr lang="en-GB" sz="12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1200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200" b="1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8B1B99E-BAF6-41AE-8122-4112F3CBFA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956" y="3555370"/>
            <a:ext cx="528638" cy="52863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5FFBEB4-11DB-44A9-969B-9B053AFDD6F6}"/>
              </a:ext>
            </a:extLst>
          </p:cNvPr>
          <p:cNvSpPr txBox="1"/>
          <p:nvPr/>
        </p:nvSpPr>
        <p:spPr>
          <a:xfrm>
            <a:off x="692719" y="3414852"/>
            <a:ext cx="24126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Mass and Targeted media</a:t>
            </a:r>
            <a:endParaRPr lang="en-IN" b="1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652ED7B-3DE5-474E-852B-82547381CAF8}"/>
              </a:ext>
            </a:extLst>
          </p:cNvPr>
          <p:cNvSpPr/>
          <p:nvPr/>
        </p:nvSpPr>
        <p:spPr>
          <a:xfrm>
            <a:off x="725594" y="3772606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2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Advertising Outbound- TV, Print Medium </a:t>
            </a:r>
          </a:p>
          <a:p>
            <a:r>
              <a:rPr lang="en-IN" sz="12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Advertising Inbound- Digital, search </a:t>
            </a:r>
          </a:p>
          <a:p>
            <a:r>
              <a:rPr lang="en-IN" sz="12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Product Placements </a:t>
            </a:r>
          </a:p>
          <a:p>
            <a:r>
              <a:rPr lang="en-IN" sz="12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Public Relations </a:t>
            </a:r>
            <a:endParaRPr lang="en-IN" sz="1200" b="1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645167F-7BAE-4009-BB25-911E9694F0C6}"/>
              </a:ext>
            </a:extLst>
          </p:cNvPr>
          <p:cNvSpPr/>
          <p:nvPr/>
        </p:nvSpPr>
        <p:spPr>
          <a:xfrm>
            <a:off x="4529737" y="4414309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2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Salesforce, Word Of Mouth, Referrals</a:t>
            </a:r>
          </a:p>
          <a:p>
            <a:r>
              <a:rPr lang="en-IN" sz="12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Schools Campaigns, Society Campaigns 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7D0A630-1173-40F9-9414-51094A1E6BF3}"/>
              </a:ext>
            </a:extLst>
          </p:cNvPr>
          <p:cNvSpPr txBox="1"/>
          <p:nvPr/>
        </p:nvSpPr>
        <p:spPr>
          <a:xfrm>
            <a:off x="4486331" y="4050779"/>
            <a:ext cx="3029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Personal and Interpersonal Means</a:t>
            </a:r>
            <a:endParaRPr lang="en-IN" b="1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0673CC58-1B10-442E-B9F6-EA0F52E87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2033" y="4025005"/>
            <a:ext cx="708786" cy="708786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7114BA7B-CB2F-4374-BA08-0070AA7B207E}"/>
              </a:ext>
            </a:extLst>
          </p:cNvPr>
          <p:cNvSpPr/>
          <p:nvPr/>
        </p:nvSpPr>
        <p:spPr>
          <a:xfrm>
            <a:off x="4116022" y="2647509"/>
            <a:ext cx="260642" cy="261014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C45C99B-1ED5-432A-A7CF-0BBD88AE8049}"/>
              </a:ext>
            </a:extLst>
          </p:cNvPr>
          <p:cNvSpPr/>
          <p:nvPr/>
        </p:nvSpPr>
        <p:spPr>
          <a:xfrm>
            <a:off x="4116022" y="3128863"/>
            <a:ext cx="260642" cy="261014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90BBB02-50D1-4C70-A632-6DA967977211}"/>
              </a:ext>
            </a:extLst>
          </p:cNvPr>
          <p:cNvSpPr/>
          <p:nvPr/>
        </p:nvSpPr>
        <p:spPr>
          <a:xfrm>
            <a:off x="4116022" y="3582260"/>
            <a:ext cx="260642" cy="261014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62A8403F-0AEA-41E9-8C77-ED3F296789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4454" y="173700"/>
            <a:ext cx="947614" cy="6030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86D5FE-52DF-4EA6-9A12-B470EB2C1947}"/>
              </a:ext>
            </a:extLst>
          </p:cNvPr>
          <p:cNvSpPr txBox="1"/>
          <p:nvPr/>
        </p:nvSpPr>
        <p:spPr>
          <a:xfrm>
            <a:off x="4635350" y="2953153"/>
            <a:ext cx="27866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School/Society Campaigns</a:t>
            </a:r>
            <a:endParaRPr lang="en-IN" b="1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BB2B86B-D5D6-4929-A5C6-49B73AF13332}"/>
              </a:ext>
            </a:extLst>
          </p:cNvPr>
          <p:cNvSpPr/>
          <p:nvPr/>
        </p:nvSpPr>
        <p:spPr>
          <a:xfrm>
            <a:off x="4116022" y="4265753"/>
            <a:ext cx="260642" cy="261014"/>
          </a:xfrm>
          <a:prstGeom prst="ellipse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8" name="Google Shape;253;p38">
            <a:extLst>
              <a:ext uri="{FF2B5EF4-FFF2-40B4-BE49-F238E27FC236}">
                <a16:creationId xmlns:a16="http://schemas.microsoft.com/office/drawing/2014/main" id="{F8EBF322-7F6F-4649-8DFE-16270D1B4475}"/>
              </a:ext>
            </a:extLst>
          </p:cNvPr>
          <p:cNvCxnSpPr/>
          <p:nvPr/>
        </p:nvCxnSpPr>
        <p:spPr>
          <a:xfrm>
            <a:off x="402044" y="506691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818376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7F40B7-A4A9-4F39-9758-EB60A9C7B054}"/>
              </a:ext>
            </a:extLst>
          </p:cNvPr>
          <p:cNvSpPr txBox="1"/>
          <p:nvPr/>
        </p:nvSpPr>
        <p:spPr>
          <a:xfrm>
            <a:off x="126574" y="545624"/>
            <a:ext cx="37016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latin typeface="Calibri" panose="020F0502020204030204" pitchFamily="34" charset="0"/>
                <a:cs typeface="Calibri" panose="020F0502020204030204" pitchFamily="34" charset="0"/>
              </a:rPr>
              <a:t>Mass and Targeted Media</a:t>
            </a:r>
            <a:endParaRPr lang="en-IN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16281AF-C8E8-44ED-8998-EA342D6EC81A}"/>
              </a:ext>
            </a:extLst>
          </p:cNvPr>
          <p:cNvGrpSpPr/>
          <p:nvPr/>
        </p:nvGrpSpPr>
        <p:grpSpPr>
          <a:xfrm>
            <a:off x="1063396" y="824637"/>
            <a:ext cx="2175184" cy="2352442"/>
            <a:chOff x="6792070" y="757674"/>
            <a:chExt cx="2351930" cy="2460407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64786B3-57E1-48CB-A58E-A4B9025C15AC}"/>
                </a:ext>
              </a:extLst>
            </p:cNvPr>
            <p:cNvSpPr txBox="1"/>
            <p:nvPr/>
          </p:nvSpPr>
          <p:spPr>
            <a:xfrm>
              <a:off x="7195931" y="757674"/>
              <a:ext cx="1168841" cy="289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Calibri" panose="020F0502020204030204" pitchFamily="34" charset="0"/>
                  <a:cs typeface="Calibri" panose="020F0502020204030204" pitchFamily="34" charset="0"/>
                </a:rPr>
                <a:t>Television</a:t>
              </a:r>
              <a:endParaRPr lang="en-IN" sz="12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70" name="Picture 69" descr="A picture containing text, monitor, electronics, display&#10;&#10;Description automatically generated">
              <a:extLst>
                <a:ext uri="{FF2B5EF4-FFF2-40B4-BE49-F238E27FC236}">
                  <a16:creationId xmlns:a16="http://schemas.microsoft.com/office/drawing/2014/main" id="{C8BD445A-3721-4849-8493-D9EC94005D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6855143" y="911562"/>
              <a:ext cx="1905000" cy="1905000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7BA2912-B6CF-409B-8268-7631EA28942B}"/>
                </a:ext>
              </a:extLst>
            </p:cNvPr>
            <p:cNvSpPr txBox="1"/>
            <p:nvPr/>
          </p:nvSpPr>
          <p:spPr>
            <a:xfrm>
              <a:off x="6792070" y="2571750"/>
              <a:ext cx="235193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Ad on </a:t>
              </a:r>
              <a:r>
                <a:rPr lang="en-US" sz="900" b="1" dirty="0">
                  <a:latin typeface="Calibri" panose="020F0502020204030204" pitchFamily="34" charset="0"/>
                  <a:cs typeface="Calibri" panose="020F0502020204030204" pitchFamily="34" charset="0"/>
                </a:rPr>
                <a:t>4 most viewed 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channels</a:t>
              </a:r>
            </a:p>
            <a:p>
              <a:r>
                <a:rPr lang="en-US" sz="900" b="1" dirty="0">
                  <a:latin typeface="Calibri" panose="020F0502020204030204" pitchFamily="34" charset="0"/>
                  <a:cs typeface="Calibri" panose="020F0502020204030204" pitchFamily="34" charset="0"/>
                </a:rPr>
                <a:t>Ad Freq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- 6 times/day</a:t>
              </a:r>
            </a:p>
            <a:p>
              <a:r>
                <a:rPr lang="en-US" sz="900" b="1" dirty="0">
                  <a:latin typeface="Calibri" panose="020F0502020204030204" pitchFamily="34" charset="0"/>
                  <a:cs typeface="Calibri" panose="020F0502020204030204" pitchFamily="34" charset="0"/>
                </a:rPr>
                <a:t>Ad Timings- 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18:00 – 24:00</a:t>
              </a:r>
            </a:p>
            <a:p>
              <a:r>
                <a:rPr lang="en-US" sz="900" b="1" dirty="0">
                  <a:latin typeface="Calibri" panose="020F0502020204030204" pitchFamily="34" charset="0"/>
                  <a:cs typeface="Calibri" panose="020F0502020204030204" pitchFamily="34" charset="0"/>
                </a:rPr>
                <a:t>Duration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 – 180 days </a:t>
              </a:r>
              <a:endParaRPr lang="en-IN" sz="9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72" name="Picture 2">
              <a:extLst>
                <a:ext uri="{FF2B5EF4-FFF2-40B4-BE49-F238E27FC236}">
                  <a16:creationId xmlns:a16="http://schemas.microsoft.com/office/drawing/2014/main" id="{74433C4D-61E3-43A2-8EE4-B9C9D05F25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2807" y="1303955"/>
              <a:ext cx="675863" cy="5062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3" name="Picture 8" descr="Zee News - Wikipedia">
              <a:extLst>
                <a:ext uri="{FF2B5EF4-FFF2-40B4-BE49-F238E27FC236}">
                  <a16:creationId xmlns:a16="http://schemas.microsoft.com/office/drawing/2014/main" id="{DFA2BA13-367B-4086-821E-79B7A40774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26427" y="1285546"/>
              <a:ext cx="593905" cy="5939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4" name="Picture 12">
              <a:extLst>
                <a:ext uri="{FF2B5EF4-FFF2-40B4-BE49-F238E27FC236}">
                  <a16:creationId xmlns:a16="http://schemas.microsoft.com/office/drawing/2014/main" id="{3543017C-067F-47CF-9C76-CE4EBDB9DC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76992" y="1755731"/>
              <a:ext cx="375245" cy="4157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4AE6E13-FB9D-4418-B8B7-AF77E61F737C}"/>
              </a:ext>
            </a:extLst>
          </p:cNvPr>
          <p:cNvGrpSpPr/>
          <p:nvPr/>
        </p:nvGrpSpPr>
        <p:grpSpPr>
          <a:xfrm>
            <a:off x="1165353" y="3494285"/>
            <a:ext cx="2073227" cy="1414970"/>
            <a:chOff x="2512321" y="1515348"/>
            <a:chExt cx="2640123" cy="1924781"/>
          </a:xfrm>
        </p:grpSpPr>
        <p:pic>
          <p:nvPicPr>
            <p:cNvPr id="81" name="Picture 14" descr="Times-of-india-logo">
              <a:extLst>
                <a:ext uri="{FF2B5EF4-FFF2-40B4-BE49-F238E27FC236}">
                  <a16:creationId xmlns:a16="http://schemas.microsoft.com/office/drawing/2014/main" id="{DD69A90A-61C3-466C-8080-5C13AA2987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2322" y="1515348"/>
              <a:ext cx="2376308" cy="12494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8D3AC1C-F306-4366-BC51-3725E82F64DD}"/>
                </a:ext>
              </a:extLst>
            </p:cNvPr>
            <p:cNvSpPr txBox="1"/>
            <p:nvPr/>
          </p:nvSpPr>
          <p:spPr>
            <a:xfrm>
              <a:off x="2512321" y="2793798"/>
              <a:ext cx="264012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latin typeface="Calibri" panose="020F0502020204030204" pitchFamily="34" charset="0"/>
                  <a:cs typeface="Calibri" panose="020F0502020204030204" pitchFamily="34" charset="0"/>
                </a:rPr>
                <a:t>Reach: 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8,30,000</a:t>
              </a:r>
            </a:p>
            <a:p>
              <a:r>
                <a:rPr lang="en-US" sz="900" b="1" dirty="0">
                  <a:latin typeface="Calibri" panose="020F0502020204030204" pitchFamily="34" charset="0"/>
                  <a:cs typeface="Calibri" panose="020F0502020204030204" pitchFamily="34" charset="0"/>
                </a:rPr>
                <a:t>Ad Type 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: Display Ad</a:t>
              </a:r>
            </a:p>
            <a:p>
              <a:r>
                <a:rPr lang="en-US" sz="900" b="1" dirty="0">
                  <a:latin typeface="Calibri" panose="020F0502020204030204" pitchFamily="34" charset="0"/>
                  <a:cs typeface="Calibri" panose="020F0502020204030204" pitchFamily="34" charset="0"/>
                </a:rPr>
                <a:t>Ad Size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: Half Page(825 sqcm)</a:t>
              </a:r>
            </a:p>
            <a:p>
              <a:r>
                <a:rPr lang="en-US" sz="900" b="1" dirty="0">
                  <a:latin typeface="Calibri" panose="020F0502020204030204" pitchFamily="34" charset="0"/>
                  <a:cs typeface="Calibri" panose="020F0502020204030204" pitchFamily="34" charset="0"/>
                </a:rPr>
                <a:t>Ad Frequency- </a:t>
              </a:r>
              <a:r>
                <a:rPr lang="en-US" sz="900" dirty="0">
                  <a:latin typeface="Calibri" panose="020F0502020204030204" pitchFamily="34" charset="0"/>
                  <a:cs typeface="Calibri" panose="020F0502020204030204" pitchFamily="34" charset="0"/>
                </a:rPr>
                <a:t>Every Sunday</a:t>
              </a:r>
              <a:endParaRPr lang="en-IN" sz="9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4B73C38-43FD-476D-9630-66B41933764F}"/>
              </a:ext>
            </a:extLst>
          </p:cNvPr>
          <p:cNvSpPr txBox="1"/>
          <p:nvPr/>
        </p:nvSpPr>
        <p:spPr>
          <a:xfrm>
            <a:off x="1213134" y="3211424"/>
            <a:ext cx="15790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latin typeface="Calibri" panose="020F0502020204030204" pitchFamily="34" charset="0"/>
                <a:cs typeface="Calibri" panose="020F0502020204030204" pitchFamily="34" charset="0"/>
              </a:rPr>
              <a:t>Newspaper</a:t>
            </a:r>
            <a:r>
              <a:rPr lang="en-GB" b="1" dirty="0"/>
              <a:t> </a:t>
            </a:r>
            <a:endParaRPr lang="en-IN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B23341E-CB1E-44FC-8B26-6CBABF1F6D05}"/>
              </a:ext>
            </a:extLst>
          </p:cNvPr>
          <p:cNvSpPr txBox="1"/>
          <p:nvPr/>
        </p:nvSpPr>
        <p:spPr>
          <a:xfrm>
            <a:off x="5464858" y="542664"/>
            <a:ext cx="21468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Digital Advertisement</a:t>
            </a:r>
            <a:endParaRPr lang="en-IN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5" name="Picture 16" descr="YouTube Logo | Symbol, History, PNG (3840*2160)">
            <a:extLst>
              <a:ext uri="{FF2B5EF4-FFF2-40B4-BE49-F238E27FC236}">
                <a16:creationId xmlns:a16="http://schemas.microsoft.com/office/drawing/2014/main" id="{99DBC1E7-B5FD-456E-AF79-73D2801C5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290" y="1152294"/>
            <a:ext cx="1559527" cy="873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D1F6805B-EF15-4B90-9B62-08D1AE7EDAF4}"/>
              </a:ext>
            </a:extLst>
          </p:cNvPr>
          <p:cNvSpPr txBox="1"/>
          <p:nvPr/>
        </p:nvSpPr>
        <p:spPr>
          <a:xfrm>
            <a:off x="6546858" y="1329345"/>
            <a:ext cx="278993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Reach: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26.5 Crores</a:t>
            </a:r>
          </a:p>
          <a:p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Views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: 4 Crores</a:t>
            </a:r>
          </a:p>
          <a:p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Ad Type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: Skippable Video(only after 20 secs)</a:t>
            </a:r>
            <a:endParaRPr lang="en-IN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7" name="Picture 18" descr="Facebook Logo | Symbol, History, PNG (3840*2160)">
            <a:extLst>
              <a:ext uri="{FF2B5EF4-FFF2-40B4-BE49-F238E27FC236}">
                <a16:creationId xmlns:a16="http://schemas.microsoft.com/office/drawing/2014/main" id="{59BAC239-2DF5-45AB-BB50-D9E3A04A0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289" y="2173950"/>
            <a:ext cx="1559527" cy="66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E139A3A3-8CDF-490E-A59C-421094DCA63E}"/>
              </a:ext>
            </a:extLst>
          </p:cNvPr>
          <p:cNvSpPr txBox="1"/>
          <p:nvPr/>
        </p:nvSpPr>
        <p:spPr>
          <a:xfrm>
            <a:off x="6546857" y="2253212"/>
            <a:ext cx="212970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Reach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: 32 Crores</a:t>
            </a:r>
          </a:p>
          <a:p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Ad Units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– 1 Crore</a:t>
            </a:r>
          </a:p>
          <a:p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Ad Type-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CPC Banners</a:t>
            </a:r>
            <a:endParaRPr lang="en-IN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9" name="Picture 20" descr="Disney+ goes live in India with Hotstar; all you need to know">
            <a:extLst>
              <a:ext uri="{FF2B5EF4-FFF2-40B4-BE49-F238E27FC236}">
                <a16:creationId xmlns:a16="http://schemas.microsoft.com/office/drawing/2014/main" id="{E038D4DB-FD81-4323-AAF4-90AFEEF20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2289" y="3177079"/>
            <a:ext cx="1694568" cy="948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0FFF47A2-690A-4C6E-A5CF-05A2529AF70A}"/>
              </a:ext>
            </a:extLst>
          </p:cNvPr>
          <p:cNvSpPr txBox="1"/>
          <p:nvPr/>
        </p:nvSpPr>
        <p:spPr>
          <a:xfrm>
            <a:off x="6550056" y="3365312"/>
            <a:ext cx="316461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Reach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: 23.5 Crores</a:t>
            </a:r>
          </a:p>
          <a:p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Ad Units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: 3 Crore CPM PreRoll Units</a:t>
            </a:r>
          </a:p>
          <a:p>
            <a:r>
              <a:rPr lang="en-US" sz="900" b="1" dirty="0">
                <a:latin typeface="Calibri" panose="020F0502020204030204" pitchFamily="34" charset="0"/>
                <a:cs typeface="Calibri" panose="020F0502020204030204" pitchFamily="34" charset="0"/>
              </a:rPr>
              <a:t>Ad Type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: 10 sec Video Ad</a:t>
            </a:r>
            <a:endParaRPr lang="en-IN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FF505A8-196E-469E-B725-5DFF39AF39E6}"/>
              </a:ext>
            </a:extLst>
          </p:cNvPr>
          <p:cNvCxnSpPr/>
          <p:nvPr/>
        </p:nvCxnSpPr>
        <p:spPr>
          <a:xfrm>
            <a:off x="4395730" y="1078531"/>
            <a:ext cx="0" cy="3593154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FE49296-7ECA-4BB3-9BE4-C13D41DD39E1}"/>
              </a:ext>
            </a:extLst>
          </p:cNvPr>
          <p:cNvCxnSpPr>
            <a:cxnSpLocks/>
          </p:cNvCxnSpPr>
          <p:nvPr/>
        </p:nvCxnSpPr>
        <p:spPr>
          <a:xfrm>
            <a:off x="1121729" y="3211424"/>
            <a:ext cx="2340816" cy="0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963D8D4-83A2-43C8-9004-780400F93051}"/>
              </a:ext>
            </a:extLst>
          </p:cNvPr>
          <p:cNvCxnSpPr/>
          <p:nvPr/>
        </p:nvCxnSpPr>
        <p:spPr>
          <a:xfrm>
            <a:off x="5533304" y="2025629"/>
            <a:ext cx="2192357" cy="0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B8664F17-0E15-4FB4-AE0D-2B59583F7AFE}"/>
              </a:ext>
            </a:extLst>
          </p:cNvPr>
          <p:cNvCxnSpPr/>
          <p:nvPr/>
        </p:nvCxnSpPr>
        <p:spPr>
          <a:xfrm>
            <a:off x="5552500" y="2971243"/>
            <a:ext cx="2192357" cy="0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D82D53-758D-4FD8-B7FF-D5E04F7CA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818" y="1803569"/>
            <a:ext cx="568729" cy="402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itle 2">
            <a:extLst>
              <a:ext uri="{FF2B5EF4-FFF2-40B4-BE49-F238E27FC236}">
                <a16:creationId xmlns:a16="http://schemas.microsoft.com/office/drawing/2014/main" id="{AC374077-F6FB-4CBD-B9B1-DBB76D10EEA5}"/>
              </a:ext>
            </a:extLst>
          </p:cNvPr>
          <p:cNvSpPr txBox="1">
            <a:spLocks/>
          </p:cNvSpPr>
          <p:nvPr/>
        </p:nvSpPr>
        <p:spPr>
          <a:xfrm>
            <a:off x="11479" y="-38350"/>
            <a:ext cx="7359650" cy="52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700"/>
              <a:buFont typeface="Julius Sans One"/>
              <a:buNone/>
              <a:defRPr sz="27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en-GB" b="1" dirty="0">
                <a:solidFill>
                  <a:schemeClr val="tx1"/>
                </a:solidFill>
              </a:rPr>
              <a:t>Go to Market Strategy</a:t>
            </a:r>
            <a:endParaRPr lang="en-IN" b="1" dirty="0">
              <a:solidFill>
                <a:schemeClr val="tx1"/>
              </a:solidFill>
            </a:endParaRPr>
          </a:p>
        </p:txBody>
      </p:sp>
      <p:cxnSp>
        <p:nvCxnSpPr>
          <p:cNvPr id="32" name="Google Shape;253;p38">
            <a:extLst>
              <a:ext uri="{FF2B5EF4-FFF2-40B4-BE49-F238E27FC236}">
                <a16:creationId xmlns:a16="http://schemas.microsoft.com/office/drawing/2014/main" id="{34AFE445-D603-4F87-BB1F-D4C56E0E092D}"/>
              </a:ext>
            </a:extLst>
          </p:cNvPr>
          <p:cNvCxnSpPr/>
          <p:nvPr/>
        </p:nvCxnSpPr>
        <p:spPr>
          <a:xfrm>
            <a:off x="402044" y="506691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E9A41F4-995C-49BE-BF38-91480BC3E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25" y="2135082"/>
            <a:ext cx="1660664" cy="9882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A42443D-110D-404C-99D4-E11FFFB324A9}"/>
              </a:ext>
            </a:extLst>
          </p:cNvPr>
          <p:cNvSpPr txBox="1"/>
          <p:nvPr/>
        </p:nvSpPr>
        <p:spPr>
          <a:xfrm>
            <a:off x="598942" y="3052571"/>
            <a:ext cx="18516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Google Display Ad</a:t>
            </a:r>
            <a:endParaRPr lang="en-IN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053" name="Group 2052">
            <a:extLst>
              <a:ext uri="{FF2B5EF4-FFF2-40B4-BE49-F238E27FC236}">
                <a16:creationId xmlns:a16="http://schemas.microsoft.com/office/drawing/2014/main" id="{D326741C-5F62-4BA9-827D-74482F7805CD}"/>
              </a:ext>
            </a:extLst>
          </p:cNvPr>
          <p:cNvGrpSpPr/>
          <p:nvPr/>
        </p:nvGrpSpPr>
        <p:grpSpPr>
          <a:xfrm>
            <a:off x="721073" y="3369289"/>
            <a:ext cx="2813387" cy="1650256"/>
            <a:chOff x="995507" y="3641870"/>
            <a:chExt cx="2478445" cy="940864"/>
          </a:xfrm>
        </p:grpSpPr>
        <p:pic>
          <p:nvPicPr>
            <p:cNvPr id="1028" name="Picture 4" descr="Google Display Network: Hacks for Successful Marketers - Lander Blog">
              <a:extLst>
                <a:ext uri="{FF2B5EF4-FFF2-40B4-BE49-F238E27FC236}">
                  <a16:creationId xmlns:a16="http://schemas.microsoft.com/office/drawing/2014/main" id="{28EC58EE-3D96-4998-8AF2-E7A3BEB71A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5507" y="3641870"/>
              <a:ext cx="1411296" cy="9408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7F4F832-9D62-4F29-AADC-755E4084CD22}"/>
                </a:ext>
              </a:extLst>
            </p:cNvPr>
            <p:cNvSpPr txBox="1"/>
            <p:nvPr/>
          </p:nvSpPr>
          <p:spPr>
            <a:xfrm>
              <a:off x="1160122" y="4146090"/>
              <a:ext cx="231383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latin typeface="Calibri" panose="020F0502020204030204" pitchFamily="34" charset="0"/>
                  <a:cs typeface="Calibri" panose="020F0502020204030204" pitchFamily="34" charset="0"/>
                </a:rPr>
                <a:t>20 Lakhs CPC Units</a:t>
              </a:r>
              <a:endParaRPr lang="en-IN" sz="1100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2A3D253-1697-4E99-9963-7C8EACD9485C}"/>
              </a:ext>
            </a:extLst>
          </p:cNvPr>
          <p:cNvSpPr txBox="1"/>
          <p:nvPr/>
        </p:nvSpPr>
        <p:spPr>
          <a:xfrm>
            <a:off x="601960" y="1779456"/>
            <a:ext cx="15574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Google Search</a:t>
            </a:r>
            <a:endParaRPr lang="en-IN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4277A14-B8B5-4C90-8260-5DAA421B105B}"/>
              </a:ext>
            </a:extLst>
          </p:cNvPr>
          <p:cNvCxnSpPr>
            <a:cxnSpLocks/>
          </p:cNvCxnSpPr>
          <p:nvPr/>
        </p:nvCxnSpPr>
        <p:spPr>
          <a:xfrm>
            <a:off x="5276888" y="1933344"/>
            <a:ext cx="0" cy="2065779"/>
          </a:xfrm>
          <a:prstGeom prst="line">
            <a:avLst/>
          </a:prstGeom>
          <a:ln w="1270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45A8331-C440-4387-93DC-94F8F9275361}"/>
              </a:ext>
            </a:extLst>
          </p:cNvPr>
          <p:cNvSpPr txBox="1"/>
          <p:nvPr/>
        </p:nvSpPr>
        <p:spPr>
          <a:xfrm>
            <a:off x="2870799" y="1911002"/>
            <a:ext cx="225815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Website Development: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Website to be developed so as it appears in maximum searches.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Content Development for SEO: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Rich Content Marketing for maximum appearances in search.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A22DEF-A5B7-477E-876A-5B6B65FAF7AB}"/>
              </a:ext>
            </a:extLst>
          </p:cNvPr>
          <p:cNvSpPr txBox="1"/>
          <p:nvPr/>
        </p:nvSpPr>
        <p:spPr>
          <a:xfrm>
            <a:off x="5543273" y="1898648"/>
            <a:ext cx="34906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Sponsorship: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Targeted School Events.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Events with relevant Footfalls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School Campaign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Organize Workshops on ECAs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Organize Quiz Competitions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Conduct Seminars on ECAs</a:t>
            </a:r>
          </a:p>
          <a:p>
            <a:pPr lvl="8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10C3F2C-505C-4DA3-BABA-8DB994C81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339" y="885704"/>
            <a:ext cx="742382" cy="74238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959943E-4651-4009-8810-9895EEFF04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448" y="2494320"/>
            <a:ext cx="342908" cy="34290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DE91026-7378-447A-99FD-5FFE99D841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5837" y="731097"/>
            <a:ext cx="1051596" cy="105159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253C1B0-1654-42B4-AF05-A0A06BE71B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0098" y="731097"/>
            <a:ext cx="1051595" cy="105159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0D8703B-801E-40B1-938A-D11FDF011FF3}"/>
              </a:ext>
            </a:extLst>
          </p:cNvPr>
          <p:cNvSpPr txBox="1"/>
          <p:nvPr/>
        </p:nvSpPr>
        <p:spPr>
          <a:xfrm>
            <a:off x="964279" y="2529451"/>
            <a:ext cx="11493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b="1" dirty="0">
                <a:latin typeface="Calibri" panose="020F0502020204030204" pitchFamily="34" charset="0"/>
                <a:cs typeface="Calibri" panose="020F0502020204030204" pitchFamily="34" charset="0"/>
              </a:rPr>
              <a:t>10 Lakh clicks</a:t>
            </a:r>
            <a:endParaRPr lang="en-IN" sz="1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7E4E347-73F3-4C69-A33E-AC073151CC4A}"/>
              </a:ext>
            </a:extLst>
          </p:cNvPr>
          <p:cNvCxnSpPr>
            <a:cxnSpLocks/>
          </p:cNvCxnSpPr>
          <p:nvPr/>
        </p:nvCxnSpPr>
        <p:spPr>
          <a:xfrm>
            <a:off x="2608970" y="1911002"/>
            <a:ext cx="0" cy="2065779"/>
          </a:xfrm>
          <a:prstGeom prst="line">
            <a:avLst/>
          </a:prstGeom>
          <a:ln w="1270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2">
            <a:extLst>
              <a:ext uri="{FF2B5EF4-FFF2-40B4-BE49-F238E27FC236}">
                <a16:creationId xmlns:a16="http://schemas.microsoft.com/office/drawing/2014/main" id="{899C6F54-4A36-4E90-87C0-27BB36EB5A58}"/>
              </a:ext>
            </a:extLst>
          </p:cNvPr>
          <p:cNvSpPr txBox="1">
            <a:spLocks/>
          </p:cNvSpPr>
          <p:nvPr/>
        </p:nvSpPr>
        <p:spPr>
          <a:xfrm>
            <a:off x="2159421" y="-30950"/>
            <a:ext cx="7359650" cy="52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700"/>
              <a:buFont typeface="Julius Sans One"/>
              <a:buNone/>
              <a:defRPr sz="27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en-GB" b="1" dirty="0">
                <a:solidFill>
                  <a:schemeClr val="tx1"/>
                </a:solidFill>
              </a:rPr>
              <a:t>Go to Market Strategy</a:t>
            </a:r>
            <a:endParaRPr lang="en-IN" b="1" dirty="0">
              <a:solidFill>
                <a:schemeClr val="tx1"/>
              </a:solidFill>
            </a:endParaRPr>
          </a:p>
        </p:txBody>
      </p:sp>
      <p:cxnSp>
        <p:nvCxnSpPr>
          <p:cNvPr id="22" name="Google Shape;253;p38">
            <a:extLst>
              <a:ext uri="{FF2B5EF4-FFF2-40B4-BE49-F238E27FC236}">
                <a16:creationId xmlns:a16="http://schemas.microsoft.com/office/drawing/2014/main" id="{F28997E9-716D-4BB6-B08A-5F38224D4C92}"/>
              </a:ext>
            </a:extLst>
          </p:cNvPr>
          <p:cNvCxnSpPr/>
          <p:nvPr/>
        </p:nvCxnSpPr>
        <p:spPr>
          <a:xfrm>
            <a:off x="2549986" y="514091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6008070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B4AE8ACE-6F79-43FA-99DE-C34D6534E6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8800256"/>
              </p:ext>
            </p:extLst>
          </p:nvPr>
        </p:nvGraphicFramePr>
        <p:xfrm>
          <a:off x="0" y="528600"/>
          <a:ext cx="4847422" cy="4517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BC58F405-0799-4FA9-8984-FD242E146768}"/>
              </a:ext>
            </a:extLst>
          </p:cNvPr>
          <p:cNvSpPr/>
          <p:nvPr/>
        </p:nvSpPr>
        <p:spPr>
          <a:xfrm>
            <a:off x="4120308" y="528600"/>
            <a:ext cx="3646584" cy="930236"/>
          </a:xfrm>
          <a:prstGeom prst="flowChartAlternateProcess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App Downloads, Website Signups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Workshops, Seminars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B3B39E27-D5AC-4C0D-9A08-47009C416A99}"/>
              </a:ext>
            </a:extLst>
          </p:cNvPr>
          <p:cNvSpPr/>
          <p:nvPr/>
        </p:nvSpPr>
        <p:spPr>
          <a:xfrm>
            <a:off x="4120308" y="1728379"/>
            <a:ext cx="3652972" cy="930237"/>
          </a:xfrm>
          <a:prstGeom prst="flowChartAlternateProcess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Dedicated Sales Team will use contact details to pitch Customers for an Online Demo on any one subject of Interest followed by Sales Pitch.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Identify Resourceful Customers to pitch in bigger deals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0C396050-0BC7-46F6-97B6-FB8547EF1060}"/>
              </a:ext>
            </a:extLst>
          </p:cNvPr>
          <p:cNvSpPr/>
          <p:nvPr/>
        </p:nvSpPr>
        <p:spPr>
          <a:xfrm>
            <a:off x="4120307" y="2796907"/>
            <a:ext cx="3672305" cy="1162968"/>
          </a:xfrm>
          <a:prstGeom prst="flowChartAlternateProcess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Target-</a:t>
            </a:r>
            <a:r>
              <a:rPr lang="en-US" sz="1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28,000 Schools in Maharashtra;10 Schools to be Targeted Monthly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Awareness Programs through Seminars for students along with parents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Pitch Sales at discounted Prices for School Students</a:t>
            </a:r>
            <a:endParaRPr lang="en-IN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E7C07CD6-68EE-4633-9CC1-B958072A58B6}"/>
              </a:ext>
            </a:extLst>
          </p:cNvPr>
          <p:cNvSpPr/>
          <p:nvPr/>
        </p:nvSpPr>
        <p:spPr>
          <a:xfrm>
            <a:off x="4120308" y="4098166"/>
            <a:ext cx="3646584" cy="947559"/>
          </a:xfrm>
          <a:prstGeom prst="flowChartAlternateProcess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Calibri" panose="020F0502020204030204" pitchFamily="34" charset="0"/>
                <a:cs typeface="Calibri" panose="020F0502020204030204" pitchFamily="34" charset="0"/>
              </a:rPr>
              <a:t>Conduct 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Awareness Programs along with Activities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Pitch Sales at discounted Prices for Society Kids</a:t>
            </a:r>
            <a:endParaRPr lang="en-IN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6" descr="Free Demo Icon HD Stock Images | Shutterstock">
            <a:extLst>
              <a:ext uri="{FF2B5EF4-FFF2-40B4-BE49-F238E27FC236}">
                <a16:creationId xmlns:a16="http://schemas.microsoft.com/office/drawing/2014/main" id="{3C2D1090-37FE-445A-9DBA-B936F03D7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226" y="1789279"/>
            <a:ext cx="369890" cy="399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Mobile App icon PNG and SVG Vector Free Download">
            <a:extLst>
              <a:ext uri="{FF2B5EF4-FFF2-40B4-BE49-F238E27FC236}">
                <a16:creationId xmlns:a16="http://schemas.microsoft.com/office/drawing/2014/main" id="{C53501FD-2AAF-4A10-884F-6B89E35E6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226" y="666891"/>
            <a:ext cx="202017" cy="347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Workshop - Free business and finance icons">
            <a:extLst>
              <a:ext uri="{FF2B5EF4-FFF2-40B4-BE49-F238E27FC236}">
                <a16:creationId xmlns:a16="http://schemas.microsoft.com/office/drawing/2014/main" id="{1E368ED5-B5E0-4EA5-85F4-64C9E6440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4593" y="1116629"/>
            <a:ext cx="251147" cy="251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2" descr="Influence Icons - Download Free Vector Icons | Noun Project">
            <a:extLst>
              <a:ext uri="{FF2B5EF4-FFF2-40B4-BE49-F238E27FC236}">
                <a16:creationId xmlns:a16="http://schemas.microsoft.com/office/drawing/2014/main" id="{A9E796E1-BFB1-4529-B32C-CB546B57D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225" y="2202182"/>
            <a:ext cx="369890" cy="369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6" descr="Seminar - Free business icons">
            <a:extLst>
              <a:ext uri="{FF2B5EF4-FFF2-40B4-BE49-F238E27FC236}">
                <a16:creationId xmlns:a16="http://schemas.microsoft.com/office/drawing/2014/main" id="{4D33C547-41ED-470F-A7D9-55CAC7343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391" y="3153184"/>
            <a:ext cx="360224" cy="36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8" descr="Maharashtra Icons - Download Free Vector Icons | Noun Project">
            <a:extLst>
              <a:ext uri="{FF2B5EF4-FFF2-40B4-BE49-F238E27FC236}">
                <a16:creationId xmlns:a16="http://schemas.microsoft.com/office/drawing/2014/main" id="{16077C6A-D25C-4BFA-9BD2-CB45E79A2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590" y="2840068"/>
            <a:ext cx="404393" cy="40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0" descr="Free Discount Icon, Symbol. Download in PNG, SVG format.">
            <a:extLst>
              <a:ext uri="{FF2B5EF4-FFF2-40B4-BE49-F238E27FC236}">
                <a16:creationId xmlns:a16="http://schemas.microsoft.com/office/drawing/2014/main" id="{2976875B-1339-4791-B94B-F9B1192B4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9734" y="3511650"/>
            <a:ext cx="411538" cy="41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4" descr="Seminar Icon High Resolution Stock Photography and Images - Alamy">
            <a:extLst>
              <a:ext uri="{FF2B5EF4-FFF2-40B4-BE49-F238E27FC236}">
                <a16:creationId xmlns:a16="http://schemas.microsoft.com/office/drawing/2014/main" id="{3FA1EE98-D7A2-414E-8FDA-55C163D929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6535" y="4193010"/>
            <a:ext cx="350520" cy="374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6" descr="Ecommerce Discount Icon | Windows 8 Iconset | Icons8">
            <a:extLst>
              <a:ext uri="{FF2B5EF4-FFF2-40B4-BE49-F238E27FC236}">
                <a16:creationId xmlns:a16="http://schemas.microsoft.com/office/drawing/2014/main" id="{AE00771A-2B2A-4E6D-93F8-A27DD7350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9578" y="4697988"/>
            <a:ext cx="279185" cy="279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itle 2">
            <a:extLst>
              <a:ext uri="{FF2B5EF4-FFF2-40B4-BE49-F238E27FC236}">
                <a16:creationId xmlns:a16="http://schemas.microsoft.com/office/drawing/2014/main" id="{494E46D5-8BC2-4D15-895E-1B45FB33E6AB}"/>
              </a:ext>
            </a:extLst>
          </p:cNvPr>
          <p:cNvSpPr txBox="1">
            <a:spLocks/>
          </p:cNvSpPr>
          <p:nvPr/>
        </p:nvSpPr>
        <p:spPr>
          <a:xfrm>
            <a:off x="489928" y="-40812"/>
            <a:ext cx="7359650" cy="52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700"/>
              <a:buFont typeface="Julius Sans One"/>
              <a:buNone/>
              <a:defRPr sz="27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Julius Sans One"/>
              <a:buNone/>
              <a:defRPr sz="3000" b="0" i="0" u="none" strike="noStrike" cap="none">
                <a:solidFill>
                  <a:schemeClr val="hlink"/>
                </a:solidFill>
                <a:latin typeface="Julius Sans One"/>
                <a:ea typeface="Julius Sans One"/>
                <a:cs typeface="Julius Sans One"/>
                <a:sym typeface="Julius Sans One"/>
              </a:defRPr>
            </a:lvl9pPr>
          </a:lstStyle>
          <a:p>
            <a:r>
              <a:rPr lang="en-GB" sz="2400" b="1" dirty="0">
                <a:solidFill>
                  <a:schemeClr val="tx1"/>
                </a:solidFill>
              </a:rPr>
              <a:t>Go to Market Strategy</a:t>
            </a:r>
            <a:endParaRPr lang="en-IN" sz="2400" b="1" dirty="0">
              <a:solidFill>
                <a:schemeClr val="tx1"/>
              </a:solidFill>
            </a:endParaRPr>
          </a:p>
        </p:txBody>
      </p:sp>
      <p:cxnSp>
        <p:nvCxnSpPr>
          <p:cNvPr id="28" name="Google Shape;253;p38">
            <a:extLst>
              <a:ext uri="{FF2B5EF4-FFF2-40B4-BE49-F238E27FC236}">
                <a16:creationId xmlns:a16="http://schemas.microsoft.com/office/drawing/2014/main" id="{AAC1B622-6C8F-488E-8941-973B083D7F4B}"/>
              </a:ext>
            </a:extLst>
          </p:cNvPr>
          <p:cNvCxnSpPr/>
          <p:nvPr/>
        </p:nvCxnSpPr>
        <p:spPr>
          <a:xfrm>
            <a:off x="880493" y="447049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61446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D183-3FD2-4F64-AAE7-25B18ACA2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090" y="12827"/>
            <a:ext cx="7359900" cy="528600"/>
          </a:xfrm>
        </p:spPr>
        <p:txBody>
          <a:bodyPr/>
          <a:lstStyle/>
          <a:p>
            <a:pPr algn="ctr"/>
            <a:r>
              <a:rPr lang="en-US" dirty="0"/>
              <a:t>Team structure</a:t>
            </a:r>
            <a:endParaRPr lang="en-IN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8747CE3-65AE-415C-A56A-BD6EAF840C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4325142"/>
              </p:ext>
            </p:extLst>
          </p:nvPr>
        </p:nvGraphicFramePr>
        <p:xfrm>
          <a:off x="82626" y="277127"/>
          <a:ext cx="8978747" cy="4238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253;p38">
            <a:extLst>
              <a:ext uri="{FF2B5EF4-FFF2-40B4-BE49-F238E27FC236}">
                <a16:creationId xmlns:a16="http://schemas.microsoft.com/office/drawing/2014/main" id="{10EEF444-0CC0-4E81-93F0-AB3564776183}"/>
              </a:ext>
            </a:extLst>
          </p:cNvPr>
          <p:cNvCxnSpPr/>
          <p:nvPr/>
        </p:nvCxnSpPr>
        <p:spPr>
          <a:xfrm>
            <a:off x="2952370" y="541427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716274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12">
            <a:extLst>
              <a:ext uri="{FF2B5EF4-FFF2-40B4-BE49-F238E27FC236}">
                <a16:creationId xmlns:a16="http://schemas.microsoft.com/office/drawing/2014/main" id="{6868E766-890D-412A-8315-BE7613F83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017407"/>
              </p:ext>
            </p:extLst>
          </p:nvPr>
        </p:nvGraphicFramePr>
        <p:xfrm>
          <a:off x="1590103" y="559317"/>
          <a:ext cx="5185272" cy="1811350"/>
        </p:xfrm>
        <a:graphic>
          <a:graphicData uri="http://schemas.openxmlformats.org/drawingml/2006/table">
            <a:tbl>
              <a:tblPr firstRow="1" bandRow="1">
                <a:tableStyleId>{C43C5598-24B1-454F-920A-CC2AD8ADA023}</a:tableStyleId>
              </a:tblPr>
              <a:tblGrid>
                <a:gridCol w="1296318">
                  <a:extLst>
                    <a:ext uri="{9D8B030D-6E8A-4147-A177-3AD203B41FA5}">
                      <a16:colId xmlns:a16="http://schemas.microsoft.com/office/drawing/2014/main" val="1745621036"/>
                    </a:ext>
                  </a:extLst>
                </a:gridCol>
                <a:gridCol w="1296318">
                  <a:extLst>
                    <a:ext uri="{9D8B030D-6E8A-4147-A177-3AD203B41FA5}">
                      <a16:colId xmlns:a16="http://schemas.microsoft.com/office/drawing/2014/main" val="4054672395"/>
                    </a:ext>
                  </a:extLst>
                </a:gridCol>
                <a:gridCol w="1296318">
                  <a:extLst>
                    <a:ext uri="{9D8B030D-6E8A-4147-A177-3AD203B41FA5}">
                      <a16:colId xmlns:a16="http://schemas.microsoft.com/office/drawing/2014/main" val="99616535"/>
                    </a:ext>
                  </a:extLst>
                </a:gridCol>
                <a:gridCol w="1296318">
                  <a:extLst>
                    <a:ext uri="{9D8B030D-6E8A-4147-A177-3AD203B41FA5}">
                      <a16:colId xmlns:a16="http://schemas.microsoft.com/office/drawing/2014/main" val="4047540067"/>
                    </a:ext>
                  </a:extLst>
                </a:gridCol>
              </a:tblGrid>
              <a:tr h="2512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Source</a:t>
                      </a:r>
                      <a:endParaRPr lang="en-IN" sz="9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Targeted Reach</a:t>
                      </a:r>
                      <a:endParaRPr lang="en-IN" sz="9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Conversion Rate</a:t>
                      </a:r>
                      <a:endParaRPr lang="en-IN" sz="9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1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Website Visits</a:t>
                      </a:r>
                      <a:endParaRPr lang="en-IN" sz="9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812634"/>
                  </a:ext>
                </a:extLst>
              </a:tr>
              <a:tr h="2512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News Paper Ad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8.30 Lakhs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0.51%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4150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70496"/>
                  </a:ext>
                </a:extLst>
              </a:tr>
              <a:tr h="2512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Television Ad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18.5 Cr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0.77%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1424500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0965976"/>
                  </a:ext>
                </a:extLst>
              </a:tr>
              <a:tr h="2512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YouTube Ad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 Cr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0.51%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204000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567586"/>
                  </a:ext>
                </a:extLst>
              </a:tr>
              <a:tr h="2512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Facebook Ad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 Cr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9.21%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921000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161261"/>
                  </a:ext>
                </a:extLst>
              </a:tr>
              <a:tr h="251251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Hotstar Ad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3Cr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7%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2100000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649982"/>
                  </a:ext>
                </a:extLst>
              </a:tr>
              <a:tr h="303844"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Google Display Network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 Lakh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0.57%</a:t>
                      </a:r>
                      <a:endParaRPr lang="en-IN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11400</a:t>
                      </a:r>
                      <a:endParaRPr lang="en-IN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481918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082D4002-3F91-41FA-9D6C-625932DE2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692" y="1"/>
            <a:ext cx="7560758" cy="636104"/>
          </a:xfrm>
        </p:spPr>
        <p:txBody>
          <a:bodyPr/>
          <a:lstStyle/>
          <a:p>
            <a:r>
              <a:rPr lang="en-US" sz="2400" dirty="0"/>
              <a:t>Revenue stream analysis</a:t>
            </a:r>
            <a:endParaRPr lang="en-IN" sz="2400" dirty="0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0E004EB3-BA54-46DD-B859-29D528837D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097494"/>
              </p:ext>
            </p:extLst>
          </p:nvPr>
        </p:nvGraphicFramePr>
        <p:xfrm>
          <a:off x="1590103" y="2370667"/>
          <a:ext cx="5185271" cy="2137731"/>
        </p:xfrm>
        <a:graphic>
          <a:graphicData uri="http://schemas.openxmlformats.org/drawingml/2006/table">
            <a:tbl>
              <a:tblPr firstRow="1" bandRow="1">
                <a:tableStyleId>{C43C5598-24B1-454F-920A-CC2AD8ADA023}</a:tableStyleId>
              </a:tblPr>
              <a:tblGrid>
                <a:gridCol w="2596307">
                  <a:extLst>
                    <a:ext uri="{9D8B030D-6E8A-4147-A177-3AD203B41FA5}">
                      <a16:colId xmlns:a16="http://schemas.microsoft.com/office/drawing/2014/main" val="465879932"/>
                    </a:ext>
                  </a:extLst>
                </a:gridCol>
                <a:gridCol w="1288973">
                  <a:extLst>
                    <a:ext uri="{9D8B030D-6E8A-4147-A177-3AD203B41FA5}">
                      <a16:colId xmlns:a16="http://schemas.microsoft.com/office/drawing/2014/main" val="3880918238"/>
                    </a:ext>
                  </a:extLst>
                </a:gridCol>
                <a:gridCol w="1299991">
                  <a:extLst>
                    <a:ext uri="{9D8B030D-6E8A-4147-A177-3AD203B41FA5}">
                      <a16:colId xmlns:a16="http://schemas.microsoft.com/office/drawing/2014/main" val="4048030643"/>
                    </a:ext>
                  </a:extLst>
                </a:gridCol>
              </a:tblGrid>
              <a:tr h="251347"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 Website Visits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46,65,050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000599"/>
                  </a:ext>
                </a:extLst>
              </a:tr>
              <a:tr h="275422"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Website Signups/App Downloads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6%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2,79,903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27861"/>
                  </a:ext>
                </a:extLst>
              </a:tr>
              <a:tr h="231354"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 Direct Sales 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10%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27990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6018396"/>
                  </a:ext>
                </a:extLst>
              </a:tr>
              <a:tr h="264405"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Referrals by existing customers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20%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5,998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3497490"/>
                  </a:ext>
                </a:extLst>
              </a:tr>
              <a:tr h="264405"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Sales from referrals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50%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2,800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554982"/>
                  </a:ext>
                </a:extLst>
              </a:tr>
              <a:tr h="264405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 Sales</a:t>
                      </a:r>
                      <a:endParaRPr lang="en-IN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30790</a:t>
                      </a:r>
                      <a:endParaRPr lang="en-IN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818881"/>
                  </a:ext>
                </a:extLst>
              </a:tr>
              <a:tr h="253388"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Average Price*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3600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accent6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891118"/>
                  </a:ext>
                </a:extLst>
              </a:tr>
              <a:tr h="333005"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 Estimated Revenue in Y1</a:t>
                      </a:r>
                      <a:endParaRPr lang="en-IN" sz="9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9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11,08,44,000</a:t>
                      </a:r>
                      <a:endParaRPr lang="en-IN" sz="9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56275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7C4BCD5-3063-4058-B6EC-D9211ABE640A}"/>
              </a:ext>
            </a:extLst>
          </p:cNvPr>
          <p:cNvSpPr txBox="1"/>
          <p:nvPr/>
        </p:nvSpPr>
        <p:spPr>
          <a:xfrm>
            <a:off x="1057621" y="4886408"/>
            <a:ext cx="667622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Calibri" panose="020F0502020204030204" pitchFamily="34" charset="0"/>
                <a:cs typeface="Calibri" panose="020F0502020204030204" pitchFamily="34" charset="0"/>
              </a:rPr>
              <a:t>Note: All conversions are calculated based on industry standards and marketing strategies adopted.</a:t>
            </a:r>
            <a:endParaRPr lang="en-IN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BEE5DC-FA6F-4E59-954E-0AFDD6F1CC88}"/>
              </a:ext>
            </a:extLst>
          </p:cNvPr>
          <p:cNvSpPr txBox="1"/>
          <p:nvPr/>
        </p:nvSpPr>
        <p:spPr>
          <a:xfrm>
            <a:off x="1057621" y="4700618"/>
            <a:ext cx="648893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dirty="0">
                <a:latin typeface="Calibri" panose="020F0502020204030204" pitchFamily="34" charset="0"/>
                <a:cs typeface="Calibri" panose="020F0502020204030204" pitchFamily="34" charset="0"/>
              </a:rPr>
              <a:t>* Product price is assumed to be the average of Basic, Premium and Pro plans.</a:t>
            </a:r>
            <a:endParaRPr lang="en-IN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Google Shape;253;p38">
            <a:extLst>
              <a:ext uri="{FF2B5EF4-FFF2-40B4-BE49-F238E27FC236}">
                <a16:creationId xmlns:a16="http://schemas.microsoft.com/office/drawing/2014/main" id="{A823DE45-8E35-4FD0-8FDB-8617BADF0F9D}"/>
              </a:ext>
            </a:extLst>
          </p:cNvPr>
          <p:cNvCxnSpPr/>
          <p:nvPr/>
        </p:nvCxnSpPr>
        <p:spPr>
          <a:xfrm>
            <a:off x="2973698" y="458065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754693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11">
            <a:extLst>
              <a:ext uri="{FF2B5EF4-FFF2-40B4-BE49-F238E27FC236}">
                <a16:creationId xmlns:a16="http://schemas.microsoft.com/office/drawing/2014/main" id="{BE4124D2-C3A1-48BA-99FC-D923049CC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987706"/>
              </p:ext>
            </p:extLst>
          </p:nvPr>
        </p:nvGraphicFramePr>
        <p:xfrm>
          <a:off x="74430" y="457203"/>
          <a:ext cx="3349256" cy="4628362"/>
        </p:xfrm>
        <a:graphic>
          <a:graphicData uri="http://schemas.openxmlformats.org/drawingml/2006/table">
            <a:tbl>
              <a:tblPr firstRow="1" bandRow="1">
                <a:tableStyleId>{C43C5598-24B1-454F-920A-CC2AD8ADA023}</a:tableStyleId>
              </a:tblPr>
              <a:tblGrid>
                <a:gridCol w="1692045">
                  <a:extLst>
                    <a:ext uri="{9D8B030D-6E8A-4147-A177-3AD203B41FA5}">
                      <a16:colId xmlns:a16="http://schemas.microsoft.com/office/drawing/2014/main" val="2095551260"/>
                    </a:ext>
                  </a:extLst>
                </a:gridCol>
                <a:gridCol w="1657211">
                  <a:extLst>
                    <a:ext uri="{9D8B030D-6E8A-4147-A177-3AD203B41FA5}">
                      <a16:colId xmlns:a16="http://schemas.microsoft.com/office/drawing/2014/main" val="2223325260"/>
                    </a:ext>
                  </a:extLst>
                </a:gridCol>
              </a:tblGrid>
              <a:tr h="244176">
                <a:tc gridSpan="2">
                  <a:txBody>
                    <a:bodyPr/>
                    <a:lstStyle/>
                    <a:p>
                      <a:r>
                        <a:rPr lang="en-GB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Fixed Costs</a:t>
                      </a:r>
                      <a:endParaRPr lang="en-IN" sz="10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5657854"/>
                  </a:ext>
                </a:extLst>
              </a:tr>
              <a:tr h="228915"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App &amp; Website Development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14,00,000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15191"/>
                  </a:ext>
                </a:extLst>
              </a:tr>
              <a:tr h="228915"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IT Infrastructure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20,00,000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595549"/>
                  </a:ext>
                </a:extLst>
              </a:tr>
              <a:tr h="228915"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Operations Software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1,00,000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487824"/>
                  </a:ext>
                </a:extLst>
              </a:tr>
              <a:tr h="228915"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Cloud Hosting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30,00,000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008239"/>
                  </a:ext>
                </a:extLst>
              </a:tr>
              <a:tr h="228915"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Celebrity Engagements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48,00,000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21502"/>
                  </a:ext>
                </a:extLst>
              </a:tr>
              <a:tr h="228915"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 Fixed Costs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1,13,00,000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019075"/>
                  </a:ext>
                </a:extLst>
              </a:tr>
              <a:tr h="228915"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Employee Costs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2,13,00,000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80756"/>
                  </a:ext>
                </a:extLst>
              </a:tr>
              <a:tr h="244176">
                <a:tc gridSpan="2">
                  <a:txBody>
                    <a:bodyPr/>
                    <a:lstStyle/>
                    <a:p>
                      <a:r>
                        <a:rPr lang="en-GB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Marketing Expenditure</a:t>
                      </a:r>
                      <a:endParaRPr lang="en-IN" sz="10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849231"/>
                  </a:ext>
                </a:extLst>
              </a:tr>
              <a:tr h="228915">
                <a:tc gridSpan="2">
                  <a:txBody>
                    <a:bodyPr/>
                    <a:lstStyle/>
                    <a:p>
                      <a:r>
                        <a:rPr lang="en-GB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Mass &amp; Target Media</a:t>
                      </a:r>
                      <a:endParaRPr lang="en-IN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280233"/>
                  </a:ext>
                </a:extLst>
              </a:tr>
              <a:tr h="228915"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Newspapers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4,56,60,000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053668"/>
                  </a:ext>
                </a:extLst>
              </a:tr>
              <a:tr h="228915"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TV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13,08,00,000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706497"/>
                  </a:ext>
                </a:extLst>
              </a:tr>
              <a:tr h="228915">
                <a:tc gridSpan="2">
                  <a:txBody>
                    <a:bodyPr/>
                    <a:lstStyle/>
                    <a:p>
                      <a:r>
                        <a:rPr lang="en-GB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Digital Marketing</a:t>
                      </a:r>
                      <a:endParaRPr lang="en-IN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309002"/>
                  </a:ext>
                </a:extLst>
              </a:tr>
              <a:tr h="228915"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YouTube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1,41,60,000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66597"/>
                  </a:ext>
                </a:extLst>
              </a:tr>
              <a:tr h="228915"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Facebook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4,72,00,000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264800"/>
                  </a:ext>
                </a:extLst>
              </a:tr>
              <a:tr h="228915"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Disney+Hotstar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31,86,000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224830"/>
                  </a:ext>
                </a:extLst>
              </a:tr>
              <a:tr h="228915"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Google(SEM)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2,36,00,000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992874"/>
                  </a:ext>
                </a:extLst>
              </a:tr>
              <a:tr h="248455"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Google Display Network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1,18,00,000</a:t>
                      </a:r>
                      <a:endParaRPr lang="en-IN" sz="9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211546"/>
                  </a:ext>
                </a:extLst>
              </a:tr>
              <a:tr h="228915">
                <a:tc>
                  <a:txBody>
                    <a:bodyPr/>
                    <a:lstStyle/>
                    <a:p>
                      <a:r>
                        <a:rPr lang="en-GB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 Advertising Costs</a:t>
                      </a:r>
                      <a:endParaRPr lang="en-IN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17,96,46,000</a:t>
                      </a:r>
                      <a:endParaRPr lang="en-IN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5909269"/>
                  </a:ext>
                </a:extLst>
              </a:tr>
              <a:tr h="228915">
                <a:tc>
                  <a:txBody>
                    <a:bodyPr/>
                    <a:lstStyle/>
                    <a:p>
                      <a:r>
                        <a:rPr lang="en-GB" sz="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 Costs</a:t>
                      </a:r>
                      <a:endParaRPr lang="en-IN" sz="9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9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21,22,46,000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928844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E34A438C-4819-4B2E-8260-EFF934627DD8}"/>
              </a:ext>
            </a:extLst>
          </p:cNvPr>
          <p:cNvSpPr txBox="1">
            <a:spLocks/>
          </p:cNvSpPr>
          <p:nvPr/>
        </p:nvSpPr>
        <p:spPr>
          <a:xfrm>
            <a:off x="716550" y="-17011"/>
            <a:ext cx="7710900" cy="54864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 dirty="0">
                <a:latin typeface="Julius Sans One" panose="020B0604020202020204" charset="0"/>
              </a:rPr>
              <a:t>Cost Benefit Analysis</a:t>
            </a:r>
            <a:endParaRPr lang="en-IN" sz="2000" b="1" dirty="0">
              <a:latin typeface="Julius Sans One" panose="020B0604020202020204" charset="0"/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B3B33B9-C18E-4F3A-9259-E27C869C9C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9937787"/>
              </p:ext>
            </p:extLst>
          </p:nvPr>
        </p:nvGraphicFramePr>
        <p:xfrm>
          <a:off x="4139948" y="572032"/>
          <a:ext cx="4572000" cy="2433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FBA95B5-7579-42AB-B487-43A80AAF2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623040"/>
              </p:ext>
            </p:extLst>
          </p:nvPr>
        </p:nvGraphicFramePr>
        <p:xfrm>
          <a:off x="4331334" y="2946085"/>
          <a:ext cx="3664351" cy="816022"/>
        </p:xfrm>
        <a:graphic>
          <a:graphicData uri="http://schemas.openxmlformats.org/drawingml/2006/table">
            <a:tbl>
              <a:tblPr>
                <a:tableStyleId>{C43C5598-24B1-454F-920A-CC2AD8ADA023}</a:tableStyleId>
              </a:tblPr>
              <a:tblGrid>
                <a:gridCol w="602360">
                  <a:extLst>
                    <a:ext uri="{9D8B030D-6E8A-4147-A177-3AD203B41FA5}">
                      <a16:colId xmlns:a16="http://schemas.microsoft.com/office/drawing/2014/main" val="1320804164"/>
                    </a:ext>
                  </a:extLst>
                </a:gridCol>
                <a:gridCol w="936200">
                  <a:extLst>
                    <a:ext uri="{9D8B030D-6E8A-4147-A177-3AD203B41FA5}">
                      <a16:colId xmlns:a16="http://schemas.microsoft.com/office/drawing/2014/main" val="2602223427"/>
                    </a:ext>
                  </a:extLst>
                </a:gridCol>
                <a:gridCol w="931616">
                  <a:extLst>
                    <a:ext uri="{9D8B030D-6E8A-4147-A177-3AD203B41FA5}">
                      <a16:colId xmlns:a16="http://schemas.microsoft.com/office/drawing/2014/main" val="1319978562"/>
                    </a:ext>
                  </a:extLst>
                </a:gridCol>
                <a:gridCol w="1194175">
                  <a:extLst>
                    <a:ext uri="{9D8B030D-6E8A-4147-A177-3AD203B41FA5}">
                      <a16:colId xmlns:a16="http://schemas.microsoft.com/office/drawing/2014/main" val="4154460660"/>
                    </a:ext>
                  </a:extLst>
                </a:gridCol>
              </a:tblGrid>
              <a:tr h="313776">
                <a:tc>
                  <a:txBody>
                    <a:bodyPr/>
                    <a:lstStyle/>
                    <a:p>
                      <a:pPr algn="ctr" fontAlgn="b"/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Year 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Year 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Year 3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558568"/>
                  </a:ext>
                </a:extLst>
              </a:tr>
              <a:tr h="26505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Revenue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11,08,44,000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16,62,58,800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23,27,65,200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71933"/>
                  </a:ext>
                </a:extLst>
              </a:tr>
              <a:tr h="23719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u="none" strike="noStrike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Cost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21,22,46,000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22,25,20,600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23,14,21,424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89179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4BD8D0D-0BF5-4672-9C43-AD787A3D9BDC}"/>
              </a:ext>
            </a:extLst>
          </p:cNvPr>
          <p:cNvSpPr txBox="1"/>
          <p:nvPr/>
        </p:nvSpPr>
        <p:spPr>
          <a:xfrm>
            <a:off x="3893457" y="4002617"/>
            <a:ext cx="4818491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latin typeface="Calibri" panose="020F0502020204030204" pitchFamily="34" charset="0"/>
                <a:cs typeface="Calibri" panose="020F0502020204030204" pitchFamily="34" charset="0"/>
              </a:rPr>
              <a:t>Note: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App , Website , IT Infra, Cloud Maintenance Cost Taken as 10%.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Employee Cost to increase by 10% YoY.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Marketing Expenditure to increase by 10% YoY.</a:t>
            </a:r>
            <a:endParaRPr lang="en-IN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" name="Google Shape;253;p38">
            <a:extLst>
              <a:ext uri="{FF2B5EF4-FFF2-40B4-BE49-F238E27FC236}">
                <a16:creationId xmlns:a16="http://schemas.microsoft.com/office/drawing/2014/main" id="{C6516AC5-8FEC-41E9-8998-444D56267A2D}"/>
              </a:ext>
            </a:extLst>
          </p:cNvPr>
          <p:cNvCxnSpPr/>
          <p:nvPr/>
        </p:nvCxnSpPr>
        <p:spPr>
          <a:xfrm>
            <a:off x="3423686" y="372621"/>
            <a:ext cx="647100" cy="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07333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D734DC7-E839-4BDD-A6C4-101406D446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4911093"/>
              </p:ext>
            </p:extLst>
          </p:nvPr>
        </p:nvGraphicFramePr>
        <p:xfrm>
          <a:off x="-696434" y="318975"/>
          <a:ext cx="3928732" cy="2487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D01399F2-3DBE-41F4-957C-1112D28734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9113889"/>
              </p:ext>
            </p:extLst>
          </p:nvPr>
        </p:nvGraphicFramePr>
        <p:xfrm>
          <a:off x="4572000" y="196699"/>
          <a:ext cx="4306187" cy="2732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183DE40-A2FB-43D5-9C43-90508728D9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9294638"/>
              </p:ext>
            </p:extLst>
          </p:nvPr>
        </p:nvGraphicFramePr>
        <p:xfrm>
          <a:off x="584532" y="1999386"/>
          <a:ext cx="5665381" cy="3349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87E1E97D-979A-4755-A65F-AD5D34F0EDF9}"/>
              </a:ext>
            </a:extLst>
          </p:cNvPr>
          <p:cNvSpPr txBox="1">
            <a:spLocks/>
          </p:cNvSpPr>
          <p:nvPr/>
        </p:nvSpPr>
        <p:spPr>
          <a:xfrm>
            <a:off x="650337" y="0"/>
            <a:ext cx="7710900" cy="5286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400" b="1" dirty="0">
                <a:latin typeface="Julius Sans One" panose="020B0604020202020204" charset="0"/>
              </a:rPr>
              <a:t>Ramp-up plan</a:t>
            </a:r>
            <a:endParaRPr lang="en-IN" sz="2400" b="1" dirty="0">
              <a:latin typeface="Julius Sans One" panose="020B060402020202020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DDF7FF-8B5D-4B9D-B2B1-90D0B0263140}"/>
              </a:ext>
            </a:extLst>
          </p:cNvPr>
          <p:cNvSpPr txBox="1"/>
          <p:nvPr/>
        </p:nvSpPr>
        <p:spPr>
          <a:xfrm>
            <a:off x="6234676" y="3145464"/>
            <a:ext cx="2894087" cy="251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Views to be expanded from 4 Crores to 8 Crores</a:t>
            </a:r>
          </a:p>
          <a:p>
            <a:r>
              <a:rPr 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5Crore additional CPM Pre-Roll Units to be used for Ads</a:t>
            </a:r>
          </a:p>
          <a:p>
            <a:endParaRPr 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 5 Crore additional CPC Banners to be used for Ads.</a:t>
            </a:r>
          </a:p>
          <a:p>
            <a:endParaRPr 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Google Search-20 Lakh addition clicks</a:t>
            </a:r>
          </a:p>
          <a:p>
            <a:r>
              <a:rPr lang="en-US" sz="1050" dirty="0">
                <a:latin typeface="Calibri" panose="020F0502020204030204" pitchFamily="34" charset="0"/>
                <a:cs typeface="Calibri" panose="020F0502020204030204" pitchFamily="34" charset="0"/>
              </a:rPr>
              <a:t>Display Network- 40 Lakh additional CPC Units</a:t>
            </a:r>
            <a:endParaRPr lang="en-IN" sz="10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0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0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0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05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105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24">
            <a:extLst>
              <a:ext uri="{FF2B5EF4-FFF2-40B4-BE49-F238E27FC236}">
                <a16:creationId xmlns:a16="http://schemas.microsoft.com/office/drawing/2014/main" id="{F6243EDE-1AFD-45E3-9A7B-949337E22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1079" y="3121349"/>
            <a:ext cx="383597" cy="269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30" descr="Disney Plus To Launch on India's Hotstar - Variety">
            <a:extLst>
              <a:ext uri="{FF2B5EF4-FFF2-40B4-BE49-F238E27FC236}">
                <a16:creationId xmlns:a16="http://schemas.microsoft.com/office/drawing/2014/main" id="{2763D745-A106-4FEC-B27E-6F91BAAC1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1079" y="3503701"/>
            <a:ext cx="398834" cy="27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6">
            <a:extLst>
              <a:ext uri="{FF2B5EF4-FFF2-40B4-BE49-F238E27FC236}">
                <a16:creationId xmlns:a16="http://schemas.microsoft.com/office/drawing/2014/main" id="{13C31628-2D4F-49DC-A549-794E01BEA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4152" y="3952428"/>
            <a:ext cx="330524" cy="330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4">
            <a:extLst>
              <a:ext uri="{FF2B5EF4-FFF2-40B4-BE49-F238E27FC236}">
                <a16:creationId xmlns:a16="http://schemas.microsoft.com/office/drawing/2014/main" id="{C14B1DA2-5B94-48E8-8FD8-BEDF8D9E0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5382" y="4507873"/>
            <a:ext cx="307924" cy="307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E5E90A-9ABA-4CAA-9AEA-D1722CEE34D6}"/>
              </a:ext>
            </a:extLst>
          </p:cNvPr>
          <p:cNvCxnSpPr>
            <a:cxnSpLocks/>
          </p:cNvCxnSpPr>
          <p:nvPr/>
        </p:nvCxnSpPr>
        <p:spPr>
          <a:xfrm>
            <a:off x="5752214" y="3028120"/>
            <a:ext cx="0" cy="1954763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31021C3-748E-488A-AFFE-850577A9D230}"/>
              </a:ext>
            </a:extLst>
          </p:cNvPr>
          <p:cNvCxnSpPr>
            <a:cxnSpLocks/>
          </p:cNvCxnSpPr>
          <p:nvPr/>
        </p:nvCxnSpPr>
        <p:spPr>
          <a:xfrm>
            <a:off x="6042877" y="2929118"/>
            <a:ext cx="2516591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4BDEDFB-AB61-406A-ABC7-E45F5BF655C1}"/>
              </a:ext>
            </a:extLst>
          </p:cNvPr>
          <p:cNvCxnSpPr/>
          <p:nvPr/>
        </p:nvCxnSpPr>
        <p:spPr>
          <a:xfrm>
            <a:off x="3636335" y="425302"/>
            <a:ext cx="102072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34748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8C4C5E-7B53-4F78-B5EA-45D3135A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138112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Grayscale Pitch Deck by Slidesgo">
  <a:themeElements>
    <a:clrScheme name="Simple Light">
      <a:dk1>
        <a:srgbClr val="383838"/>
      </a:dk1>
      <a:lt1>
        <a:srgbClr val="EEEEEE"/>
      </a:lt1>
      <a:dk2>
        <a:srgbClr val="DBDBDB"/>
      </a:dk2>
      <a:lt2>
        <a:srgbClr val="929292"/>
      </a:lt2>
      <a:accent1>
        <a:srgbClr val="383838"/>
      </a:accent1>
      <a:accent2>
        <a:srgbClr val="383838"/>
      </a:accent2>
      <a:accent3>
        <a:srgbClr val="383838"/>
      </a:accent3>
      <a:accent4>
        <a:srgbClr val="383838"/>
      </a:accent4>
      <a:accent5>
        <a:srgbClr val="FFFFFF"/>
      </a:accent5>
      <a:accent6>
        <a:srgbClr val="FFFFFF"/>
      </a:accent6>
      <a:hlink>
        <a:srgbClr val="3838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9828</TotalTime>
  <Words>1916</Words>
  <Application>Microsoft Office PowerPoint</Application>
  <PresentationFormat>On-screen Show (16:9)</PresentationFormat>
  <Paragraphs>428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Julius Sans One</vt:lpstr>
      <vt:lpstr>Lucida Bright</vt:lpstr>
      <vt:lpstr>Agency FB</vt:lpstr>
      <vt:lpstr>Questrial</vt:lpstr>
      <vt:lpstr>Didact Gothic</vt:lpstr>
      <vt:lpstr>Calibri</vt:lpstr>
      <vt:lpstr>Arial</vt:lpstr>
      <vt:lpstr>Wingdings</vt:lpstr>
      <vt:lpstr>Minimalist Grayscale Pitch Deck by Slidesgo</vt:lpstr>
      <vt:lpstr>LEARNOUS CASE STUDY CHALLENGE 2021</vt:lpstr>
      <vt:lpstr>PowerPoint Presentation</vt:lpstr>
      <vt:lpstr>PowerPoint Presentation</vt:lpstr>
      <vt:lpstr>PowerPoint Presentation</vt:lpstr>
      <vt:lpstr>Market research: primary</vt:lpstr>
      <vt:lpstr>PowerPoint Presentation</vt:lpstr>
      <vt:lpstr>India- an untapped market</vt:lpstr>
      <vt:lpstr>Competitors</vt:lpstr>
      <vt:lpstr>Business Value proposition</vt:lpstr>
      <vt:lpstr>Program plan</vt:lpstr>
      <vt:lpstr>PowerPoint Presentation</vt:lpstr>
      <vt:lpstr>PowerPoint Presentation</vt:lpstr>
      <vt:lpstr>Operations framework</vt:lpstr>
      <vt:lpstr>Operations framework</vt:lpstr>
      <vt:lpstr>Operations framework</vt:lpstr>
      <vt:lpstr>Operations framework</vt:lpstr>
      <vt:lpstr>PowerPoint Presentation</vt:lpstr>
      <vt:lpstr>PowerPoint Presentation</vt:lpstr>
      <vt:lpstr>PowerPoint Presentation</vt:lpstr>
      <vt:lpstr>PowerPoint Presentation</vt:lpstr>
      <vt:lpstr>Team structure</vt:lpstr>
      <vt:lpstr>Revenue stream analysis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LEARNOUS CASE STUDY CHALLENGE 2021</dc:title>
  <dc:creator>user</dc:creator>
  <cp:lastModifiedBy>user</cp:lastModifiedBy>
  <cp:revision>239</cp:revision>
  <dcterms:modified xsi:type="dcterms:W3CDTF">2021-06-25T10:23:36Z</dcterms:modified>
</cp:coreProperties>
</file>