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chart8.xml" ContentType="application/vnd.openxmlformats-officedocument.drawingml.chart+xml"/>
  <Override PartName="/ppt/charts/style7.xml" ContentType="application/vnd.ms-office.chartstyle+xml"/>
  <Override PartName="/ppt/charts/colors7.xml" ContentType="application/vnd.ms-office.chartcolorstyl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rts/chart9.xml" ContentType="application/vnd.openxmlformats-officedocument.drawingml.char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2"/>
    <p:sldId id="259" r:id="rId3"/>
    <p:sldId id="260" r:id="rId4"/>
    <p:sldId id="256" r:id="rId5"/>
    <p:sldId id="257" r:id="rId6"/>
    <p:sldId id="258" r:id="rId7"/>
    <p:sldId id="267" r:id="rId8"/>
    <p:sldId id="262" r:id="rId9"/>
    <p:sldId id="264" r:id="rId10"/>
    <p:sldId id="26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2" d="100"/>
          <a:sy n="72" d="100"/>
        </p:scale>
        <p:origin x="660"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PTAAKASH1778@GMAIL.COM" userId="2b0f162eb5de2807" providerId="LiveId" clId="{76299166-278C-452B-AF08-B1552AD1DC7C}"/>
    <pc:docChg chg="undo custSel addSld delSld modSld">
      <pc:chgData name="GUPTAAKASH1778@GMAIL.COM" userId="2b0f162eb5de2807" providerId="LiveId" clId="{76299166-278C-452B-AF08-B1552AD1DC7C}" dt="2021-07-10T05:55:08.091" v="1039" actId="1076"/>
      <pc:docMkLst>
        <pc:docMk/>
      </pc:docMkLst>
      <pc:sldChg chg="addSp delSp modSp mod">
        <pc:chgData name="GUPTAAKASH1778@GMAIL.COM" userId="2b0f162eb5de2807" providerId="LiveId" clId="{76299166-278C-452B-AF08-B1552AD1DC7C}" dt="2021-07-10T05:54:46.978" v="1034" actId="478"/>
        <pc:sldMkLst>
          <pc:docMk/>
          <pc:sldMk cId="521591192" sldId="256"/>
        </pc:sldMkLst>
        <pc:spChg chg="mod">
          <ac:chgData name="GUPTAAKASH1778@GMAIL.COM" userId="2b0f162eb5de2807" providerId="LiveId" clId="{76299166-278C-452B-AF08-B1552AD1DC7C}" dt="2021-07-10T05:36:49.910" v="947" actId="20577"/>
          <ac:spMkLst>
            <pc:docMk/>
            <pc:sldMk cId="521591192" sldId="256"/>
            <ac:spMk id="49" creationId="{9A07228E-739E-4601-AA38-2036D17B3F6A}"/>
          </ac:spMkLst>
        </pc:spChg>
        <pc:picChg chg="add del mod">
          <ac:chgData name="GUPTAAKASH1778@GMAIL.COM" userId="2b0f162eb5de2807" providerId="LiveId" clId="{76299166-278C-452B-AF08-B1552AD1DC7C}" dt="2021-07-10T05:54:46.978" v="1034" actId="478"/>
          <ac:picMkLst>
            <pc:docMk/>
            <pc:sldMk cId="521591192" sldId="256"/>
            <ac:picMk id="32" creationId="{18E170E6-F4FD-4811-A791-0A3665E30802}"/>
          </ac:picMkLst>
        </pc:picChg>
      </pc:sldChg>
      <pc:sldChg chg="modSp mod">
        <pc:chgData name="GUPTAAKASH1778@GMAIL.COM" userId="2b0f162eb5de2807" providerId="LiveId" clId="{76299166-278C-452B-AF08-B1552AD1DC7C}" dt="2021-07-10T05:36:58.465" v="954" actId="20577"/>
        <pc:sldMkLst>
          <pc:docMk/>
          <pc:sldMk cId="4018872205" sldId="257"/>
        </pc:sldMkLst>
        <pc:spChg chg="mod">
          <ac:chgData name="GUPTAAKASH1778@GMAIL.COM" userId="2b0f162eb5de2807" providerId="LiveId" clId="{76299166-278C-452B-AF08-B1552AD1DC7C}" dt="2021-07-10T05:36:58.465" v="954" actId="20577"/>
          <ac:spMkLst>
            <pc:docMk/>
            <pc:sldMk cId="4018872205" sldId="257"/>
            <ac:spMk id="34" creationId="{CBD07FED-C067-4BC2-952E-15BE2BCA28F0}"/>
          </ac:spMkLst>
        </pc:spChg>
        <pc:graphicFrameChg chg="modGraphic">
          <ac:chgData name="GUPTAAKASH1778@GMAIL.COM" userId="2b0f162eb5de2807" providerId="LiveId" clId="{76299166-278C-452B-AF08-B1552AD1DC7C}" dt="2021-07-10T05:17:47.699" v="624" actId="20577"/>
          <ac:graphicFrameMkLst>
            <pc:docMk/>
            <pc:sldMk cId="4018872205" sldId="257"/>
            <ac:graphicFrameMk id="27" creationId="{1C1D9EAD-728D-4AE8-9479-E9B510BDBF9F}"/>
          </ac:graphicFrameMkLst>
        </pc:graphicFrameChg>
      </pc:sldChg>
      <pc:sldChg chg="addSp modSp mod">
        <pc:chgData name="GUPTAAKASH1778@GMAIL.COM" userId="2b0f162eb5de2807" providerId="LiveId" clId="{76299166-278C-452B-AF08-B1552AD1DC7C}" dt="2021-07-10T05:55:08.091" v="1039" actId="1076"/>
        <pc:sldMkLst>
          <pc:docMk/>
          <pc:sldMk cId="2818368737" sldId="258"/>
        </pc:sldMkLst>
        <pc:spChg chg="add mod ord">
          <ac:chgData name="GUPTAAKASH1778@GMAIL.COM" userId="2b0f162eb5de2807" providerId="LiveId" clId="{76299166-278C-452B-AF08-B1552AD1DC7C}" dt="2021-07-10T05:24:06.145" v="670" actId="339"/>
          <ac:spMkLst>
            <pc:docMk/>
            <pc:sldMk cId="2818368737" sldId="258"/>
            <ac:spMk id="2" creationId="{4B88DE7D-08D0-4601-9554-44D0CAF7C308}"/>
          </ac:spMkLst>
        </pc:spChg>
        <pc:spChg chg="mod">
          <ac:chgData name="GUPTAAKASH1778@GMAIL.COM" userId="2b0f162eb5de2807" providerId="LiveId" clId="{76299166-278C-452B-AF08-B1552AD1DC7C}" dt="2021-07-10T05:54:57.579" v="1036" actId="1076"/>
          <ac:spMkLst>
            <pc:docMk/>
            <pc:sldMk cId="2818368737" sldId="258"/>
            <ac:spMk id="8" creationId="{7D95953A-5DEC-4CEE-9E5A-9107CCA19537}"/>
          </ac:spMkLst>
        </pc:spChg>
        <pc:spChg chg="mod">
          <ac:chgData name="GUPTAAKASH1778@GMAIL.COM" userId="2b0f162eb5de2807" providerId="LiveId" clId="{76299166-278C-452B-AF08-B1552AD1DC7C}" dt="2021-07-10T05:37:08.356" v="960" actId="20577"/>
          <ac:spMkLst>
            <pc:docMk/>
            <pc:sldMk cId="2818368737" sldId="258"/>
            <ac:spMk id="37" creationId="{D29AEA03-9797-413E-A902-25100EF65395}"/>
          </ac:spMkLst>
        </pc:spChg>
        <pc:spChg chg="mod">
          <ac:chgData name="GUPTAAKASH1778@GMAIL.COM" userId="2b0f162eb5de2807" providerId="LiveId" clId="{76299166-278C-452B-AF08-B1552AD1DC7C}" dt="2021-07-10T05:55:05.099" v="1038" actId="1076"/>
          <ac:spMkLst>
            <pc:docMk/>
            <pc:sldMk cId="2818368737" sldId="258"/>
            <ac:spMk id="47" creationId="{FE15FEED-3298-4045-8EB4-A2267D272ADC}"/>
          </ac:spMkLst>
        </pc:spChg>
        <pc:grpChg chg="mod">
          <ac:chgData name="GUPTAAKASH1778@GMAIL.COM" userId="2b0f162eb5de2807" providerId="LiveId" clId="{76299166-278C-452B-AF08-B1552AD1DC7C}" dt="2021-07-10T05:24:12.574" v="671" actId="1076"/>
          <ac:grpSpMkLst>
            <pc:docMk/>
            <pc:sldMk cId="2818368737" sldId="258"/>
            <ac:grpSpMk id="4" creationId="{59A2ADF8-1486-4E2A-A408-3230E7F0A2E0}"/>
          </ac:grpSpMkLst>
        </pc:grpChg>
        <pc:grpChg chg="mod">
          <ac:chgData name="GUPTAAKASH1778@GMAIL.COM" userId="2b0f162eb5de2807" providerId="LiveId" clId="{76299166-278C-452B-AF08-B1552AD1DC7C}" dt="2021-07-10T05:54:57.579" v="1036" actId="1076"/>
          <ac:grpSpMkLst>
            <pc:docMk/>
            <pc:sldMk cId="2818368737" sldId="258"/>
            <ac:grpSpMk id="9" creationId="{124AD341-3475-4C99-AAAD-650D343DB1C1}"/>
          </ac:grpSpMkLst>
        </pc:grpChg>
        <pc:grpChg chg="mod">
          <ac:chgData name="GUPTAAKASH1778@GMAIL.COM" userId="2b0f162eb5de2807" providerId="LiveId" clId="{76299166-278C-452B-AF08-B1552AD1DC7C}" dt="2021-07-10T05:19:50.482" v="635" actId="1076"/>
          <ac:grpSpMkLst>
            <pc:docMk/>
            <pc:sldMk cId="2818368737" sldId="258"/>
            <ac:grpSpMk id="42" creationId="{FC637368-A62A-4734-8EF9-AC4E7C0E4FAD}"/>
          </ac:grpSpMkLst>
        </pc:grpChg>
        <pc:graphicFrameChg chg="modGraphic">
          <ac:chgData name="GUPTAAKASH1778@GMAIL.COM" userId="2b0f162eb5de2807" providerId="LiveId" clId="{76299166-278C-452B-AF08-B1552AD1DC7C}" dt="2021-07-10T05:25:04.490" v="672" actId="113"/>
          <ac:graphicFrameMkLst>
            <pc:docMk/>
            <pc:sldMk cId="2818368737" sldId="258"/>
            <ac:graphicFrameMk id="13" creationId="{FCFBD066-22C1-4EE4-ADE1-F4F3E4CCA2F9}"/>
          </ac:graphicFrameMkLst>
        </pc:graphicFrameChg>
        <pc:graphicFrameChg chg="mod">
          <ac:chgData name="GUPTAAKASH1778@GMAIL.COM" userId="2b0f162eb5de2807" providerId="LiveId" clId="{76299166-278C-452B-AF08-B1552AD1DC7C}" dt="2021-07-10T05:20:05.127" v="636" actId="255"/>
          <ac:graphicFrameMkLst>
            <pc:docMk/>
            <pc:sldMk cId="2818368737" sldId="258"/>
            <ac:graphicFrameMk id="40" creationId="{5B5C7959-9B99-4B25-8FAC-E93E3D0F485E}"/>
          </ac:graphicFrameMkLst>
        </pc:graphicFrameChg>
        <pc:picChg chg="mod">
          <ac:chgData name="GUPTAAKASH1778@GMAIL.COM" userId="2b0f162eb5de2807" providerId="LiveId" clId="{76299166-278C-452B-AF08-B1552AD1DC7C}" dt="2021-07-10T05:24:12.574" v="671" actId="1076"/>
          <ac:picMkLst>
            <pc:docMk/>
            <pc:sldMk cId="2818368737" sldId="258"/>
            <ac:picMk id="3" creationId="{72DB7B1B-E4E9-4F63-8F8A-F63E89DCBB48}"/>
          </ac:picMkLst>
        </pc:picChg>
        <pc:picChg chg="mod">
          <ac:chgData name="GUPTAAKASH1778@GMAIL.COM" userId="2b0f162eb5de2807" providerId="LiveId" clId="{76299166-278C-452B-AF08-B1552AD1DC7C}" dt="2021-07-10T05:54:57.579" v="1036" actId="1076"/>
          <ac:picMkLst>
            <pc:docMk/>
            <pc:sldMk cId="2818368737" sldId="258"/>
            <ac:picMk id="6" creationId="{005FDFEA-CB0A-4C70-B4C3-745D5C8D5881}"/>
          </ac:picMkLst>
        </pc:picChg>
        <pc:picChg chg="mod">
          <ac:chgData name="GUPTAAKASH1778@GMAIL.COM" userId="2b0f162eb5de2807" providerId="LiveId" clId="{76299166-278C-452B-AF08-B1552AD1DC7C}" dt="2021-07-10T05:24:12.574" v="671" actId="1076"/>
          <ac:picMkLst>
            <pc:docMk/>
            <pc:sldMk cId="2818368737" sldId="258"/>
            <ac:picMk id="1026" creationId="{F27DA52D-0709-4CE2-8324-FDC9A32FE506}"/>
          </ac:picMkLst>
        </pc:picChg>
        <pc:picChg chg="mod">
          <ac:chgData name="GUPTAAKASH1778@GMAIL.COM" userId="2b0f162eb5de2807" providerId="LiveId" clId="{76299166-278C-452B-AF08-B1552AD1DC7C}" dt="2021-07-10T05:19:50.482" v="635" actId="1076"/>
          <ac:picMkLst>
            <pc:docMk/>
            <pc:sldMk cId="2818368737" sldId="258"/>
            <ac:picMk id="1030" creationId="{98B2A281-1C91-4081-ADCE-8F3E571CCDFD}"/>
          </ac:picMkLst>
        </pc:picChg>
        <pc:picChg chg="mod">
          <ac:chgData name="GUPTAAKASH1778@GMAIL.COM" userId="2b0f162eb5de2807" providerId="LiveId" clId="{76299166-278C-452B-AF08-B1552AD1DC7C}" dt="2021-07-10T05:55:08.091" v="1039" actId="1076"/>
          <ac:picMkLst>
            <pc:docMk/>
            <pc:sldMk cId="2818368737" sldId="258"/>
            <ac:picMk id="1034" creationId="{95862F03-E018-4A4C-A957-61D8DFC6207C}"/>
          </ac:picMkLst>
        </pc:picChg>
        <pc:picChg chg="mod">
          <ac:chgData name="GUPTAAKASH1778@GMAIL.COM" userId="2b0f162eb5de2807" providerId="LiveId" clId="{76299166-278C-452B-AF08-B1552AD1DC7C}" dt="2021-07-10T05:24:12.574" v="671" actId="1076"/>
          <ac:picMkLst>
            <pc:docMk/>
            <pc:sldMk cId="2818368737" sldId="258"/>
            <ac:picMk id="2050" creationId="{2FF68303-DF12-4E6E-A1D0-E17510738132}"/>
          </ac:picMkLst>
        </pc:picChg>
      </pc:sldChg>
      <pc:sldChg chg="addSp delSp modSp mod">
        <pc:chgData name="GUPTAAKASH1778@GMAIL.COM" userId="2b0f162eb5de2807" providerId="LiveId" clId="{76299166-278C-452B-AF08-B1552AD1DC7C}" dt="2021-07-10T05:36:25.829" v="935" actId="20577"/>
        <pc:sldMkLst>
          <pc:docMk/>
          <pc:sldMk cId="453327781" sldId="259"/>
        </pc:sldMkLst>
        <pc:spChg chg="add del mod">
          <ac:chgData name="GUPTAAKASH1778@GMAIL.COM" userId="2b0f162eb5de2807" providerId="LiveId" clId="{76299166-278C-452B-AF08-B1552AD1DC7C}" dt="2021-07-10T05:16:05.808" v="620" actId="478"/>
          <ac:spMkLst>
            <pc:docMk/>
            <pc:sldMk cId="453327781" sldId="259"/>
            <ac:spMk id="33" creationId="{38CB16D0-4DA6-4700-AE8D-D49B993C4D82}"/>
          </ac:spMkLst>
        </pc:spChg>
        <pc:spChg chg="mod">
          <ac:chgData name="GUPTAAKASH1778@GMAIL.COM" userId="2b0f162eb5de2807" providerId="LiveId" clId="{76299166-278C-452B-AF08-B1552AD1DC7C}" dt="2021-07-10T05:06:39.417" v="419" actId="20577"/>
          <ac:spMkLst>
            <pc:docMk/>
            <pc:sldMk cId="453327781" sldId="259"/>
            <ac:spMk id="53" creationId="{366CD6D8-A0D7-4DC5-8C26-A9BDABDDAFD1}"/>
          </ac:spMkLst>
        </pc:spChg>
        <pc:spChg chg="mod">
          <ac:chgData name="GUPTAAKASH1778@GMAIL.COM" userId="2b0f162eb5de2807" providerId="LiveId" clId="{76299166-278C-452B-AF08-B1552AD1DC7C}" dt="2021-07-10T05:36:25.829" v="935" actId="20577"/>
          <ac:spMkLst>
            <pc:docMk/>
            <pc:sldMk cId="453327781" sldId="259"/>
            <ac:spMk id="56" creationId="{9E859F3A-F9E0-4BE3-BAC4-AAB477BDB70F}"/>
          </ac:spMkLst>
        </pc:spChg>
        <pc:spChg chg="mod">
          <ac:chgData name="GUPTAAKASH1778@GMAIL.COM" userId="2b0f162eb5de2807" providerId="LiveId" clId="{76299166-278C-452B-AF08-B1552AD1DC7C}" dt="2021-07-10T05:06:54.264" v="421" actId="20577"/>
          <ac:spMkLst>
            <pc:docMk/>
            <pc:sldMk cId="453327781" sldId="259"/>
            <ac:spMk id="2049" creationId="{F7F44D79-9735-4607-BA81-0E2ED6ED12C2}"/>
          </ac:spMkLst>
        </pc:spChg>
        <pc:graphicFrameChg chg="mod">
          <ac:chgData name="GUPTAAKASH1778@GMAIL.COM" userId="2b0f162eb5de2807" providerId="LiveId" clId="{76299166-278C-452B-AF08-B1552AD1DC7C}" dt="2021-07-10T05:07:47.351" v="424" actId="20577"/>
          <ac:graphicFrameMkLst>
            <pc:docMk/>
            <pc:sldMk cId="453327781" sldId="259"/>
            <ac:graphicFrameMk id="17" creationId="{0F5E9224-03C9-4012-9390-69F20CDEE970}"/>
          </ac:graphicFrameMkLst>
        </pc:graphicFrameChg>
      </pc:sldChg>
      <pc:sldChg chg="addSp delSp modSp mod">
        <pc:chgData name="GUPTAAKASH1778@GMAIL.COM" userId="2b0f162eb5de2807" providerId="LiveId" clId="{76299166-278C-452B-AF08-B1552AD1DC7C}" dt="2021-07-10T05:51:44.532" v="1009" actId="1076"/>
        <pc:sldMkLst>
          <pc:docMk/>
          <pc:sldMk cId="3390564886" sldId="260"/>
        </pc:sldMkLst>
        <pc:spChg chg="add mod">
          <ac:chgData name="GUPTAAKASH1778@GMAIL.COM" userId="2b0f162eb5de2807" providerId="LiveId" clId="{76299166-278C-452B-AF08-B1552AD1DC7C}" dt="2021-07-10T05:09:33.666" v="529" actId="113"/>
          <ac:spMkLst>
            <pc:docMk/>
            <pc:sldMk cId="3390564886" sldId="260"/>
            <ac:spMk id="2" creationId="{F66FBBE2-F381-4EFD-BECD-A0837400503B}"/>
          </ac:spMkLst>
        </pc:spChg>
        <pc:spChg chg="add mod">
          <ac:chgData name="GUPTAAKASH1778@GMAIL.COM" userId="2b0f162eb5de2807" providerId="LiveId" clId="{76299166-278C-452B-AF08-B1552AD1DC7C}" dt="2021-07-10T05:09:35.862" v="530" actId="113"/>
          <ac:spMkLst>
            <pc:docMk/>
            <pc:sldMk cId="3390564886" sldId="260"/>
            <ac:spMk id="3" creationId="{22518F58-B4D9-4956-888A-3C29085BF473}"/>
          </ac:spMkLst>
        </pc:spChg>
        <pc:spChg chg="add mod">
          <ac:chgData name="GUPTAAKASH1778@GMAIL.COM" userId="2b0f162eb5de2807" providerId="LiveId" clId="{76299166-278C-452B-AF08-B1552AD1DC7C}" dt="2021-07-10T05:15:42.159" v="619" actId="1076"/>
          <ac:spMkLst>
            <pc:docMk/>
            <pc:sldMk cId="3390564886" sldId="260"/>
            <ac:spMk id="5" creationId="{7934B362-21B1-46C1-8F41-8868E2AE0173}"/>
          </ac:spMkLst>
        </pc:spChg>
        <pc:spChg chg="add del mod">
          <ac:chgData name="GUPTAAKASH1778@GMAIL.COM" userId="2b0f162eb5de2807" providerId="LiveId" clId="{76299166-278C-452B-AF08-B1552AD1DC7C}" dt="2021-07-10T05:12:56.352" v="553" actId="478"/>
          <ac:spMkLst>
            <pc:docMk/>
            <pc:sldMk cId="3390564886" sldId="260"/>
            <ac:spMk id="6" creationId="{94198388-D5E0-44D0-9B58-FD0122072D50}"/>
          </ac:spMkLst>
        </pc:spChg>
        <pc:spChg chg="mod">
          <ac:chgData name="GUPTAAKASH1778@GMAIL.COM" userId="2b0f162eb5de2807" providerId="LiveId" clId="{76299166-278C-452B-AF08-B1552AD1DC7C}" dt="2021-07-10T05:36:40.793" v="940" actId="20577"/>
          <ac:spMkLst>
            <pc:docMk/>
            <pc:sldMk cId="3390564886" sldId="260"/>
            <ac:spMk id="24" creationId="{47E14B59-0B5A-4445-8758-BF76F30660F3}"/>
          </ac:spMkLst>
        </pc:spChg>
        <pc:spChg chg="mod">
          <ac:chgData name="GUPTAAKASH1778@GMAIL.COM" userId="2b0f162eb5de2807" providerId="LiveId" clId="{76299166-278C-452B-AF08-B1552AD1DC7C}" dt="2021-07-10T05:11:19.650" v="531" actId="164"/>
          <ac:spMkLst>
            <pc:docMk/>
            <pc:sldMk cId="3390564886" sldId="260"/>
            <ac:spMk id="33" creationId="{00000000-0000-0000-0000-000000000000}"/>
          </ac:spMkLst>
        </pc:spChg>
        <pc:spChg chg="add mod">
          <ac:chgData name="GUPTAAKASH1778@GMAIL.COM" userId="2b0f162eb5de2807" providerId="LiveId" clId="{76299166-278C-452B-AF08-B1552AD1DC7C}" dt="2021-07-10T05:08:31.544" v="481" actId="20577"/>
          <ac:spMkLst>
            <pc:docMk/>
            <pc:sldMk cId="3390564886" sldId="260"/>
            <ac:spMk id="34" creationId="{B69CF590-1C90-498E-906A-39D25E231C5A}"/>
          </ac:spMkLst>
        </pc:spChg>
        <pc:spChg chg="mod">
          <ac:chgData name="GUPTAAKASH1778@GMAIL.COM" userId="2b0f162eb5de2807" providerId="LiveId" clId="{76299166-278C-452B-AF08-B1552AD1DC7C}" dt="2021-07-10T05:11:19.650" v="531" actId="164"/>
          <ac:spMkLst>
            <pc:docMk/>
            <pc:sldMk cId="3390564886" sldId="260"/>
            <ac:spMk id="3075" creationId="{8915BED8-CA9C-4628-9281-D4067686D1DE}"/>
          </ac:spMkLst>
        </pc:spChg>
        <pc:grpChg chg="add mod">
          <ac:chgData name="GUPTAAKASH1778@GMAIL.COM" userId="2b0f162eb5de2807" providerId="LiveId" clId="{76299166-278C-452B-AF08-B1552AD1DC7C}" dt="2021-07-10T05:11:46.498" v="537" actId="14100"/>
          <ac:grpSpMkLst>
            <pc:docMk/>
            <pc:sldMk cId="3390564886" sldId="260"/>
            <ac:grpSpMk id="4" creationId="{6033B15E-67D1-48D1-8630-3D399E0504A9}"/>
          </ac:grpSpMkLst>
        </pc:grpChg>
        <pc:grpChg chg="mod">
          <ac:chgData name="GUPTAAKASH1778@GMAIL.COM" userId="2b0f162eb5de2807" providerId="LiveId" clId="{76299166-278C-452B-AF08-B1552AD1DC7C}" dt="2021-07-10T05:11:19.650" v="531" actId="164"/>
          <ac:grpSpMkLst>
            <pc:docMk/>
            <pc:sldMk cId="3390564886" sldId="260"/>
            <ac:grpSpMk id="29" creationId="{1936DDFA-B038-45B6-8858-DCAB35781CC5}"/>
          </ac:grpSpMkLst>
        </pc:grpChg>
        <pc:grpChg chg="mod">
          <ac:chgData name="GUPTAAKASH1778@GMAIL.COM" userId="2b0f162eb5de2807" providerId="LiveId" clId="{76299166-278C-452B-AF08-B1552AD1DC7C}" dt="2021-07-10T05:11:19.650" v="531" actId="164"/>
          <ac:grpSpMkLst>
            <pc:docMk/>
            <pc:sldMk cId="3390564886" sldId="260"/>
            <ac:grpSpMk id="3087" creationId="{15554BE7-3D24-4A19-968C-96B468768341}"/>
          </ac:grpSpMkLst>
        </pc:grpChg>
        <pc:grpChg chg="mod">
          <ac:chgData name="GUPTAAKASH1778@GMAIL.COM" userId="2b0f162eb5de2807" providerId="LiveId" clId="{76299166-278C-452B-AF08-B1552AD1DC7C}" dt="2021-07-10T05:11:19.650" v="531" actId="164"/>
          <ac:grpSpMkLst>
            <pc:docMk/>
            <pc:sldMk cId="3390564886" sldId="260"/>
            <ac:grpSpMk id="3089" creationId="{1936DDFA-B038-45B6-8858-DCAB35781CC5}"/>
          </ac:grpSpMkLst>
        </pc:grpChg>
        <pc:graphicFrameChg chg="mod">
          <ac:chgData name="GUPTAAKASH1778@GMAIL.COM" userId="2b0f162eb5de2807" providerId="LiveId" clId="{76299166-278C-452B-AF08-B1552AD1DC7C}" dt="2021-07-10T05:15:20.563" v="611" actId="1076"/>
          <ac:graphicFrameMkLst>
            <pc:docMk/>
            <pc:sldMk cId="3390564886" sldId="260"/>
            <ac:graphicFrameMk id="31" creationId="{EA71C447-8F48-4332-9BE9-4AC3E1E39B80}"/>
          </ac:graphicFrameMkLst>
        </pc:graphicFrameChg>
        <pc:graphicFrameChg chg="del">
          <ac:chgData name="GUPTAAKASH1778@GMAIL.COM" userId="2b0f162eb5de2807" providerId="LiveId" clId="{76299166-278C-452B-AF08-B1552AD1DC7C}" dt="2021-07-10T05:07:54.327" v="426" actId="478"/>
          <ac:graphicFrameMkLst>
            <pc:docMk/>
            <pc:sldMk cId="3390564886" sldId="260"/>
            <ac:graphicFrameMk id="3073" creationId="{5DC8CF58-3CF3-4940-AC4C-8EAD7761EB21}"/>
          </ac:graphicFrameMkLst>
        </pc:graphicFrameChg>
        <pc:picChg chg="add mod">
          <ac:chgData name="GUPTAAKASH1778@GMAIL.COM" userId="2b0f162eb5de2807" providerId="LiveId" clId="{76299166-278C-452B-AF08-B1552AD1DC7C}" dt="2021-07-10T05:51:44.532" v="1009" actId="1076"/>
          <ac:picMkLst>
            <pc:docMk/>
            <pc:sldMk cId="3390564886" sldId="260"/>
            <ac:picMk id="35" creationId="{4A179B92-7033-4339-8899-2A4F865CD74A}"/>
          </ac:picMkLst>
        </pc:picChg>
      </pc:sldChg>
      <pc:sldChg chg="modSp mod">
        <pc:chgData name="GUPTAAKASH1778@GMAIL.COM" userId="2b0f162eb5de2807" providerId="LiveId" clId="{76299166-278C-452B-AF08-B1552AD1DC7C}" dt="2021-07-10T05:37:36.079" v="986" actId="20577"/>
        <pc:sldMkLst>
          <pc:docMk/>
          <pc:sldMk cId="1839314681" sldId="262"/>
        </pc:sldMkLst>
        <pc:spChg chg="mod">
          <ac:chgData name="GUPTAAKASH1778@GMAIL.COM" userId="2b0f162eb5de2807" providerId="LiveId" clId="{76299166-278C-452B-AF08-B1552AD1DC7C}" dt="2021-07-10T05:37:36.079" v="986" actId="20577"/>
          <ac:spMkLst>
            <pc:docMk/>
            <pc:sldMk cId="1839314681" sldId="262"/>
            <ac:spMk id="7" creationId="{5FD845A5-94D3-486F-805A-45DA836AD75B}"/>
          </ac:spMkLst>
        </pc:spChg>
      </pc:sldChg>
      <pc:sldChg chg="modSp mod">
        <pc:chgData name="GUPTAAKASH1778@GMAIL.COM" userId="2b0f162eb5de2807" providerId="LiveId" clId="{76299166-278C-452B-AF08-B1552AD1DC7C}" dt="2021-07-10T05:40:02.993" v="1000" actId="20577"/>
        <pc:sldMkLst>
          <pc:docMk/>
          <pc:sldMk cId="3162907166" sldId="264"/>
        </pc:sldMkLst>
        <pc:spChg chg="mod">
          <ac:chgData name="GUPTAAKASH1778@GMAIL.COM" userId="2b0f162eb5de2807" providerId="LiveId" clId="{76299166-278C-452B-AF08-B1552AD1DC7C}" dt="2021-07-10T05:37:43.948" v="991" actId="20577"/>
          <ac:spMkLst>
            <pc:docMk/>
            <pc:sldMk cId="3162907166" sldId="264"/>
            <ac:spMk id="6" creationId="{1FE95D65-E0B7-49B2-A51C-F142153D1D81}"/>
          </ac:spMkLst>
        </pc:spChg>
        <pc:spChg chg="mod">
          <ac:chgData name="GUPTAAKASH1778@GMAIL.COM" userId="2b0f162eb5de2807" providerId="LiveId" clId="{76299166-278C-452B-AF08-B1552AD1DC7C}" dt="2021-07-10T05:40:02.993" v="1000" actId="20577"/>
          <ac:spMkLst>
            <pc:docMk/>
            <pc:sldMk cId="3162907166" sldId="264"/>
            <ac:spMk id="11" creationId="{9E40DC24-FA13-4EED-8A3E-F17C1A9CCB51}"/>
          </ac:spMkLst>
        </pc:spChg>
      </pc:sldChg>
      <pc:sldChg chg="addSp modSp mod">
        <pc:chgData name="GUPTAAKASH1778@GMAIL.COM" userId="2b0f162eb5de2807" providerId="LiveId" clId="{76299166-278C-452B-AF08-B1552AD1DC7C}" dt="2021-07-10T05:37:26.814" v="981" actId="20577"/>
        <pc:sldMkLst>
          <pc:docMk/>
          <pc:sldMk cId="3225240120" sldId="267"/>
        </pc:sldMkLst>
        <pc:spChg chg="add mod">
          <ac:chgData name="GUPTAAKASH1778@GMAIL.COM" userId="2b0f162eb5de2807" providerId="LiveId" clId="{76299166-278C-452B-AF08-B1552AD1DC7C}" dt="2021-07-10T05:30:57.061" v="790" actId="208"/>
          <ac:spMkLst>
            <pc:docMk/>
            <pc:sldMk cId="3225240120" sldId="267"/>
            <ac:spMk id="2" creationId="{D919131F-3270-49E4-887A-91C0F47F425B}"/>
          </ac:spMkLst>
        </pc:spChg>
        <pc:spChg chg="add mod">
          <ac:chgData name="GUPTAAKASH1778@GMAIL.COM" userId="2b0f162eb5de2807" providerId="LiveId" clId="{76299166-278C-452B-AF08-B1552AD1DC7C}" dt="2021-07-10T05:30:24.221" v="788" actId="207"/>
          <ac:spMkLst>
            <pc:docMk/>
            <pc:sldMk cId="3225240120" sldId="267"/>
            <ac:spMk id="3" creationId="{4B452C35-319A-43E9-AC39-328AEA5B6085}"/>
          </ac:spMkLst>
        </pc:spChg>
        <pc:spChg chg="mod">
          <ac:chgData name="GUPTAAKASH1778@GMAIL.COM" userId="2b0f162eb5de2807" providerId="LiveId" clId="{76299166-278C-452B-AF08-B1552AD1DC7C}" dt="2021-07-10T05:37:26.814" v="981" actId="20577"/>
          <ac:spMkLst>
            <pc:docMk/>
            <pc:sldMk cId="3225240120" sldId="267"/>
            <ac:spMk id="15" creationId="{B062C24D-E092-4E91-B6A8-B08A6B292C16}"/>
          </ac:spMkLst>
        </pc:spChg>
        <pc:spChg chg="mod">
          <ac:chgData name="GUPTAAKASH1778@GMAIL.COM" userId="2b0f162eb5de2807" providerId="LiveId" clId="{76299166-278C-452B-AF08-B1552AD1DC7C}" dt="2021-07-10T05:35:19.223" v="921" actId="255"/>
          <ac:spMkLst>
            <pc:docMk/>
            <pc:sldMk cId="3225240120" sldId="267"/>
            <ac:spMk id="48" creationId="{00000000-0000-0000-0000-000000000000}"/>
          </ac:spMkLst>
        </pc:spChg>
      </pc:sldChg>
      <pc:sldChg chg="modSp mod">
        <pc:chgData name="GUPTAAKASH1778@GMAIL.COM" userId="2b0f162eb5de2807" providerId="LiveId" clId="{76299166-278C-452B-AF08-B1552AD1DC7C}" dt="2021-07-10T05:44:39.076" v="1006" actId="14100"/>
        <pc:sldMkLst>
          <pc:docMk/>
          <pc:sldMk cId="105829033" sldId="268"/>
        </pc:sldMkLst>
        <pc:spChg chg="mod">
          <ac:chgData name="GUPTAAKASH1778@GMAIL.COM" userId="2b0f162eb5de2807" providerId="LiveId" clId="{76299166-278C-452B-AF08-B1552AD1DC7C}" dt="2021-07-10T05:37:51.325" v="997" actId="20577"/>
          <ac:spMkLst>
            <pc:docMk/>
            <pc:sldMk cId="105829033" sldId="268"/>
            <ac:spMk id="6" creationId="{EDD4B226-C1A2-42AA-9013-A0685302C32D}"/>
          </ac:spMkLst>
        </pc:spChg>
        <pc:spChg chg="mod">
          <ac:chgData name="GUPTAAKASH1778@GMAIL.COM" userId="2b0f162eb5de2807" providerId="LiveId" clId="{76299166-278C-452B-AF08-B1552AD1DC7C}" dt="2021-07-10T05:44:11.872" v="1004" actId="20577"/>
          <ac:spMkLst>
            <pc:docMk/>
            <pc:sldMk cId="105829033" sldId="268"/>
            <ac:spMk id="14" creationId="{00000000-0000-0000-0000-000000000000}"/>
          </ac:spMkLst>
        </pc:spChg>
        <pc:graphicFrameChg chg="mod">
          <ac:chgData name="GUPTAAKASH1778@GMAIL.COM" userId="2b0f162eb5de2807" providerId="LiveId" clId="{76299166-278C-452B-AF08-B1552AD1DC7C}" dt="2021-07-10T05:44:39.076" v="1006" actId="14100"/>
          <ac:graphicFrameMkLst>
            <pc:docMk/>
            <pc:sldMk cId="105829033" sldId="268"/>
            <ac:graphicFrameMk id="12" creationId="{00000000-0000-0000-0000-000000000000}"/>
          </ac:graphicFrameMkLst>
        </pc:graphicFrameChg>
      </pc:sldChg>
      <pc:sldChg chg="addSp delSp modSp del mod">
        <pc:chgData name="GUPTAAKASH1778@GMAIL.COM" userId="2b0f162eb5de2807" providerId="LiveId" clId="{76299166-278C-452B-AF08-B1552AD1DC7C}" dt="2021-07-10T05:04:17.643" v="417" actId="2696"/>
        <pc:sldMkLst>
          <pc:docMk/>
          <pc:sldMk cId="0" sldId="269"/>
        </pc:sldMkLst>
        <pc:spChg chg="add del mod">
          <ac:chgData name="GUPTAAKASH1778@GMAIL.COM" userId="2b0f162eb5de2807" providerId="LiveId" clId="{76299166-278C-452B-AF08-B1552AD1DC7C}" dt="2021-07-10T04:38:18.542" v="63" actId="33987"/>
          <ac:spMkLst>
            <pc:docMk/>
            <pc:sldMk cId="0" sldId="269"/>
            <ac:spMk id="4" creationId="{067CEB04-2236-4D15-B758-FAE9FE3B53DC}"/>
          </ac:spMkLst>
        </pc:spChg>
        <pc:spChg chg="add del mod">
          <ac:chgData name="GUPTAAKASH1778@GMAIL.COM" userId="2b0f162eb5de2807" providerId="LiveId" clId="{76299166-278C-452B-AF08-B1552AD1DC7C}" dt="2021-07-10T04:55:18.502" v="342"/>
          <ac:spMkLst>
            <pc:docMk/>
            <pc:sldMk cId="0" sldId="269"/>
            <ac:spMk id="5" creationId="{01E09650-7ECA-4341-9E59-EDD5E224DCA3}"/>
          </ac:spMkLst>
        </pc:spChg>
        <pc:spChg chg="add mod">
          <ac:chgData name="GUPTAAKASH1778@GMAIL.COM" userId="2b0f162eb5de2807" providerId="LiveId" clId="{76299166-278C-452B-AF08-B1552AD1DC7C}" dt="2021-07-10T04:53:56.017" v="317" actId="1076"/>
          <ac:spMkLst>
            <pc:docMk/>
            <pc:sldMk cId="0" sldId="269"/>
            <ac:spMk id="6" creationId="{3F492246-7EB2-4D33-ABE2-8A89C1D51F7C}"/>
          </ac:spMkLst>
        </pc:spChg>
        <pc:spChg chg="del mod">
          <ac:chgData name="GUPTAAKASH1778@GMAIL.COM" userId="2b0f162eb5de2807" providerId="LiveId" clId="{76299166-278C-452B-AF08-B1552AD1DC7C}" dt="2021-07-10T04:38:19.628" v="65"/>
          <ac:spMkLst>
            <pc:docMk/>
            <pc:sldMk cId="0" sldId="269"/>
            <ac:spMk id="7" creationId="{00000000-0000-0000-0000-000000000000}"/>
          </ac:spMkLst>
        </pc:spChg>
        <pc:spChg chg="del mod">
          <ac:chgData name="GUPTAAKASH1778@GMAIL.COM" userId="2b0f162eb5de2807" providerId="LiveId" clId="{76299166-278C-452B-AF08-B1552AD1DC7C}" dt="2021-07-10T04:38:19.628" v="67"/>
          <ac:spMkLst>
            <pc:docMk/>
            <pc:sldMk cId="0" sldId="269"/>
            <ac:spMk id="8" creationId="{00000000-0000-0000-0000-000000000000}"/>
          </ac:spMkLst>
        </pc:spChg>
        <pc:spChg chg="add mod">
          <ac:chgData name="GUPTAAKASH1778@GMAIL.COM" userId="2b0f162eb5de2807" providerId="LiveId" clId="{76299166-278C-452B-AF08-B1552AD1DC7C}" dt="2021-07-10T04:54:02.026" v="318" actId="1076"/>
          <ac:spMkLst>
            <pc:docMk/>
            <pc:sldMk cId="0" sldId="269"/>
            <ac:spMk id="9" creationId="{635946DE-B7A7-4BD2-B378-5CBA036E6615}"/>
          </ac:spMkLst>
        </pc:spChg>
        <pc:spChg chg="add del mod">
          <ac:chgData name="GUPTAAKASH1778@GMAIL.COM" userId="2b0f162eb5de2807" providerId="LiveId" clId="{76299166-278C-452B-AF08-B1552AD1DC7C}" dt="2021-07-10T04:55:39.667" v="346"/>
          <ac:spMkLst>
            <pc:docMk/>
            <pc:sldMk cId="0" sldId="269"/>
            <ac:spMk id="10" creationId="{99791D8B-3DBB-45FE-ABE0-A3BB19D823DE}"/>
          </ac:spMkLst>
        </pc:spChg>
        <pc:spChg chg="add mod">
          <ac:chgData name="GUPTAAKASH1778@GMAIL.COM" userId="2b0f162eb5de2807" providerId="LiveId" clId="{76299166-278C-452B-AF08-B1552AD1DC7C}" dt="2021-07-10T04:56:36.043" v="366" actId="1076"/>
          <ac:spMkLst>
            <pc:docMk/>
            <pc:sldMk cId="0" sldId="269"/>
            <ac:spMk id="11" creationId="{313B0310-059A-40CB-BAFB-768E423E5E66}"/>
          </ac:spMkLst>
        </pc:spChg>
        <pc:picChg chg="add del mod ord">
          <ac:chgData name="GUPTAAKASH1778@GMAIL.COM" userId="2b0f162eb5de2807" providerId="LiveId" clId="{76299166-278C-452B-AF08-B1552AD1DC7C}" dt="2021-07-10T04:34:39.273" v="21" actId="478"/>
          <ac:picMkLst>
            <pc:docMk/>
            <pc:sldMk cId="0" sldId="269"/>
            <ac:picMk id="3" creationId="{754BBA68-B029-424C-AB9B-CE5FC5237B41}"/>
          </ac:picMkLst>
        </pc:picChg>
        <pc:picChg chg="add del mod">
          <ac:chgData name="GUPTAAKASH1778@GMAIL.COM" userId="2b0f162eb5de2807" providerId="LiveId" clId="{76299166-278C-452B-AF08-B1552AD1DC7C}" dt="2021-07-10T04:35:07.366" v="24" actId="478"/>
          <ac:picMkLst>
            <pc:docMk/>
            <pc:sldMk cId="0" sldId="269"/>
            <ac:picMk id="1026" creationId="{7B3A53F7-D219-419F-9FA3-6811CD9114AE}"/>
          </ac:picMkLst>
        </pc:picChg>
        <pc:picChg chg="add del mod">
          <ac:chgData name="GUPTAAKASH1778@GMAIL.COM" userId="2b0f162eb5de2807" providerId="LiveId" clId="{76299166-278C-452B-AF08-B1552AD1DC7C}" dt="2021-07-10T04:56:30.985" v="365" actId="1076"/>
          <ac:picMkLst>
            <pc:docMk/>
            <pc:sldMk cId="0" sldId="269"/>
            <ac:picMk id="1028" creationId="{EEBA063E-6090-4D0D-9C8F-5C64E1BF80D3}"/>
          </ac:picMkLst>
        </pc:picChg>
        <pc:picChg chg="add del mod">
          <ac:chgData name="GUPTAAKASH1778@GMAIL.COM" userId="2b0f162eb5de2807" providerId="LiveId" clId="{76299166-278C-452B-AF08-B1552AD1DC7C}" dt="2021-07-10T04:44:40.266" v="109"/>
          <ac:picMkLst>
            <pc:docMk/>
            <pc:sldMk cId="0" sldId="269"/>
            <ac:picMk id="1030" creationId="{D00C224F-13B3-4FAF-96FC-0B7794EE404D}"/>
          </ac:picMkLst>
        </pc:picChg>
        <pc:picChg chg="add del mod">
          <ac:chgData name="GUPTAAKASH1778@GMAIL.COM" userId="2b0f162eb5de2807" providerId="LiveId" clId="{76299166-278C-452B-AF08-B1552AD1DC7C}" dt="2021-07-10T04:57:25.761" v="367" actId="478"/>
          <ac:picMkLst>
            <pc:docMk/>
            <pc:sldMk cId="0" sldId="269"/>
            <ac:picMk id="1032" creationId="{AF08A558-FFDE-4F13-9162-19FE6716E988}"/>
          </ac:picMkLst>
        </pc:picChg>
        <pc:picChg chg="add del mod">
          <ac:chgData name="GUPTAAKASH1778@GMAIL.COM" userId="2b0f162eb5de2807" providerId="LiveId" clId="{76299166-278C-452B-AF08-B1552AD1DC7C}" dt="2021-07-10T04:48:57.745" v="132"/>
          <ac:picMkLst>
            <pc:docMk/>
            <pc:sldMk cId="0" sldId="269"/>
            <ac:picMk id="1034" creationId="{DB83A6DE-822E-4F2E-A3EC-7F20A97B2458}"/>
          </ac:picMkLst>
        </pc:picChg>
        <pc:picChg chg="add del mod">
          <ac:chgData name="GUPTAAKASH1778@GMAIL.COM" userId="2b0f162eb5de2807" providerId="LiveId" clId="{76299166-278C-452B-AF08-B1552AD1DC7C}" dt="2021-07-10T04:49:12.788" v="136"/>
          <ac:picMkLst>
            <pc:docMk/>
            <pc:sldMk cId="0" sldId="269"/>
            <ac:picMk id="1036" creationId="{3801BDEA-22CF-4D80-99A0-D0CF814DDC93}"/>
          </ac:picMkLst>
        </pc:picChg>
        <pc:picChg chg="add mod">
          <ac:chgData name="GUPTAAKASH1778@GMAIL.COM" userId="2b0f162eb5de2807" providerId="LiveId" clId="{76299166-278C-452B-AF08-B1552AD1DC7C}" dt="2021-07-10T04:49:28.394" v="143" actId="14100"/>
          <ac:picMkLst>
            <pc:docMk/>
            <pc:sldMk cId="0" sldId="269"/>
            <ac:picMk id="1038" creationId="{595D93FC-ADB5-4FD2-B601-60F3FB2B96B5}"/>
          </ac:picMkLst>
        </pc:picChg>
        <pc:picChg chg="del mod">
          <ac:chgData name="GUPTAAKASH1778@GMAIL.COM" userId="2b0f162eb5de2807" providerId="LiveId" clId="{76299166-278C-452B-AF08-B1552AD1DC7C}" dt="2021-07-10T04:37:18.463" v="34" actId="478"/>
          <ac:picMkLst>
            <pc:docMk/>
            <pc:sldMk cId="0" sldId="269"/>
            <ac:picMk id="13316" creationId="{00000000-0000-0000-0000-000000000000}"/>
          </ac:picMkLst>
        </pc:picChg>
        <pc:picChg chg="del mod">
          <ac:chgData name="GUPTAAKASH1778@GMAIL.COM" userId="2b0f162eb5de2807" providerId="LiveId" clId="{76299166-278C-452B-AF08-B1552AD1DC7C}" dt="2021-07-10T04:37:23.398" v="36" actId="478"/>
          <ac:picMkLst>
            <pc:docMk/>
            <pc:sldMk cId="0" sldId="269"/>
            <ac:picMk id="13318" creationId="{00000000-0000-0000-0000-000000000000}"/>
          </ac:picMkLst>
        </pc:picChg>
        <pc:picChg chg="del">
          <ac:chgData name="GUPTAAKASH1778@GMAIL.COM" userId="2b0f162eb5de2807" providerId="LiveId" clId="{76299166-278C-452B-AF08-B1552AD1DC7C}" dt="2021-07-10T04:28:59.321" v="0" actId="478"/>
          <ac:picMkLst>
            <pc:docMk/>
            <pc:sldMk cId="0" sldId="269"/>
            <ac:picMk id="13320" creationId="{00000000-0000-0000-0000-000000000000}"/>
          </ac:picMkLst>
        </pc:picChg>
      </pc:sldChg>
      <pc:sldChg chg="addSp delSp modSp new mod">
        <pc:chgData name="GUPTAAKASH1778@GMAIL.COM" userId="2b0f162eb5de2807" providerId="LiveId" clId="{76299166-278C-452B-AF08-B1552AD1DC7C}" dt="2021-07-10T05:04:08.597" v="416" actId="20577"/>
        <pc:sldMkLst>
          <pc:docMk/>
          <pc:sldMk cId="2471919840" sldId="270"/>
        </pc:sldMkLst>
        <pc:spChg chg="del">
          <ac:chgData name="GUPTAAKASH1778@GMAIL.COM" userId="2b0f162eb5de2807" providerId="LiveId" clId="{76299166-278C-452B-AF08-B1552AD1DC7C}" dt="2021-07-10T04:55:22.328" v="343" actId="478"/>
          <ac:spMkLst>
            <pc:docMk/>
            <pc:sldMk cId="2471919840" sldId="270"/>
            <ac:spMk id="2" creationId="{6876EC39-DBE4-4577-A81F-0E263AAC49DE}"/>
          </ac:spMkLst>
        </pc:spChg>
        <pc:spChg chg="del">
          <ac:chgData name="GUPTAAKASH1778@GMAIL.COM" userId="2b0f162eb5de2807" providerId="LiveId" clId="{76299166-278C-452B-AF08-B1552AD1DC7C}" dt="2021-07-10T04:55:22.328" v="343" actId="478"/>
          <ac:spMkLst>
            <pc:docMk/>
            <pc:sldMk cId="2471919840" sldId="270"/>
            <ac:spMk id="3" creationId="{B5CC3CB6-995F-43CB-9F3E-C336BBCE9408}"/>
          </ac:spMkLst>
        </pc:spChg>
        <pc:spChg chg="add mod">
          <ac:chgData name="GUPTAAKASH1778@GMAIL.COM" userId="2b0f162eb5de2807" providerId="LiveId" clId="{76299166-278C-452B-AF08-B1552AD1DC7C}" dt="2021-07-10T05:00:58.268" v="393" actId="207"/>
          <ac:spMkLst>
            <pc:docMk/>
            <pc:sldMk cId="2471919840" sldId="270"/>
            <ac:spMk id="7" creationId="{B902C3A6-8442-45A0-B612-2B99D27198ED}"/>
          </ac:spMkLst>
        </pc:spChg>
        <pc:spChg chg="add mod">
          <ac:chgData name="GUPTAAKASH1778@GMAIL.COM" userId="2b0f162eb5de2807" providerId="LiveId" clId="{76299166-278C-452B-AF08-B1552AD1DC7C}" dt="2021-07-10T05:04:08.597" v="416" actId="20577"/>
          <ac:spMkLst>
            <pc:docMk/>
            <pc:sldMk cId="2471919840" sldId="270"/>
            <ac:spMk id="8" creationId="{4E17C8FD-1A72-4050-A53B-45677134DCB3}"/>
          </ac:spMkLst>
        </pc:spChg>
        <pc:spChg chg="add mod">
          <ac:chgData name="GUPTAAKASH1778@GMAIL.COM" userId="2b0f162eb5de2807" providerId="LiveId" clId="{76299166-278C-452B-AF08-B1552AD1DC7C}" dt="2021-07-10T05:02:51.832" v="403" actId="1076"/>
          <ac:spMkLst>
            <pc:docMk/>
            <pc:sldMk cId="2471919840" sldId="270"/>
            <ac:spMk id="9" creationId="{B5B256FB-B1D8-455B-A253-1C320ABB80B4}"/>
          </ac:spMkLst>
        </pc:spChg>
        <pc:picChg chg="add mod">
          <ac:chgData name="GUPTAAKASH1778@GMAIL.COM" userId="2b0f162eb5de2807" providerId="LiveId" clId="{76299166-278C-452B-AF08-B1552AD1DC7C}" dt="2021-07-10T05:00:25.664" v="391" actId="14100"/>
          <ac:picMkLst>
            <pc:docMk/>
            <pc:sldMk cId="2471919840" sldId="270"/>
            <ac:picMk id="2050" creationId="{7459E794-C8BB-413A-B46B-9DFB8E6EDC28}"/>
          </ac:picMkLst>
        </pc:picChg>
        <pc:picChg chg="add mod">
          <ac:chgData name="GUPTAAKASH1778@GMAIL.COM" userId="2b0f162eb5de2807" providerId="LiveId" clId="{76299166-278C-452B-AF08-B1552AD1DC7C}" dt="2021-07-10T04:59:04.537" v="375" actId="14100"/>
          <ac:picMkLst>
            <pc:docMk/>
            <pc:sldMk cId="2471919840" sldId="270"/>
            <ac:picMk id="2052" creationId="{E35D460C-142A-4A6F-A29F-992DCDED381B}"/>
          </ac:picMkLst>
        </pc:picChg>
        <pc:picChg chg="add mod">
          <ac:chgData name="GUPTAAKASH1778@GMAIL.COM" userId="2b0f162eb5de2807" providerId="LiveId" clId="{76299166-278C-452B-AF08-B1552AD1DC7C}" dt="2021-07-10T04:59:52.601" v="385" actId="1076"/>
          <ac:picMkLst>
            <pc:docMk/>
            <pc:sldMk cId="2471919840" sldId="270"/>
            <ac:picMk id="2054" creationId="{D6ADDF5F-04BF-49E9-B5CB-2D722957AA77}"/>
          </ac:picMkLst>
        </pc:picChg>
      </pc:sldChg>
    </pc:docChg>
  </pc:docChgLst>
  <pc:docChgLst>
    <pc:chgData name="GUPTAAKASH1778@GMAIL.COM" userId="2b0f162eb5de2807" providerId="LiveId" clId="{69BD99E5-1007-46CB-A5B5-C0DD32029FD9}"/>
    <pc:docChg chg="undo custSel addSld modSld sldOrd">
      <pc:chgData name="GUPTAAKASH1778@GMAIL.COM" userId="2b0f162eb5de2807" providerId="LiveId" clId="{69BD99E5-1007-46CB-A5B5-C0DD32029FD9}" dt="2021-07-09T07:42:55.112" v="3784" actId="207"/>
      <pc:docMkLst>
        <pc:docMk/>
      </pc:docMkLst>
      <pc:sldChg chg="addSp delSp modSp mod ord">
        <pc:chgData name="GUPTAAKASH1778@GMAIL.COM" userId="2b0f162eb5de2807" providerId="LiveId" clId="{69BD99E5-1007-46CB-A5B5-C0DD32029FD9}" dt="2021-07-09T07:42:55.112" v="3784" actId="207"/>
        <pc:sldMkLst>
          <pc:docMk/>
          <pc:sldMk cId="521591192" sldId="256"/>
        </pc:sldMkLst>
        <pc:spChg chg="del mod">
          <ac:chgData name="GUPTAAKASH1778@GMAIL.COM" userId="2b0f162eb5de2807" providerId="LiveId" clId="{69BD99E5-1007-46CB-A5B5-C0DD32029FD9}" dt="2021-07-06T13:49:48.656" v="1759" actId="478"/>
          <ac:spMkLst>
            <pc:docMk/>
            <pc:sldMk cId="521591192" sldId="256"/>
            <ac:spMk id="22" creationId="{1F779F69-A5E9-4BDF-85D3-1DDBF7920457}"/>
          </ac:spMkLst>
        </pc:spChg>
        <pc:spChg chg="del">
          <ac:chgData name="GUPTAAKASH1778@GMAIL.COM" userId="2b0f162eb5de2807" providerId="LiveId" clId="{69BD99E5-1007-46CB-A5B5-C0DD32029FD9}" dt="2021-07-06T13:49:48.656" v="1759" actId="478"/>
          <ac:spMkLst>
            <pc:docMk/>
            <pc:sldMk cId="521591192" sldId="256"/>
            <ac:spMk id="28" creationId="{82C3B6FB-81E6-419B-924B-7AF7FD1EF86D}"/>
          </ac:spMkLst>
        </pc:spChg>
        <pc:spChg chg="del">
          <ac:chgData name="GUPTAAKASH1778@GMAIL.COM" userId="2b0f162eb5de2807" providerId="LiveId" clId="{69BD99E5-1007-46CB-A5B5-C0DD32029FD9}" dt="2021-07-06T13:49:48.656" v="1759" actId="478"/>
          <ac:spMkLst>
            <pc:docMk/>
            <pc:sldMk cId="521591192" sldId="256"/>
            <ac:spMk id="29" creationId="{43F913B2-4092-436D-ACD0-F5113E1C9C90}"/>
          </ac:spMkLst>
        </pc:spChg>
        <pc:spChg chg="del">
          <ac:chgData name="GUPTAAKASH1778@GMAIL.COM" userId="2b0f162eb5de2807" providerId="LiveId" clId="{69BD99E5-1007-46CB-A5B5-C0DD32029FD9}" dt="2021-07-06T13:49:48.656" v="1759" actId="478"/>
          <ac:spMkLst>
            <pc:docMk/>
            <pc:sldMk cId="521591192" sldId="256"/>
            <ac:spMk id="30" creationId="{7655F3DE-9456-44A4-B733-D0DB86A00DDA}"/>
          </ac:spMkLst>
        </pc:spChg>
        <pc:spChg chg="del">
          <ac:chgData name="GUPTAAKASH1778@GMAIL.COM" userId="2b0f162eb5de2807" providerId="LiveId" clId="{69BD99E5-1007-46CB-A5B5-C0DD32029FD9}" dt="2021-07-06T13:49:48.656" v="1759" actId="478"/>
          <ac:spMkLst>
            <pc:docMk/>
            <pc:sldMk cId="521591192" sldId="256"/>
            <ac:spMk id="31" creationId="{DED19FB3-6F38-450C-A751-8EFB20DC54C6}"/>
          </ac:spMkLst>
        </pc:spChg>
        <pc:spChg chg="del">
          <ac:chgData name="GUPTAAKASH1778@GMAIL.COM" userId="2b0f162eb5de2807" providerId="LiveId" clId="{69BD99E5-1007-46CB-A5B5-C0DD32029FD9}" dt="2021-07-06T13:49:48.656" v="1759" actId="478"/>
          <ac:spMkLst>
            <pc:docMk/>
            <pc:sldMk cId="521591192" sldId="256"/>
            <ac:spMk id="32" creationId="{F3F0D260-961A-4B41-8D33-EBBB098F4F4B}"/>
          </ac:spMkLst>
        </pc:spChg>
        <pc:spChg chg="del mod">
          <ac:chgData name="GUPTAAKASH1778@GMAIL.COM" userId="2b0f162eb5de2807" providerId="LiveId" clId="{69BD99E5-1007-46CB-A5B5-C0DD32029FD9}" dt="2021-07-06T13:49:59.256" v="1761" actId="478"/>
          <ac:spMkLst>
            <pc:docMk/>
            <pc:sldMk cId="521591192" sldId="256"/>
            <ac:spMk id="33" creationId="{E74A0D35-5E21-4E0F-985F-212E6A179D44}"/>
          </ac:spMkLst>
        </pc:spChg>
        <pc:spChg chg="del mod">
          <ac:chgData name="GUPTAAKASH1778@GMAIL.COM" userId="2b0f162eb5de2807" providerId="LiveId" clId="{69BD99E5-1007-46CB-A5B5-C0DD32029FD9}" dt="2021-07-06T13:49:59.256" v="1761" actId="478"/>
          <ac:spMkLst>
            <pc:docMk/>
            <pc:sldMk cId="521591192" sldId="256"/>
            <ac:spMk id="34" creationId="{E41FA145-F413-40EA-8FC6-A0318F3C23C1}"/>
          </ac:spMkLst>
        </pc:spChg>
        <pc:spChg chg="add mod">
          <ac:chgData name="GUPTAAKASH1778@GMAIL.COM" userId="2b0f162eb5de2807" providerId="LiveId" clId="{69BD99E5-1007-46CB-A5B5-C0DD32029FD9}" dt="2021-07-06T13:54:22.876" v="1859" actId="255"/>
          <ac:spMkLst>
            <pc:docMk/>
            <pc:sldMk cId="521591192" sldId="256"/>
            <ac:spMk id="35" creationId="{04B1AA41-C18D-4AC2-9A72-3538DE656837}"/>
          </ac:spMkLst>
        </pc:spChg>
        <pc:spChg chg="add mod">
          <ac:chgData name="GUPTAAKASH1778@GMAIL.COM" userId="2b0f162eb5de2807" providerId="LiveId" clId="{69BD99E5-1007-46CB-A5B5-C0DD32029FD9}" dt="2021-07-06T13:54:26.822" v="1860" actId="255"/>
          <ac:spMkLst>
            <pc:docMk/>
            <pc:sldMk cId="521591192" sldId="256"/>
            <ac:spMk id="36" creationId="{AA1B8BB9-696E-43D1-A65F-2232F8D740DA}"/>
          </ac:spMkLst>
        </pc:spChg>
        <pc:spChg chg="add mod">
          <ac:chgData name="GUPTAAKASH1778@GMAIL.COM" userId="2b0f162eb5de2807" providerId="LiveId" clId="{69BD99E5-1007-46CB-A5B5-C0DD32029FD9}" dt="2021-07-06T13:54:30.255" v="1861" actId="255"/>
          <ac:spMkLst>
            <pc:docMk/>
            <pc:sldMk cId="521591192" sldId="256"/>
            <ac:spMk id="37" creationId="{9114ED56-705F-487E-B16D-FC8EE5AADBD3}"/>
          </ac:spMkLst>
        </pc:spChg>
        <pc:spChg chg="add mod">
          <ac:chgData name="GUPTAAKASH1778@GMAIL.COM" userId="2b0f162eb5de2807" providerId="LiveId" clId="{69BD99E5-1007-46CB-A5B5-C0DD32029FD9}" dt="2021-07-06T13:52:58.436" v="1819" actId="255"/>
          <ac:spMkLst>
            <pc:docMk/>
            <pc:sldMk cId="521591192" sldId="256"/>
            <ac:spMk id="38" creationId="{EF368753-6428-4ED8-8DFC-44E78E213968}"/>
          </ac:spMkLst>
        </pc:spChg>
        <pc:spChg chg="add mod">
          <ac:chgData name="GUPTAAKASH1778@GMAIL.COM" userId="2b0f162eb5de2807" providerId="LiveId" clId="{69BD99E5-1007-46CB-A5B5-C0DD32029FD9}" dt="2021-07-06T13:53:03.126" v="1820" actId="255"/>
          <ac:spMkLst>
            <pc:docMk/>
            <pc:sldMk cId="521591192" sldId="256"/>
            <ac:spMk id="39" creationId="{001B692A-3B89-4FCA-86A5-19C8994C2E15}"/>
          </ac:spMkLst>
        </pc:spChg>
        <pc:spChg chg="del mod">
          <ac:chgData name="GUPTAAKASH1778@GMAIL.COM" userId="2b0f162eb5de2807" providerId="LiveId" clId="{69BD99E5-1007-46CB-A5B5-C0DD32029FD9}" dt="2021-07-06T13:55:01.634" v="1864" actId="478"/>
          <ac:spMkLst>
            <pc:docMk/>
            <pc:sldMk cId="521591192" sldId="256"/>
            <ac:spMk id="41" creationId="{4EA9321D-94C5-43E8-BA59-BB64A1540BFD}"/>
          </ac:spMkLst>
        </pc:spChg>
        <pc:spChg chg="del mod">
          <ac:chgData name="GUPTAAKASH1778@GMAIL.COM" userId="2b0f162eb5de2807" providerId="LiveId" clId="{69BD99E5-1007-46CB-A5B5-C0DD32029FD9}" dt="2021-07-06T13:55:12.752" v="1867" actId="478"/>
          <ac:spMkLst>
            <pc:docMk/>
            <pc:sldMk cId="521591192" sldId="256"/>
            <ac:spMk id="42" creationId="{61859BE5-B4E1-4092-8434-C4605E81CD1B}"/>
          </ac:spMkLst>
        </pc:spChg>
        <pc:spChg chg="add mod ord">
          <ac:chgData name="GUPTAAKASH1778@GMAIL.COM" userId="2b0f162eb5de2807" providerId="LiveId" clId="{69BD99E5-1007-46CB-A5B5-C0DD32029FD9}" dt="2021-07-06T13:54:17.572" v="1858" actId="255"/>
          <ac:spMkLst>
            <pc:docMk/>
            <pc:sldMk cId="521591192" sldId="256"/>
            <ac:spMk id="43" creationId="{40E52DC8-48FF-475A-9FA2-7F29D53C8EE3}"/>
          </ac:spMkLst>
        </pc:spChg>
        <pc:spChg chg="mod">
          <ac:chgData name="GUPTAAKASH1778@GMAIL.COM" userId="2b0f162eb5de2807" providerId="LiveId" clId="{69BD99E5-1007-46CB-A5B5-C0DD32029FD9}" dt="2021-07-09T07:42:55.112" v="3784" actId="207"/>
          <ac:spMkLst>
            <pc:docMk/>
            <pc:sldMk cId="521591192" sldId="256"/>
            <ac:spMk id="53" creationId="{54AD4126-3833-4B27-AE56-B640767194FA}"/>
          </ac:spMkLst>
        </pc:spChg>
        <pc:spChg chg="mod">
          <ac:chgData name="GUPTAAKASH1778@GMAIL.COM" userId="2b0f162eb5de2807" providerId="LiveId" clId="{69BD99E5-1007-46CB-A5B5-C0DD32029FD9}" dt="2021-07-06T13:51:45.980" v="1774" actId="1076"/>
          <ac:spMkLst>
            <pc:docMk/>
            <pc:sldMk cId="521591192" sldId="256"/>
            <ac:spMk id="87" creationId="{4B5BEF10-214F-48DD-B46E-8A21030502BA}"/>
          </ac:spMkLst>
        </pc:spChg>
        <pc:spChg chg="mod">
          <ac:chgData name="GUPTAAKASH1778@GMAIL.COM" userId="2b0f162eb5de2807" providerId="LiveId" clId="{69BD99E5-1007-46CB-A5B5-C0DD32029FD9}" dt="2021-07-06T13:55:21.127" v="1868" actId="207"/>
          <ac:spMkLst>
            <pc:docMk/>
            <pc:sldMk cId="521591192" sldId="256"/>
            <ac:spMk id="89" creationId="{AB07FB64-29CF-462D-8930-79E4D4BF643B}"/>
          </ac:spMkLst>
        </pc:spChg>
        <pc:grpChg chg="add mod">
          <ac:chgData name="GUPTAAKASH1778@GMAIL.COM" userId="2b0f162eb5de2807" providerId="LiveId" clId="{69BD99E5-1007-46CB-A5B5-C0DD32029FD9}" dt="2021-07-06T13:55:34.514" v="1869" actId="1076"/>
          <ac:grpSpMkLst>
            <pc:docMk/>
            <pc:sldMk cId="521591192" sldId="256"/>
            <ac:grpSpMk id="2" creationId="{94E414DD-51DF-4045-B94B-9615978F9B28}"/>
          </ac:grpSpMkLst>
        </pc:grpChg>
        <pc:grpChg chg="del">
          <ac:chgData name="GUPTAAKASH1778@GMAIL.COM" userId="2b0f162eb5de2807" providerId="LiveId" clId="{69BD99E5-1007-46CB-A5B5-C0DD32029FD9}" dt="2021-07-06T13:49:48.656" v="1759" actId="478"/>
          <ac:grpSpMkLst>
            <pc:docMk/>
            <pc:sldMk cId="521591192" sldId="256"/>
            <ac:grpSpMk id="23" creationId="{78C19313-9AA6-4179-8DF1-69BA4EDF874A}"/>
          </ac:grpSpMkLst>
        </pc:grpChg>
        <pc:grpChg chg="add del mod">
          <ac:chgData name="GUPTAAKASH1778@GMAIL.COM" userId="2b0f162eb5de2807" providerId="LiveId" clId="{69BD99E5-1007-46CB-A5B5-C0DD32029FD9}" dt="2021-07-06T13:55:01.634" v="1864" actId="478"/>
          <ac:grpSpMkLst>
            <pc:docMk/>
            <pc:sldMk cId="521591192" sldId="256"/>
            <ac:grpSpMk id="40" creationId="{3804AF16-8305-46BC-9555-7518506C85BE}"/>
          </ac:grpSpMkLst>
        </pc:grpChg>
      </pc:sldChg>
      <pc:sldChg chg="addSp delSp modSp mod ord">
        <pc:chgData name="GUPTAAKASH1778@GMAIL.COM" userId="2b0f162eb5de2807" providerId="LiveId" clId="{69BD99E5-1007-46CB-A5B5-C0DD32029FD9}" dt="2021-07-06T14:12:24.305" v="1968" actId="167"/>
        <pc:sldMkLst>
          <pc:docMk/>
          <pc:sldMk cId="4018872205" sldId="257"/>
        </pc:sldMkLst>
        <pc:spChg chg="del mod">
          <ac:chgData name="GUPTAAKASH1778@GMAIL.COM" userId="2b0f162eb5de2807" providerId="LiveId" clId="{69BD99E5-1007-46CB-A5B5-C0DD32029FD9}" dt="2021-07-06T13:55:56.480" v="1871" actId="478"/>
          <ac:spMkLst>
            <pc:docMk/>
            <pc:sldMk cId="4018872205" sldId="257"/>
            <ac:spMk id="4" creationId="{00E42994-9437-4087-BDAB-A0B3C749AE89}"/>
          </ac:spMkLst>
        </pc:spChg>
        <pc:spChg chg="mod">
          <ac:chgData name="GUPTAAKASH1778@GMAIL.COM" userId="2b0f162eb5de2807" providerId="LiveId" clId="{69BD99E5-1007-46CB-A5B5-C0DD32029FD9}" dt="2021-07-05T18:38:52.254" v="1516" actId="20577"/>
          <ac:spMkLst>
            <pc:docMk/>
            <pc:sldMk cId="4018872205" sldId="257"/>
            <ac:spMk id="9" creationId="{83AFD680-8FEC-4C08-ADF0-EB2E801AE2C3}"/>
          </ac:spMkLst>
        </pc:spChg>
        <pc:spChg chg="del">
          <ac:chgData name="GUPTAAKASH1778@GMAIL.COM" userId="2b0f162eb5de2807" providerId="LiveId" clId="{69BD99E5-1007-46CB-A5B5-C0DD32029FD9}" dt="2021-07-06T13:55:56.480" v="1871" actId="478"/>
          <ac:spMkLst>
            <pc:docMk/>
            <pc:sldMk cId="4018872205" sldId="257"/>
            <ac:spMk id="10" creationId="{A3DDD369-FEBE-4801-B3FA-2C02522C8627}"/>
          </ac:spMkLst>
        </pc:spChg>
        <pc:spChg chg="del">
          <ac:chgData name="GUPTAAKASH1778@GMAIL.COM" userId="2b0f162eb5de2807" providerId="LiveId" clId="{69BD99E5-1007-46CB-A5B5-C0DD32029FD9}" dt="2021-07-06T13:55:56.480" v="1871" actId="478"/>
          <ac:spMkLst>
            <pc:docMk/>
            <pc:sldMk cId="4018872205" sldId="257"/>
            <ac:spMk id="11" creationId="{D443802A-2711-4E5A-B360-7256FDF656B2}"/>
          </ac:spMkLst>
        </pc:spChg>
        <pc:spChg chg="del">
          <ac:chgData name="GUPTAAKASH1778@GMAIL.COM" userId="2b0f162eb5de2807" providerId="LiveId" clId="{69BD99E5-1007-46CB-A5B5-C0DD32029FD9}" dt="2021-07-06T13:55:56.480" v="1871" actId="478"/>
          <ac:spMkLst>
            <pc:docMk/>
            <pc:sldMk cId="4018872205" sldId="257"/>
            <ac:spMk id="12" creationId="{59694692-6FC8-4090-B812-427883083B3C}"/>
          </ac:spMkLst>
        </pc:spChg>
        <pc:spChg chg="del">
          <ac:chgData name="GUPTAAKASH1778@GMAIL.COM" userId="2b0f162eb5de2807" providerId="LiveId" clId="{69BD99E5-1007-46CB-A5B5-C0DD32029FD9}" dt="2021-07-06T13:55:56.480" v="1871" actId="478"/>
          <ac:spMkLst>
            <pc:docMk/>
            <pc:sldMk cId="4018872205" sldId="257"/>
            <ac:spMk id="13" creationId="{28C89467-D67E-4782-BE81-C1AD312D51B3}"/>
          </ac:spMkLst>
        </pc:spChg>
        <pc:spChg chg="del">
          <ac:chgData name="GUPTAAKASH1778@GMAIL.COM" userId="2b0f162eb5de2807" providerId="LiveId" clId="{69BD99E5-1007-46CB-A5B5-C0DD32029FD9}" dt="2021-07-06T13:55:56.480" v="1871" actId="478"/>
          <ac:spMkLst>
            <pc:docMk/>
            <pc:sldMk cId="4018872205" sldId="257"/>
            <ac:spMk id="14" creationId="{B588930A-49F4-465B-A293-3837EA6D2649}"/>
          </ac:spMkLst>
        </pc:spChg>
        <pc:spChg chg="del mod">
          <ac:chgData name="GUPTAAKASH1778@GMAIL.COM" userId="2b0f162eb5de2807" providerId="LiveId" clId="{69BD99E5-1007-46CB-A5B5-C0DD32029FD9}" dt="2021-07-06T13:56:02.636" v="1872" actId="478"/>
          <ac:spMkLst>
            <pc:docMk/>
            <pc:sldMk cId="4018872205" sldId="257"/>
            <ac:spMk id="15" creationId="{FBE689E8-EAB4-47A6-98E1-7E0976395855}"/>
          </ac:spMkLst>
        </pc:spChg>
        <pc:spChg chg="del">
          <ac:chgData name="GUPTAAKASH1778@GMAIL.COM" userId="2b0f162eb5de2807" providerId="LiveId" clId="{69BD99E5-1007-46CB-A5B5-C0DD32029FD9}" dt="2021-07-06T13:56:02.636" v="1872" actId="478"/>
          <ac:spMkLst>
            <pc:docMk/>
            <pc:sldMk cId="4018872205" sldId="257"/>
            <ac:spMk id="16" creationId="{9C69E1F6-E84F-4006-8054-57AF4D4E6A11}"/>
          </ac:spMkLst>
        </pc:spChg>
        <pc:spChg chg="mod">
          <ac:chgData name="GUPTAAKASH1778@GMAIL.COM" userId="2b0f162eb5de2807" providerId="LiveId" clId="{69BD99E5-1007-46CB-A5B5-C0DD32029FD9}" dt="2021-07-06T13:56:09.404" v="1874"/>
          <ac:spMkLst>
            <pc:docMk/>
            <pc:sldMk cId="4018872205" sldId="257"/>
            <ac:spMk id="22" creationId="{CFA122FA-914C-4BDD-81E0-4A05E7A3C1CB}"/>
          </ac:spMkLst>
        </pc:spChg>
        <pc:spChg chg="mod">
          <ac:chgData name="GUPTAAKASH1778@GMAIL.COM" userId="2b0f162eb5de2807" providerId="LiveId" clId="{69BD99E5-1007-46CB-A5B5-C0DD32029FD9}" dt="2021-07-06T13:56:09.404" v="1874"/>
          <ac:spMkLst>
            <pc:docMk/>
            <pc:sldMk cId="4018872205" sldId="257"/>
            <ac:spMk id="23" creationId="{09A80438-82D2-482A-9796-7A458F98A07F}"/>
          </ac:spMkLst>
        </pc:spChg>
        <pc:spChg chg="del">
          <ac:chgData name="GUPTAAKASH1778@GMAIL.COM" userId="2b0f162eb5de2807" providerId="LiveId" clId="{69BD99E5-1007-46CB-A5B5-C0DD32029FD9}" dt="2021-07-05T18:14:29.484" v="502" actId="478"/>
          <ac:spMkLst>
            <pc:docMk/>
            <pc:sldMk cId="4018872205" sldId="257"/>
            <ac:spMk id="23" creationId="{EB239C83-AE15-460F-A2ED-2DA06A138054}"/>
          </ac:spMkLst>
        </pc:spChg>
        <pc:spChg chg="mod">
          <ac:chgData name="GUPTAAKASH1778@GMAIL.COM" userId="2b0f162eb5de2807" providerId="LiveId" clId="{69BD99E5-1007-46CB-A5B5-C0DD32029FD9}" dt="2021-07-06T13:56:09.404" v="1874"/>
          <ac:spMkLst>
            <pc:docMk/>
            <pc:sldMk cId="4018872205" sldId="257"/>
            <ac:spMk id="24" creationId="{327DE92C-CD87-4D97-90F0-EB5DCF8E9B02}"/>
          </ac:spMkLst>
        </pc:spChg>
        <pc:spChg chg="mod">
          <ac:chgData name="GUPTAAKASH1778@GMAIL.COM" userId="2b0f162eb5de2807" providerId="LiveId" clId="{69BD99E5-1007-46CB-A5B5-C0DD32029FD9}" dt="2021-07-06T14:12:15.614" v="1967" actId="207"/>
          <ac:spMkLst>
            <pc:docMk/>
            <pc:sldMk cId="4018872205" sldId="257"/>
            <ac:spMk id="25" creationId="{81554E50-3BA4-455E-BFA3-1BC63D92BE74}"/>
          </ac:spMkLst>
        </pc:spChg>
        <pc:spChg chg="mod ord">
          <ac:chgData name="GUPTAAKASH1778@GMAIL.COM" userId="2b0f162eb5de2807" providerId="LiveId" clId="{69BD99E5-1007-46CB-A5B5-C0DD32029FD9}" dt="2021-07-06T14:12:24.305" v="1968" actId="167"/>
          <ac:spMkLst>
            <pc:docMk/>
            <pc:sldMk cId="4018872205" sldId="257"/>
            <ac:spMk id="26" creationId="{D06010AC-B1BA-4723-817A-8AE2B1EB7839}"/>
          </ac:spMkLst>
        </pc:spChg>
        <pc:spChg chg="add mod ord">
          <ac:chgData name="GUPTAAKASH1778@GMAIL.COM" userId="2b0f162eb5de2807" providerId="LiveId" clId="{69BD99E5-1007-46CB-A5B5-C0DD32029FD9}" dt="2021-07-06T13:56:33.166" v="1876" actId="167"/>
          <ac:spMkLst>
            <pc:docMk/>
            <pc:sldMk cId="4018872205" sldId="257"/>
            <ac:spMk id="29" creationId="{64F47395-EA2F-4348-8DD7-0A41BFC5250A}"/>
          </ac:spMkLst>
        </pc:spChg>
        <pc:grpChg chg="del">
          <ac:chgData name="GUPTAAKASH1778@GMAIL.COM" userId="2b0f162eb5de2807" providerId="LiveId" clId="{69BD99E5-1007-46CB-A5B5-C0DD32029FD9}" dt="2021-07-06T13:56:07.276" v="1873" actId="478"/>
          <ac:grpSpMkLst>
            <pc:docMk/>
            <pc:sldMk cId="4018872205" sldId="257"/>
            <ac:grpSpMk id="5" creationId="{0F4FCC11-1CE9-48E8-8F0C-3CED5616D25E}"/>
          </ac:grpSpMkLst>
        </pc:grpChg>
        <pc:grpChg chg="add mod">
          <ac:chgData name="GUPTAAKASH1778@GMAIL.COM" userId="2b0f162eb5de2807" providerId="LiveId" clId="{69BD99E5-1007-46CB-A5B5-C0DD32029FD9}" dt="2021-07-06T13:56:09.404" v="1874"/>
          <ac:grpSpMkLst>
            <pc:docMk/>
            <pc:sldMk cId="4018872205" sldId="257"/>
            <ac:grpSpMk id="21" creationId="{D862BF83-83A9-4B5B-A691-B605D6072FDB}"/>
          </ac:grpSpMkLst>
        </pc:grpChg>
        <pc:graphicFrameChg chg="mod ord modGraphic">
          <ac:chgData name="GUPTAAKASH1778@GMAIL.COM" userId="2b0f162eb5de2807" providerId="LiveId" clId="{69BD99E5-1007-46CB-A5B5-C0DD32029FD9}" dt="2021-07-06T14:10:59.975" v="1958" actId="14100"/>
          <ac:graphicFrameMkLst>
            <pc:docMk/>
            <pc:sldMk cId="4018872205" sldId="257"/>
            <ac:graphicFrameMk id="27" creationId="{1C1D9EAD-728D-4AE8-9479-E9B510BDBF9F}"/>
          </ac:graphicFrameMkLst>
        </pc:graphicFrameChg>
        <pc:picChg chg="add mod">
          <ac:chgData name="GUPTAAKASH1778@GMAIL.COM" userId="2b0f162eb5de2807" providerId="LiveId" clId="{69BD99E5-1007-46CB-A5B5-C0DD32029FD9}" dt="2021-07-06T14:11:06.523" v="1960" actId="1076"/>
          <ac:picMkLst>
            <pc:docMk/>
            <pc:sldMk cId="4018872205" sldId="257"/>
            <ac:picMk id="2" creationId="{3E0D06BF-91DA-4AD2-9492-7F241532F4C1}"/>
          </ac:picMkLst>
        </pc:picChg>
        <pc:picChg chg="add del mod">
          <ac:chgData name="GUPTAAKASH1778@GMAIL.COM" userId="2b0f162eb5de2807" providerId="LiveId" clId="{69BD99E5-1007-46CB-A5B5-C0DD32029FD9}" dt="2021-07-05T18:32:14.214" v="1383" actId="22"/>
          <ac:picMkLst>
            <pc:docMk/>
            <pc:sldMk cId="4018872205" sldId="257"/>
            <ac:picMk id="17" creationId="{9101A32D-E5F8-4AC4-AECE-5FA7748499A6}"/>
          </ac:picMkLst>
        </pc:picChg>
        <pc:picChg chg="mod">
          <ac:chgData name="GUPTAAKASH1778@GMAIL.COM" userId="2b0f162eb5de2807" providerId="LiveId" clId="{69BD99E5-1007-46CB-A5B5-C0DD32029FD9}" dt="2021-07-06T14:11:04.313" v="1959" actId="1076"/>
          <ac:picMkLst>
            <pc:docMk/>
            <pc:sldMk cId="4018872205" sldId="257"/>
            <ac:picMk id="28" creationId="{9AC88D2E-D503-4F64-A863-678BB54BA0ED}"/>
          </ac:picMkLst>
        </pc:picChg>
        <pc:picChg chg="del mod">
          <ac:chgData name="GUPTAAKASH1778@GMAIL.COM" userId="2b0f162eb5de2807" providerId="LiveId" clId="{69BD99E5-1007-46CB-A5B5-C0DD32029FD9}" dt="2021-07-05T18:14:10.813" v="496" actId="478"/>
          <ac:picMkLst>
            <pc:docMk/>
            <pc:sldMk cId="4018872205" sldId="257"/>
            <ac:picMk id="2050" creationId="{E72F932E-D274-4CD0-9F16-8C77138E3C11}"/>
          </ac:picMkLst>
        </pc:picChg>
        <pc:picChg chg="del">
          <ac:chgData name="GUPTAAKASH1778@GMAIL.COM" userId="2b0f162eb5de2807" providerId="LiveId" clId="{69BD99E5-1007-46CB-A5B5-C0DD32029FD9}" dt="2021-07-05T18:14:08.186" v="495" actId="478"/>
          <ac:picMkLst>
            <pc:docMk/>
            <pc:sldMk cId="4018872205" sldId="257"/>
            <ac:picMk id="2052" creationId="{BF46A5C3-D62D-4405-ACBA-692321AE57BA}"/>
          </ac:picMkLst>
        </pc:picChg>
        <pc:picChg chg="mod">
          <ac:chgData name="GUPTAAKASH1778@GMAIL.COM" userId="2b0f162eb5de2807" providerId="LiveId" clId="{69BD99E5-1007-46CB-A5B5-C0DD32029FD9}" dt="2021-07-06T14:11:09.941" v="1962" actId="1076"/>
          <ac:picMkLst>
            <pc:docMk/>
            <pc:sldMk cId="4018872205" sldId="257"/>
            <ac:picMk id="2056" creationId="{BADAD569-A570-4958-BFA3-A663A8FEED96}"/>
          </ac:picMkLst>
        </pc:picChg>
        <pc:picChg chg="mod">
          <ac:chgData name="GUPTAAKASH1778@GMAIL.COM" userId="2b0f162eb5de2807" providerId="LiveId" clId="{69BD99E5-1007-46CB-A5B5-C0DD32029FD9}" dt="2021-07-06T14:11:08.774" v="1961" actId="1076"/>
          <ac:picMkLst>
            <pc:docMk/>
            <pc:sldMk cId="4018872205" sldId="257"/>
            <ac:picMk id="2062" creationId="{5037EC22-6A1A-41A7-80F9-970C46BCC466}"/>
          </ac:picMkLst>
        </pc:picChg>
        <pc:picChg chg="mod">
          <ac:chgData name="GUPTAAKASH1778@GMAIL.COM" userId="2b0f162eb5de2807" providerId="LiveId" clId="{69BD99E5-1007-46CB-A5B5-C0DD32029FD9}" dt="2021-07-06T14:11:11.896" v="1963" actId="1076"/>
          <ac:picMkLst>
            <pc:docMk/>
            <pc:sldMk cId="4018872205" sldId="257"/>
            <ac:picMk id="2064" creationId="{3901BCD5-F3C5-47E1-8BC2-335070057C7C}"/>
          </ac:picMkLst>
        </pc:picChg>
        <pc:cxnChg chg="add del">
          <ac:chgData name="GUPTAAKASH1778@GMAIL.COM" userId="2b0f162eb5de2807" providerId="LiveId" clId="{69BD99E5-1007-46CB-A5B5-C0DD32029FD9}" dt="2021-07-05T18:34:22.650" v="1392" actId="11529"/>
          <ac:cxnSpMkLst>
            <pc:docMk/>
            <pc:sldMk cId="4018872205" sldId="257"/>
            <ac:cxnSpMk id="19" creationId="{5456BEF5-34E5-4324-96EF-7F1C5209E2C6}"/>
          </ac:cxnSpMkLst>
        </pc:cxnChg>
      </pc:sldChg>
      <pc:sldChg chg="addSp delSp modSp new mod">
        <pc:chgData name="GUPTAAKASH1778@GMAIL.COM" userId="2b0f162eb5de2807" providerId="LiveId" clId="{69BD99E5-1007-46CB-A5B5-C0DD32029FD9}" dt="2021-07-06T14:54:44.063" v="2901" actId="20577"/>
        <pc:sldMkLst>
          <pc:docMk/>
          <pc:sldMk cId="2818368737" sldId="258"/>
        </pc:sldMkLst>
        <pc:spChg chg="del">
          <ac:chgData name="GUPTAAKASH1778@GMAIL.COM" userId="2b0f162eb5de2807" providerId="LiveId" clId="{69BD99E5-1007-46CB-A5B5-C0DD32029FD9}" dt="2021-07-06T13:41:09.956" v="1662" actId="478"/>
          <ac:spMkLst>
            <pc:docMk/>
            <pc:sldMk cId="2818368737" sldId="258"/>
            <ac:spMk id="2" creationId="{E6598615-352E-4D2C-9938-B968B2C941B1}"/>
          </ac:spMkLst>
        </pc:spChg>
        <pc:spChg chg="del">
          <ac:chgData name="GUPTAAKASH1778@GMAIL.COM" userId="2b0f162eb5de2807" providerId="LiveId" clId="{69BD99E5-1007-46CB-A5B5-C0DD32029FD9}" dt="2021-07-06T13:41:09.956" v="1662" actId="478"/>
          <ac:spMkLst>
            <pc:docMk/>
            <pc:sldMk cId="2818368737" sldId="258"/>
            <ac:spMk id="3" creationId="{6188C6D5-A207-4729-B26C-0C84A84366F9}"/>
          </ac:spMkLst>
        </pc:spChg>
        <pc:spChg chg="add del mod">
          <ac:chgData name="GUPTAAKASH1778@GMAIL.COM" userId="2b0f162eb5de2807" providerId="LiveId" clId="{69BD99E5-1007-46CB-A5B5-C0DD32029FD9}" dt="2021-07-06T13:42:17.096" v="1665" actId="478"/>
          <ac:spMkLst>
            <pc:docMk/>
            <pc:sldMk cId="2818368737" sldId="258"/>
            <ac:spMk id="4" creationId="{F8AFB89D-173B-4977-84FB-A06EB7DE266D}"/>
          </ac:spMkLst>
        </pc:spChg>
        <pc:spChg chg="mod">
          <ac:chgData name="GUPTAAKASH1778@GMAIL.COM" userId="2b0f162eb5de2807" providerId="LiveId" clId="{69BD99E5-1007-46CB-A5B5-C0DD32029FD9}" dt="2021-07-06T13:41:10.755" v="1663"/>
          <ac:spMkLst>
            <pc:docMk/>
            <pc:sldMk cId="2818368737" sldId="258"/>
            <ac:spMk id="6" creationId="{359D4206-47A1-4C70-9408-D68A1351A539}"/>
          </ac:spMkLst>
        </pc:spChg>
        <pc:spChg chg="mod">
          <ac:chgData name="GUPTAAKASH1778@GMAIL.COM" userId="2b0f162eb5de2807" providerId="LiveId" clId="{69BD99E5-1007-46CB-A5B5-C0DD32029FD9}" dt="2021-07-06T13:41:10.755" v="1663"/>
          <ac:spMkLst>
            <pc:docMk/>
            <pc:sldMk cId="2818368737" sldId="258"/>
            <ac:spMk id="7" creationId="{B7879501-5F9B-4F2A-B9A7-B68097C96630}"/>
          </ac:spMkLst>
        </pc:spChg>
        <pc:spChg chg="mod">
          <ac:chgData name="GUPTAAKASH1778@GMAIL.COM" userId="2b0f162eb5de2807" providerId="LiveId" clId="{69BD99E5-1007-46CB-A5B5-C0DD32029FD9}" dt="2021-07-06T13:41:10.755" v="1663"/>
          <ac:spMkLst>
            <pc:docMk/>
            <pc:sldMk cId="2818368737" sldId="258"/>
            <ac:spMk id="8" creationId="{F8665AB7-4F3A-4CAC-BB3E-0F7474D9614D}"/>
          </ac:spMkLst>
        </pc:spChg>
        <pc:spChg chg="mod">
          <ac:chgData name="GUPTAAKASH1778@GMAIL.COM" userId="2b0f162eb5de2807" providerId="LiveId" clId="{69BD99E5-1007-46CB-A5B5-C0DD32029FD9}" dt="2021-07-06T13:41:10.755" v="1663"/>
          <ac:spMkLst>
            <pc:docMk/>
            <pc:sldMk cId="2818368737" sldId="258"/>
            <ac:spMk id="9" creationId="{A2C71797-0299-4A61-9C7A-34F2FC9B75A6}"/>
          </ac:spMkLst>
        </pc:spChg>
        <pc:spChg chg="add del mod">
          <ac:chgData name="GUPTAAKASH1778@GMAIL.COM" userId="2b0f162eb5de2807" providerId="LiveId" clId="{69BD99E5-1007-46CB-A5B5-C0DD32029FD9}" dt="2021-07-06T13:42:17.096" v="1665" actId="478"/>
          <ac:spMkLst>
            <pc:docMk/>
            <pc:sldMk cId="2818368737" sldId="258"/>
            <ac:spMk id="10" creationId="{7281C8C7-A392-4EB8-89D1-4B6F32D13032}"/>
          </ac:spMkLst>
        </pc:spChg>
        <pc:spChg chg="add del mod">
          <ac:chgData name="GUPTAAKASH1778@GMAIL.COM" userId="2b0f162eb5de2807" providerId="LiveId" clId="{69BD99E5-1007-46CB-A5B5-C0DD32029FD9}" dt="2021-07-06T13:42:17.096" v="1665" actId="478"/>
          <ac:spMkLst>
            <pc:docMk/>
            <pc:sldMk cId="2818368737" sldId="258"/>
            <ac:spMk id="11" creationId="{A6FC06B2-649C-4AD6-885B-11A4F42CDCCA}"/>
          </ac:spMkLst>
        </pc:spChg>
        <pc:spChg chg="add del mod">
          <ac:chgData name="GUPTAAKASH1778@GMAIL.COM" userId="2b0f162eb5de2807" providerId="LiveId" clId="{69BD99E5-1007-46CB-A5B5-C0DD32029FD9}" dt="2021-07-06T13:42:17.096" v="1665" actId="478"/>
          <ac:spMkLst>
            <pc:docMk/>
            <pc:sldMk cId="2818368737" sldId="258"/>
            <ac:spMk id="12" creationId="{7A31A0FE-EDC8-45E0-B342-3B16F20725A5}"/>
          </ac:spMkLst>
        </pc:spChg>
        <pc:spChg chg="add del mod">
          <ac:chgData name="GUPTAAKASH1778@GMAIL.COM" userId="2b0f162eb5de2807" providerId="LiveId" clId="{69BD99E5-1007-46CB-A5B5-C0DD32029FD9}" dt="2021-07-06T13:42:17.096" v="1665" actId="478"/>
          <ac:spMkLst>
            <pc:docMk/>
            <pc:sldMk cId="2818368737" sldId="258"/>
            <ac:spMk id="13" creationId="{DB8A6588-C900-4FF9-A08A-18B61D777F30}"/>
          </ac:spMkLst>
        </pc:spChg>
        <pc:spChg chg="add del mod">
          <ac:chgData name="GUPTAAKASH1778@GMAIL.COM" userId="2b0f162eb5de2807" providerId="LiveId" clId="{69BD99E5-1007-46CB-A5B5-C0DD32029FD9}" dt="2021-07-06T13:42:17.096" v="1665" actId="478"/>
          <ac:spMkLst>
            <pc:docMk/>
            <pc:sldMk cId="2818368737" sldId="258"/>
            <ac:spMk id="14" creationId="{291DDD29-9CCE-4BA0-BDE8-7E3787F42C4D}"/>
          </ac:spMkLst>
        </pc:spChg>
        <pc:spChg chg="add del mod">
          <ac:chgData name="GUPTAAKASH1778@GMAIL.COM" userId="2b0f162eb5de2807" providerId="LiveId" clId="{69BD99E5-1007-46CB-A5B5-C0DD32029FD9}" dt="2021-07-06T13:42:26.186" v="1667" actId="478"/>
          <ac:spMkLst>
            <pc:docMk/>
            <pc:sldMk cId="2818368737" sldId="258"/>
            <ac:spMk id="15" creationId="{92B51035-C6A9-4BBE-9799-EC85D23DD526}"/>
          </ac:spMkLst>
        </pc:spChg>
        <pc:spChg chg="add mod">
          <ac:chgData name="GUPTAAKASH1778@GMAIL.COM" userId="2b0f162eb5de2807" providerId="LiveId" clId="{69BD99E5-1007-46CB-A5B5-C0DD32029FD9}" dt="2021-07-06T13:57:26.957" v="1935" actId="255"/>
          <ac:spMkLst>
            <pc:docMk/>
            <pc:sldMk cId="2818368737" sldId="258"/>
            <ac:spMk id="16" creationId="{37BDAE97-6F7D-48C6-8776-9C828C788514}"/>
          </ac:spMkLst>
        </pc:spChg>
        <pc:spChg chg="add mod">
          <ac:chgData name="GUPTAAKASH1778@GMAIL.COM" userId="2b0f162eb5de2807" providerId="LiveId" clId="{69BD99E5-1007-46CB-A5B5-C0DD32029FD9}" dt="2021-07-06T13:57:13.964" v="1916" actId="122"/>
          <ac:spMkLst>
            <pc:docMk/>
            <pc:sldMk cId="2818368737" sldId="258"/>
            <ac:spMk id="17" creationId="{90D4B1C4-3B54-48F4-BB22-CCEB9709F60E}"/>
          </ac:spMkLst>
        </pc:spChg>
        <pc:spChg chg="add mod">
          <ac:chgData name="GUPTAAKASH1778@GMAIL.COM" userId="2b0f162eb5de2807" providerId="LiveId" clId="{69BD99E5-1007-46CB-A5B5-C0DD32029FD9}" dt="2021-07-06T13:57:08.806" v="1912" actId="20577"/>
          <ac:spMkLst>
            <pc:docMk/>
            <pc:sldMk cId="2818368737" sldId="258"/>
            <ac:spMk id="18" creationId="{D6B44921-14D8-4A14-A0FF-40DF6A0C8255}"/>
          </ac:spMkLst>
        </pc:spChg>
        <pc:spChg chg="add mod">
          <ac:chgData name="GUPTAAKASH1778@GMAIL.COM" userId="2b0f162eb5de2807" providerId="LiveId" clId="{69BD99E5-1007-46CB-A5B5-C0DD32029FD9}" dt="2021-07-06T14:12:55.288" v="1971" actId="207"/>
          <ac:spMkLst>
            <pc:docMk/>
            <pc:sldMk cId="2818368737" sldId="258"/>
            <ac:spMk id="19" creationId="{D142CF30-55B9-41D2-8151-510DC04502BC}"/>
          </ac:spMkLst>
        </pc:spChg>
        <pc:spChg chg="add mod">
          <ac:chgData name="GUPTAAKASH1778@GMAIL.COM" userId="2b0f162eb5de2807" providerId="LiveId" clId="{69BD99E5-1007-46CB-A5B5-C0DD32029FD9}" dt="2021-07-06T13:56:52.371" v="1894" actId="255"/>
          <ac:spMkLst>
            <pc:docMk/>
            <pc:sldMk cId="2818368737" sldId="258"/>
            <ac:spMk id="20" creationId="{DE80A7BE-C8F8-4008-AE0C-3629A7A71903}"/>
          </ac:spMkLst>
        </pc:spChg>
        <pc:spChg chg="add mod">
          <ac:chgData name="GUPTAAKASH1778@GMAIL.COM" userId="2b0f162eb5de2807" providerId="LiveId" clId="{69BD99E5-1007-46CB-A5B5-C0DD32029FD9}" dt="2021-07-06T14:12:47.604" v="1970" actId="2085"/>
          <ac:spMkLst>
            <pc:docMk/>
            <pc:sldMk cId="2818368737" sldId="258"/>
            <ac:spMk id="21" creationId="{1323E42A-DA30-444C-A442-A37187C45B8D}"/>
          </ac:spMkLst>
        </pc:spChg>
        <pc:spChg chg="add del mod">
          <ac:chgData name="GUPTAAKASH1778@GMAIL.COM" userId="2b0f162eb5de2807" providerId="LiveId" clId="{69BD99E5-1007-46CB-A5B5-C0DD32029FD9}" dt="2021-07-06T13:43:52.047" v="1675" actId="478"/>
          <ac:spMkLst>
            <pc:docMk/>
            <pc:sldMk cId="2818368737" sldId="258"/>
            <ac:spMk id="22" creationId="{EED6A9AC-478D-48E2-AF0B-4E0805C81A16}"/>
          </ac:spMkLst>
        </pc:spChg>
        <pc:spChg chg="add del mod">
          <ac:chgData name="GUPTAAKASH1778@GMAIL.COM" userId="2b0f162eb5de2807" providerId="LiveId" clId="{69BD99E5-1007-46CB-A5B5-C0DD32029FD9}" dt="2021-07-06T13:43:07.314" v="1670"/>
          <ac:spMkLst>
            <pc:docMk/>
            <pc:sldMk cId="2818368737" sldId="258"/>
            <ac:spMk id="23" creationId="{BE24F967-48CB-4C04-8B41-2C43D2E0CDFF}"/>
          </ac:spMkLst>
        </pc:spChg>
        <pc:spChg chg="add del mod">
          <ac:chgData name="GUPTAAKASH1778@GMAIL.COM" userId="2b0f162eb5de2807" providerId="LiveId" clId="{69BD99E5-1007-46CB-A5B5-C0DD32029FD9}" dt="2021-07-06T13:43:07.314" v="1670"/>
          <ac:spMkLst>
            <pc:docMk/>
            <pc:sldMk cId="2818368737" sldId="258"/>
            <ac:spMk id="24" creationId="{56B0A3DF-99F0-496E-9F99-A169BBF3EAF1}"/>
          </ac:spMkLst>
        </pc:spChg>
        <pc:spChg chg="add del mod">
          <ac:chgData name="GUPTAAKASH1778@GMAIL.COM" userId="2b0f162eb5de2807" providerId="LiveId" clId="{69BD99E5-1007-46CB-A5B5-C0DD32029FD9}" dt="2021-07-06T13:43:07.314" v="1670"/>
          <ac:spMkLst>
            <pc:docMk/>
            <pc:sldMk cId="2818368737" sldId="258"/>
            <ac:spMk id="25" creationId="{0BFDE79F-242A-4EC2-B41B-D8BF3BF2A518}"/>
          </ac:spMkLst>
        </pc:spChg>
        <pc:spChg chg="add del mod">
          <ac:chgData name="GUPTAAKASH1778@GMAIL.COM" userId="2b0f162eb5de2807" providerId="LiveId" clId="{69BD99E5-1007-46CB-A5B5-C0DD32029FD9}" dt="2021-07-06T13:43:07.314" v="1670"/>
          <ac:spMkLst>
            <pc:docMk/>
            <pc:sldMk cId="2818368737" sldId="258"/>
            <ac:spMk id="26" creationId="{446EC521-791A-4174-BF18-E0A04F32BB30}"/>
          </ac:spMkLst>
        </pc:spChg>
        <pc:spChg chg="add del mod">
          <ac:chgData name="GUPTAAKASH1778@GMAIL.COM" userId="2b0f162eb5de2807" providerId="LiveId" clId="{69BD99E5-1007-46CB-A5B5-C0DD32029FD9}" dt="2021-07-06T13:43:07.314" v="1670"/>
          <ac:spMkLst>
            <pc:docMk/>
            <pc:sldMk cId="2818368737" sldId="258"/>
            <ac:spMk id="27" creationId="{2A5784F6-D60A-4425-BCEB-DA9369BB0AF4}"/>
          </ac:spMkLst>
        </pc:spChg>
        <pc:spChg chg="add del mod">
          <ac:chgData name="GUPTAAKASH1778@GMAIL.COM" userId="2b0f162eb5de2807" providerId="LiveId" clId="{69BD99E5-1007-46CB-A5B5-C0DD32029FD9}" dt="2021-07-06T13:43:07.314" v="1670"/>
          <ac:spMkLst>
            <pc:docMk/>
            <pc:sldMk cId="2818368737" sldId="258"/>
            <ac:spMk id="28" creationId="{5865137F-7456-4710-A136-3664CE021EB0}"/>
          </ac:spMkLst>
        </pc:spChg>
        <pc:spChg chg="add del mod">
          <ac:chgData name="GUPTAAKASH1778@GMAIL.COM" userId="2b0f162eb5de2807" providerId="LiveId" clId="{69BD99E5-1007-46CB-A5B5-C0DD32029FD9}" dt="2021-07-06T13:43:07.314" v="1670"/>
          <ac:spMkLst>
            <pc:docMk/>
            <pc:sldMk cId="2818368737" sldId="258"/>
            <ac:spMk id="29" creationId="{844E8556-E0A5-4F4C-9517-3B4C193BD488}"/>
          </ac:spMkLst>
        </pc:spChg>
        <pc:spChg chg="add del mod">
          <ac:chgData name="GUPTAAKASH1778@GMAIL.COM" userId="2b0f162eb5de2807" providerId="LiveId" clId="{69BD99E5-1007-46CB-A5B5-C0DD32029FD9}" dt="2021-07-06T13:49:12.707" v="1754" actId="478"/>
          <ac:spMkLst>
            <pc:docMk/>
            <pc:sldMk cId="2818368737" sldId="258"/>
            <ac:spMk id="30" creationId="{C6314845-5E72-4E44-A9E9-E85BA9E69DC1}"/>
          </ac:spMkLst>
        </pc:spChg>
        <pc:spChg chg="add mod">
          <ac:chgData name="GUPTAAKASH1778@GMAIL.COM" userId="2b0f162eb5de2807" providerId="LiveId" clId="{69BD99E5-1007-46CB-A5B5-C0DD32029FD9}" dt="2021-07-06T13:48:31.267" v="1748" actId="164"/>
          <ac:spMkLst>
            <pc:docMk/>
            <pc:sldMk cId="2818368737" sldId="258"/>
            <ac:spMk id="31" creationId="{18FB7248-DA5E-4B94-8E57-183230CCCCB4}"/>
          </ac:spMkLst>
        </pc:spChg>
        <pc:spChg chg="add mod">
          <ac:chgData name="GUPTAAKASH1778@GMAIL.COM" userId="2b0f162eb5de2807" providerId="LiveId" clId="{69BD99E5-1007-46CB-A5B5-C0DD32029FD9}" dt="2021-07-06T13:48:38.536" v="1751" actId="113"/>
          <ac:spMkLst>
            <pc:docMk/>
            <pc:sldMk cId="2818368737" sldId="258"/>
            <ac:spMk id="32" creationId="{A9DC4F77-7522-43C4-B255-DD9B62661ABD}"/>
          </ac:spMkLst>
        </pc:spChg>
        <pc:spChg chg="add mod topLvl">
          <ac:chgData name="GUPTAAKASH1778@GMAIL.COM" userId="2b0f162eb5de2807" providerId="LiveId" clId="{69BD99E5-1007-46CB-A5B5-C0DD32029FD9}" dt="2021-07-06T14:54:44.063" v="2901" actId="20577"/>
          <ac:spMkLst>
            <pc:docMk/>
            <pc:sldMk cId="2818368737" sldId="258"/>
            <ac:spMk id="39" creationId="{110CA4D3-65BE-4138-8F01-13B47C4F0EBA}"/>
          </ac:spMkLst>
        </pc:spChg>
        <pc:spChg chg="add mod">
          <ac:chgData name="GUPTAAKASH1778@GMAIL.COM" userId="2b0f162eb5de2807" providerId="LiveId" clId="{69BD99E5-1007-46CB-A5B5-C0DD32029FD9}" dt="2021-07-06T14:36:51.713" v="2688" actId="20577"/>
          <ac:spMkLst>
            <pc:docMk/>
            <pc:sldMk cId="2818368737" sldId="258"/>
            <ac:spMk id="41" creationId="{D6F9144D-B4E9-425A-AD8E-4D07329946EC}"/>
          </ac:spMkLst>
        </pc:spChg>
        <pc:grpChg chg="add del mod">
          <ac:chgData name="GUPTAAKASH1778@GMAIL.COM" userId="2b0f162eb5de2807" providerId="LiveId" clId="{69BD99E5-1007-46CB-A5B5-C0DD32029FD9}" dt="2021-07-06T13:42:23.050" v="1666" actId="478"/>
          <ac:grpSpMkLst>
            <pc:docMk/>
            <pc:sldMk cId="2818368737" sldId="258"/>
            <ac:grpSpMk id="5" creationId="{49CBFF87-771A-4CDD-B2B8-198584D0636A}"/>
          </ac:grpSpMkLst>
        </pc:grpChg>
        <pc:grpChg chg="add del mod">
          <ac:chgData name="GUPTAAKASH1778@GMAIL.COM" userId="2b0f162eb5de2807" providerId="LiveId" clId="{69BD99E5-1007-46CB-A5B5-C0DD32029FD9}" dt="2021-07-06T13:57:29.367" v="1936" actId="478"/>
          <ac:grpSpMkLst>
            <pc:docMk/>
            <pc:sldMk cId="2818368737" sldId="258"/>
            <ac:grpSpMk id="33" creationId="{6060468E-E153-4EF2-A025-EA3C2BE39383}"/>
          </ac:grpSpMkLst>
        </pc:grpChg>
        <pc:grpChg chg="add mod">
          <ac:chgData name="GUPTAAKASH1778@GMAIL.COM" userId="2b0f162eb5de2807" providerId="LiveId" clId="{69BD99E5-1007-46CB-A5B5-C0DD32029FD9}" dt="2021-07-06T14:28:33.072" v="2173" actId="1076"/>
          <ac:grpSpMkLst>
            <pc:docMk/>
            <pc:sldMk cId="2818368737" sldId="258"/>
            <ac:grpSpMk id="34" creationId="{23796AC4-D64F-4658-B84F-102B40E3F3C4}"/>
          </ac:grpSpMkLst>
        </pc:grpChg>
        <pc:grpChg chg="add mod topLvl">
          <ac:chgData name="GUPTAAKASH1778@GMAIL.COM" userId="2b0f162eb5de2807" providerId="LiveId" clId="{69BD99E5-1007-46CB-A5B5-C0DD32029FD9}" dt="2021-07-06T14:52:50.053" v="2824" actId="1076"/>
          <ac:grpSpMkLst>
            <pc:docMk/>
            <pc:sldMk cId="2818368737" sldId="258"/>
            <ac:grpSpMk id="42" creationId="{FC637368-A62A-4734-8EF9-AC4E7C0E4FAD}"/>
          </ac:grpSpMkLst>
        </pc:grpChg>
        <pc:grpChg chg="add del mod">
          <ac:chgData name="GUPTAAKASH1778@GMAIL.COM" userId="2b0f162eb5de2807" providerId="LiveId" clId="{69BD99E5-1007-46CB-A5B5-C0DD32029FD9}" dt="2021-07-06T14:51:20.353" v="2813" actId="165"/>
          <ac:grpSpMkLst>
            <pc:docMk/>
            <pc:sldMk cId="2818368737" sldId="258"/>
            <ac:grpSpMk id="50" creationId="{B98C1AB2-1673-4C1D-8784-3B573B2B27B2}"/>
          </ac:grpSpMkLst>
        </pc:grpChg>
        <pc:graphicFrameChg chg="add mod ord modGraphic">
          <ac:chgData name="GUPTAAKASH1778@GMAIL.COM" userId="2b0f162eb5de2807" providerId="LiveId" clId="{69BD99E5-1007-46CB-A5B5-C0DD32029FD9}" dt="2021-07-06T14:52:50.053" v="2824" actId="1076"/>
          <ac:graphicFrameMkLst>
            <pc:docMk/>
            <pc:sldMk cId="2818368737" sldId="258"/>
            <ac:graphicFrameMk id="40" creationId="{5B5C7959-9B99-4B25-8FAC-E93E3D0F485E}"/>
          </ac:graphicFrameMkLst>
        </pc:graphicFrameChg>
        <pc:picChg chg="add mod">
          <ac:chgData name="GUPTAAKASH1778@GMAIL.COM" userId="2b0f162eb5de2807" providerId="LiveId" clId="{69BD99E5-1007-46CB-A5B5-C0DD32029FD9}" dt="2021-07-06T14:28:33.072" v="2173" actId="1076"/>
          <ac:picMkLst>
            <pc:docMk/>
            <pc:sldMk cId="2818368737" sldId="258"/>
            <ac:picMk id="35" creationId="{2371F72D-65A5-4F52-BB3A-A07526E2338C}"/>
          </ac:picMkLst>
        </pc:picChg>
        <pc:picChg chg="add del mod">
          <ac:chgData name="GUPTAAKASH1778@GMAIL.COM" userId="2b0f162eb5de2807" providerId="LiveId" clId="{69BD99E5-1007-46CB-A5B5-C0DD32029FD9}" dt="2021-07-06T14:09:08.305" v="1942" actId="478"/>
          <ac:picMkLst>
            <pc:docMk/>
            <pc:sldMk cId="2818368737" sldId="258"/>
            <ac:picMk id="1026" creationId="{35B8B278-0BAB-4498-A97B-CC7481AB7118}"/>
          </ac:picMkLst>
        </pc:picChg>
        <pc:picChg chg="add mod">
          <ac:chgData name="GUPTAAKASH1778@GMAIL.COM" userId="2b0f162eb5de2807" providerId="LiveId" clId="{69BD99E5-1007-46CB-A5B5-C0DD32029FD9}" dt="2021-07-06T14:28:33.072" v="2173" actId="1076"/>
          <ac:picMkLst>
            <pc:docMk/>
            <pc:sldMk cId="2818368737" sldId="258"/>
            <ac:picMk id="1028" creationId="{ED024B23-8137-4BC9-913E-E5818E206944}"/>
          </ac:picMkLst>
        </pc:picChg>
        <pc:picChg chg="add mod">
          <ac:chgData name="GUPTAAKASH1778@GMAIL.COM" userId="2b0f162eb5de2807" providerId="LiveId" clId="{69BD99E5-1007-46CB-A5B5-C0DD32029FD9}" dt="2021-07-06T14:52:50.053" v="2824" actId="1076"/>
          <ac:picMkLst>
            <pc:docMk/>
            <pc:sldMk cId="2818368737" sldId="258"/>
            <ac:picMk id="1030" creationId="{98B2A281-1C91-4081-ADCE-8F3E571CCDFD}"/>
          </ac:picMkLst>
        </pc:picChg>
        <pc:cxnChg chg="add del mod">
          <ac:chgData name="GUPTAAKASH1778@GMAIL.COM" userId="2b0f162eb5de2807" providerId="LiveId" clId="{69BD99E5-1007-46CB-A5B5-C0DD32029FD9}" dt="2021-07-06T14:46:09.697" v="2795" actId="478"/>
          <ac:cxnSpMkLst>
            <pc:docMk/>
            <pc:sldMk cId="2818368737" sldId="258"/>
            <ac:cxnSpMk id="37" creationId="{EAE4E6E6-F262-407F-ADBB-0A0B9F79A214}"/>
          </ac:cxnSpMkLst>
        </pc:cxnChg>
        <pc:cxnChg chg="add">
          <ac:chgData name="GUPTAAKASH1778@GMAIL.COM" userId="2b0f162eb5de2807" providerId="LiveId" clId="{69BD99E5-1007-46CB-A5B5-C0DD32029FD9}" dt="2021-07-06T14:46:21.332" v="2796" actId="11529"/>
          <ac:cxnSpMkLst>
            <pc:docMk/>
            <pc:sldMk cId="2818368737" sldId="258"/>
            <ac:cxnSpMk id="44" creationId="{BD60543E-18A3-4970-957D-3DAE6D98F0A6}"/>
          </ac:cxnSpMkLst>
        </pc:cxnChg>
        <pc:cxnChg chg="add del mod topLvl">
          <ac:chgData name="GUPTAAKASH1778@GMAIL.COM" userId="2b0f162eb5de2807" providerId="LiveId" clId="{69BD99E5-1007-46CB-A5B5-C0DD32029FD9}" dt="2021-07-06T14:51:24.826" v="2814" actId="478"/>
          <ac:cxnSpMkLst>
            <pc:docMk/>
            <pc:sldMk cId="2818368737" sldId="258"/>
            <ac:cxnSpMk id="46" creationId="{1ECF1867-0C9B-41E1-AE1B-858CD86A4670}"/>
          </ac:cxnSpMkLst>
        </pc:cxnChg>
        <pc:cxnChg chg="add del mod topLvl">
          <ac:chgData name="GUPTAAKASH1778@GMAIL.COM" userId="2b0f162eb5de2807" providerId="LiveId" clId="{69BD99E5-1007-46CB-A5B5-C0DD32029FD9}" dt="2021-07-06T14:51:27.958" v="2815" actId="478"/>
          <ac:cxnSpMkLst>
            <pc:docMk/>
            <pc:sldMk cId="2818368737" sldId="258"/>
            <ac:cxnSpMk id="48" creationId="{AD0D352E-D38F-4091-807B-768F7953B690}"/>
          </ac:cxnSpMkLst>
        </pc:cxnChg>
        <pc:cxnChg chg="add del mod">
          <ac:chgData name="GUPTAAKASH1778@GMAIL.COM" userId="2b0f162eb5de2807" providerId="LiveId" clId="{69BD99E5-1007-46CB-A5B5-C0DD32029FD9}" dt="2021-07-06T14:52:43.162" v="2823" actId="11529"/>
          <ac:cxnSpMkLst>
            <pc:docMk/>
            <pc:sldMk cId="2818368737" sldId="258"/>
            <ac:cxnSpMk id="52" creationId="{07078C91-A672-4DFB-AACD-F6E034E70F3C}"/>
          </ac:cxnSpMkLst>
        </pc:cxnChg>
      </pc:sldChg>
      <pc:sldChg chg="addSp delSp modSp new mod">
        <pc:chgData name="GUPTAAKASH1778@GMAIL.COM" userId="2b0f162eb5de2807" providerId="LiveId" clId="{69BD99E5-1007-46CB-A5B5-C0DD32029FD9}" dt="2021-07-06T15:28:59.298" v="3175" actId="732"/>
        <pc:sldMkLst>
          <pc:docMk/>
          <pc:sldMk cId="453327781" sldId="259"/>
        </pc:sldMkLst>
        <pc:spChg chg="del">
          <ac:chgData name="GUPTAAKASH1778@GMAIL.COM" userId="2b0f162eb5de2807" providerId="LiveId" clId="{69BD99E5-1007-46CB-A5B5-C0DD32029FD9}" dt="2021-07-06T14:56:12.876" v="2903" actId="478"/>
          <ac:spMkLst>
            <pc:docMk/>
            <pc:sldMk cId="453327781" sldId="259"/>
            <ac:spMk id="2" creationId="{EBA8E27A-7911-473A-9FC4-01C54236E713}"/>
          </ac:spMkLst>
        </pc:spChg>
        <pc:spChg chg="del">
          <ac:chgData name="GUPTAAKASH1778@GMAIL.COM" userId="2b0f162eb5de2807" providerId="LiveId" clId="{69BD99E5-1007-46CB-A5B5-C0DD32029FD9}" dt="2021-07-06T14:56:12.876" v="2903" actId="478"/>
          <ac:spMkLst>
            <pc:docMk/>
            <pc:sldMk cId="453327781" sldId="259"/>
            <ac:spMk id="3" creationId="{8A984BEF-F82C-40FB-A1DA-31C376D4493C}"/>
          </ac:spMkLst>
        </pc:spChg>
        <pc:spChg chg="add mod">
          <ac:chgData name="GUPTAAKASH1778@GMAIL.COM" userId="2b0f162eb5de2807" providerId="LiveId" clId="{69BD99E5-1007-46CB-A5B5-C0DD32029FD9}" dt="2021-07-06T14:56:13.502" v="2904"/>
          <ac:spMkLst>
            <pc:docMk/>
            <pc:sldMk cId="453327781" sldId="259"/>
            <ac:spMk id="4" creationId="{7850D592-EE8A-4917-8FE6-9CFFEA0375FE}"/>
          </ac:spMkLst>
        </pc:spChg>
        <pc:spChg chg="mod">
          <ac:chgData name="GUPTAAKASH1778@GMAIL.COM" userId="2b0f162eb5de2807" providerId="LiveId" clId="{69BD99E5-1007-46CB-A5B5-C0DD32029FD9}" dt="2021-07-06T14:56:13.502" v="2904"/>
          <ac:spMkLst>
            <pc:docMk/>
            <pc:sldMk cId="453327781" sldId="259"/>
            <ac:spMk id="6" creationId="{9C3FFB1F-D54B-40F1-BF25-621D2A920A99}"/>
          </ac:spMkLst>
        </pc:spChg>
        <pc:spChg chg="mod">
          <ac:chgData name="GUPTAAKASH1778@GMAIL.COM" userId="2b0f162eb5de2807" providerId="LiveId" clId="{69BD99E5-1007-46CB-A5B5-C0DD32029FD9}" dt="2021-07-06T14:56:13.502" v="2904"/>
          <ac:spMkLst>
            <pc:docMk/>
            <pc:sldMk cId="453327781" sldId="259"/>
            <ac:spMk id="7" creationId="{97BDC22F-8A76-4A2E-9BCE-E771EC9603D5}"/>
          </ac:spMkLst>
        </pc:spChg>
        <pc:spChg chg="mod">
          <ac:chgData name="GUPTAAKASH1778@GMAIL.COM" userId="2b0f162eb5de2807" providerId="LiveId" clId="{69BD99E5-1007-46CB-A5B5-C0DD32029FD9}" dt="2021-07-06T14:56:13.502" v="2904"/>
          <ac:spMkLst>
            <pc:docMk/>
            <pc:sldMk cId="453327781" sldId="259"/>
            <ac:spMk id="8" creationId="{2C2AD940-F46E-497E-8096-8BA30B9ADF83}"/>
          </ac:spMkLst>
        </pc:spChg>
        <pc:spChg chg="mod">
          <ac:chgData name="GUPTAAKASH1778@GMAIL.COM" userId="2b0f162eb5de2807" providerId="LiveId" clId="{69BD99E5-1007-46CB-A5B5-C0DD32029FD9}" dt="2021-07-06T14:56:13.502" v="2904"/>
          <ac:spMkLst>
            <pc:docMk/>
            <pc:sldMk cId="453327781" sldId="259"/>
            <ac:spMk id="9" creationId="{7028FA0E-0446-4173-BF90-38306FD0E4DC}"/>
          </ac:spMkLst>
        </pc:spChg>
        <pc:spChg chg="mod">
          <ac:chgData name="GUPTAAKASH1778@GMAIL.COM" userId="2b0f162eb5de2807" providerId="LiveId" clId="{69BD99E5-1007-46CB-A5B5-C0DD32029FD9}" dt="2021-07-06T14:56:13.502" v="2904"/>
          <ac:spMkLst>
            <pc:docMk/>
            <pc:sldMk cId="453327781" sldId="259"/>
            <ac:spMk id="10" creationId="{D984965F-7A7C-4686-8EFD-EB295EE9DC95}"/>
          </ac:spMkLst>
        </pc:spChg>
        <pc:spChg chg="add mod">
          <ac:chgData name="GUPTAAKASH1778@GMAIL.COM" userId="2b0f162eb5de2807" providerId="LiveId" clId="{69BD99E5-1007-46CB-A5B5-C0DD32029FD9}" dt="2021-07-06T14:56:48.262" v="2923" actId="20577"/>
          <ac:spMkLst>
            <pc:docMk/>
            <pc:sldMk cId="453327781" sldId="259"/>
            <ac:spMk id="11" creationId="{89C94F8F-1CD4-418B-B154-A6D4FE7F5738}"/>
          </ac:spMkLst>
        </pc:spChg>
        <pc:spChg chg="add mod">
          <ac:chgData name="GUPTAAKASH1778@GMAIL.COM" userId="2b0f162eb5de2807" providerId="LiveId" clId="{69BD99E5-1007-46CB-A5B5-C0DD32029FD9}" dt="2021-07-06T15:27:21.966" v="3165" actId="1076"/>
          <ac:spMkLst>
            <pc:docMk/>
            <pc:sldMk cId="453327781" sldId="259"/>
            <ac:spMk id="12" creationId="{EB84A8DC-DF25-45ED-80F1-7FDA3BB0B8EF}"/>
          </ac:spMkLst>
        </pc:spChg>
        <pc:grpChg chg="add mod">
          <ac:chgData name="GUPTAAKASH1778@GMAIL.COM" userId="2b0f162eb5de2807" providerId="LiveId" clId="{69BD99E5-1007-46CB-A5B5-C0DD32029FD9}" dt="2021-07-06T14:56:13.502" v="2904"/>
          <ac:grpSpMkLst>
            <pc:docMk/>
            <pc:sldMk cId="453327781" sldId="259"/>
            <ac:grpSpMk id="5" creationId="{5868985E-3588-4E4B-A7E7-89F14E75545D}"/>
          </ac:grpSpMkLst>
        </pc:grpChg>
        <pc:graphicFrameChg chg="add mod">
          <ac:chgData name="GUPTAAKASH1778@GMAIL.COM" userId="2b0f162eb5de2807" providerId="LiveId" clId="{69BD99E5-1007-46CB-A5B5-C0DD32029FD9}" dt="2021-07-06T15:27:43.210" v="3168" actId="14100"/>
          <ac:graphicFrameMkLst>
            <pc:docMk/>
            <pc:sldMk cId="453327781" sldId="259"/>
            <ac:graphicFrameMk id="22" creationId="{1E524157-FB53-4691-909E-696A9D6B3EA8}"/>
          </ac:graphicFrameMkLst>
        </pc:graphicFrameChg>
        <pc:graphicFrameChg chg="add mod">
          <ac:chgData name="GUPTAAKASH1778@GMAIL.COM" userId="2b0f162eb5de2807" providerId="LiveId" clId="{69BD99E5-1007-46CB-A5B5-C0DD32029FD9}" dt="2021-07-06T15:20:43.678" v="3120"/>
          <ac:graphicFrameMkLst>
            <pc:docMk/>
            <pc:sldMk cId="453327781" sldId="259"/>
            <ac:graphicFrameMk id="23" creationId="{278974A3-E211-4BF3-B555-54CA813EA5E5}"/>
          </ac:graphicFrameMkLst>
        </pc:graphicFrameChg>
        <pc:graphicFrameChg chg="add mod">
          <ac:chgData name="GUPTAAKASH1778@GMAIL.COM" userId="2b0f162eb5de2807" providerId="LiveId" clId="{69BD99E5-1007-46CB-A5B5-C0DD32029FD9}" dt="2021-07-06T15:25:13.892" v="3153" actId="1076"/>
          <ac:graphicFrameMkLst>
            <pc:docMk/>
            <pc:sldMk cId="453327781" sldId="259"/>
            <ac:graphicFrameMk id="24" creationId="{278974A3-E211-4BF3-B555-54CA813EA5E5}"/>
          </ac:graphicFrameMkLst>
        </pc:graphicFrameChg>
        <pc:graphicFrameChg chg="add mod">
          <ac:chgData name="GUPTAAKASH1778@GMAIL.COM" userId="2b0f162eb5de2807" providerId="LiveId" clId="{69BD99E5-1007-46CB-A5B5-C0DD32029FD9}" dt="2021-07-06T15:21:38.616" v="3130"/>
          <ac:graphicFrameMkLst>
            <pc:docMk/>
            <pc:sldMk cId="453327781" sldId="259"/>
            <ac:graphicFrameMk id="25" creationId="{C744E322-AFEB-4936-A12B-3B2808DD070A}"/>
          </ac:graphicFrameMkLst>
        </pc:graphicFrameChg>
        <pc:graphicFrameChg chg="add mod">
          <ac:chgData name="GUPTAAKASH1778@GMAIL.COM" userId="2b0f162eb5de2807" providerId="LiveId" clId="{69BD99E5-1007-46CB-A5B5-C0DD32029FD9}" dt="2021-07-06T15:27:51.291" v="3169" actId="1076"/>
          <ac:graphicFrameMkLst>
            <pc:docMk/>
            <pc:sldMk cId="453327781" sldId="259"/>
            <ac:graphicFrameMk id="26" creationId="{C744E322-AFEB-4936-A12B-3B2808DD070A}"/>
          </ac:graphicFrameMkLst>
        </pc:graphicFrameChg>
        <pc:graphicFrameChg chg="add mod">
          <ac:chgData name="GUPTAAKASH1778@GMAIL.COM" userId="2b0f162eb5de2807" providerId="LiveId" clId="{69BD99E5-1007-46CB-A5B5-C0DD32029FD9}" dt="2021-07-06T15:27:32.810" v="3167" actId="14100"/>
          <ac:graphicFrameMkLst>
            <pc:docMk/>
            <pc:sldMk cId="453327781" sldId="259"/>
            <ac:graphicFrameMk id="27" creationId="{F296DA92-05DB-4436-BC78-E698E6F67438}"/>
          </ac:graphicFrameMkLst>
        </pc:graphicFrameChg>
        <pc:picChg chg="add mod">
          <ac:chgData name="GUPTAAKASH1778@GMAIL.COM" userId="2b0f162eb5de2807" providerId="LiveId" clId="{69BD99E5-1007-46CB-A5B5-C0DD32029FD9}" dt="2021-07-06T15:28:59.298" v="3175" actId="732"/>
          <ac:picMkLst>
            <pc:docMk/>
            <pc:sldMk cId="453327781" sldId="259"/>
            <ac:picMk id="29" creationId="{DB867C0F-81AC-451A-BECC-ED1B9A6A143E}"/>
          </ac:picMkLst>
        </pc:picChg>
        <pc:picChg chg="add del mod">
          <ac:chgData name="GUPTAAKASH1778@GMAIL.COM" userId="2b0f162eb5de2807" providerId="LiveId" clId="{69BD99E5-1007-46CB-A5B5-C0DD32029FD9}" dt="2021-07-06T15:20:20.612" v="3114" actId="478"/>
          <ac:picMkLst>
            <pc:docMk/>
            <pc:sldMk cId="453327781" sldId="259"/>
            <ac:picMk id="2050" creationId="{C18CDDC7-79E3-4151-8328-0E0D51D5B8BE}"/>
          </ac:picMkLst>
        </pc:picChg>
        <pc:picChg chg="add del mod">
          <ac:chgData name="GUPTAAKASH1778@GMAIL.COM" userId="2b0f162eb5de2807" providerId="LiveId" clId="{69BD99E5-1007-46CB-A5B5-C0DD32029FD9}" dt="2021-07-06T15:13:22.421" v="3088" actId="478"/>
          <ac:picMkLst>
            <pc:docMk/>
            <pc:sldMk cId="453327781" sldId="259"/>
            <ac:picMk id="2052" creationId="{2EBD4AE6-942C-417D-ADF2-E3168656CC7F}"/>
          </ac:picMkLst>
        </pc:picChg>
        <pc:picChg chg="add del mod">
          <ac:chgData name="GUPTAAKASH1778@GMAIL.COM" userId="2b0f162eb5de2807" providerId="LiveId" clId="{69BD99E5-1007-46CB-A5B5-C0DD32029FD9}" dt="2021-07-06T15:02:55.613" v="3014" actId="21"/>
          <ac:picMkLst>
            <pc:docMk/>
            <pc:sldMk cId="453327781" sldId="259"/>
            <ac:picMk id="2054" creationId="{9F31162A-D02E-46B8-A48B-9C2DE521C905}"/>
          </ac:picMkLst>
        </pc:picChg>
        <pc:picChg chg="add del mod">
          <ac:chgData name="GUPTAAKASH1778@GMAIL.COM" userId="2b0f162eb5de2807" providerId="LiveId" clId="{69BD99E5-1007-46CB-A5B5-C0DD32029FD9}" dt="2021-07-06T15:03:03.834" v="3016" actId="21"/>
          <ac:picMkLst>
            <pc:docMk/>
            <pc:sldMk cId="453327781" sldId="259"/>
            <ac:picMk id="2056" creationId="{56A9A9BE-8719-440C-9465-083672CC717D}"/>
          </ac:picMkLst>
        </pc:picChg>
        <pc:picChg chg="add del mod">
          <ac:chgData name="GUPTAAKASH1778@GMAIL.COM" userId="2b0f162eb5de2807" providerId="LiveId" clId="{69BD99E5-1007-46CB-A5B5-C0DD32029FD9}" dt="2021-07-06T15:20:57.301" v="3123" actId="478"/>
          <ac:picMkLst>
            <pc:docMk/>
            <pc:sldMk cId="453327781" sldId="259"/>
            <ac:picMk id="2058" creationId="{3C213DE6-092B-4A40-8E58-A6EE5A0397C2}"/>
          </ac:picMkLst>
        </pc:picChg>
        <pc:picChg chg="add del mod">
          <ac:chgData name="GUPTAAKASH1778@GMAIL.COM" userId="2b0f162eb5de2807" providerId="LiveId" clId="{69BD99E5-1007-46CB-A5B5-C0DD32029FD9}" dt="2021-07-06T15:13:42.391" v="3095" actId="478"/>
          <ac:picMkLst>
            <pc:docMk/>
            <pc:sldMk cId="453327781" sldId="259"/>
            <ac:picMk id="2060" creationId="{C867B403-FB7A-44D1-B485-837BB8137187}"/>
          </ac:picMkLst>
        </pc:picChg>
        <pc:picChg chg="add del mod">
          <ac:chgData name="GUPTAAKASH1778@GMAIL.COM" userId="2b0f162eb5de2807" providerId="LiveId" clId="{69BD99E5-1007-46CB-A5B5-C0DD32029FD9}" dt="2021-07-06T15:22:06.612" v="3135" actId="478"/>
          <ac:picMkLst>
            <pc:docMk/>
            <pc:sldMk cId="453327781" sldId="259"/>
            <ac:picMk id="2062" creationId="{26F0D1FA-7BF8-43C3-9B5C-2B89AE60C622}"/>
          </ac:picMkLst>
        </pc:picChg>
        <pc:picChg chg="add del mod">
          <ac:chgData name="GUPTAAKASH1778@GMAIL.COM" userId="2b0f162eb5de2807" providerId="LiveId" clId="{69BD99E5-1007-46CB-A5B5-C0DD32029FD9}" dt="2021-07-06T14:59:06.834" v="2948" actId="478"/>
          <ac:picMkLst>
            <pc:docMk/>
            <pc:sldMk cId="453327781" sldId="259"/>
            <ac:picMk id="2064" creationId="{46F3FF99-2465-48BE-A045-1951CF6EF4EF}"/>
          </ac:picMkLst>
        </pc:picChg>
        <pc:picChg chg="add del mod">
          <ac:chgData name="GUPTAAKASH1778@GMAIL.COM" userId="2b0f162eb5de2807" providerId="LiveId" clId="{69BD99E5-1007-46CB-A5B5-C0DD32029FD9}" dt="2021-07-06T15:21:34.354" v="3127" actId="478"/>
          <ac:picMkLst>
            <pc:docMk/>
            <pc:sldMk cId="453327781" sldId="259"/>
            <ac:picMk id="2066" creationId="{4A780412-895F-4497-AC00-74D1D2405EB5}"/>
          </ac:picMkLst>
        </pc:picChg>
        <pc:picChg chg="add del mod">
          <ac:chgData name="GUPTAAKASH1778@GMAIL.COM" userId="2b0f162eb5de2807" providerId="LiveId" clId="{69BD99E5-1007-46CB-A5B5-C0DD32029FD9}" dt="2021-07-06T15:24:42.332" v="3147" actId="21"/>
          <ac:picMkLst>
            <pc:docMk/>
            <pc:sldMk cId="453327781" sldId="259"/>
            <ac:picMk id="2068" creationId="{D3EBB6FB-565A-46BA-9E42-B660EFD524C7}"/>
          </ac:picMkLst>
        </pc:picChg>
      </pc:sldChg>
      <pc:sldChg chg="addSp delSp modSp new mod">
        <pc:chgData name="GUPTAAKASH1778@GMAIL.COM" userId="2b0f162eb5de2807" providerId="LiveId" clId="{69BD99E5-1007-46CB-A5B5-C0DD32029FD9}" dt="2021-07-06T15:32:46.472" v="3195" actId="1076"/>
        <pc:sldMkLst>
          <pc:docMk/>
          <pc:sldMk cId="3390564886" sldId="260"/>
        </pc:sldMkLst>
        <pc:spChg chg="del">
          <ac:chgData name="GUPTAAKASH1778@GMAIL.COM" userId="2b0f162eb5de2807" providerId="LiveId" clId="{69BD99E5-1007-46CB-A5B5-C0DD32029FD9}" dt="2021-07-06T15:02:38.322" v="3012" actId="478"/>
          <ac:spMkLst>
            <pc:docMk/>
            <pc:sldMk cId="3390564886" sldId="260"/>
            <ac:spMk id="2" creationId="{27DA3812-A491-4977-87F4-F452EA2DE3B2}"/>
          </ac:spMkLst>
        </pc:spChg>
        <pc:spChg chg="del">
          <ac:chgData name="GUPTAAKASH1778@GMAIL.COM" userId="2b0f162eb5de2807" providerId="LiveId" clId="{69BD99E5-1007-46CB-A5B5-C0DD32029FD9}" dt="2021-07-06T15:02:38.322" v="3012" actId="478"/>
          <ac:spMkLst>
            <pc:docMk/>
            <pc:sldMk cId="3390564886" sldId="260"/>
            <ac:spMk id="3" creationId="{FEB23FA1-1923-43BA-B793-BCE860620FAC}"/>
          </ac:spMkLst>
        </pc:spChg>
        <pc:spChg chg="add mod">
          <ac:chgData name="GUPTAAKASH1778@GMAIL.COM" userId="2b0f162eb5de2807" providerId="LiveId" clId="{69BD99E5-1007-46CB-A5B5-C0DD32029FD9}" dt="2021-07-06T15:02:47.417" v="3013"/>
          <ac:spMkLst>
            <pc:docMk/>
            <pc:sldMk cId="3390564886" sldId="260"/>
            <ac:spMk id="4" creationId="{F6C19626-C5E8-435B-A1B5-173C02414309}"/>
          </ac:spMkLst>
        </pc:spChg>
        <pc:spChg chg="mod">
          <ac:chgData name="GUPTAAKASH1778@GMAIL.COM" userId="2b0f162eb5de2807" providerId="LiveId" clId="{69BD99E5-1007-46CB-A5B5-C0DD32029FD9}" dt="2021-07-06T15:02:47.417" v="3013"/>
          <ac:spMkLst>
            <pc:docMk/>
            <pc:sldMk cId="3390564886" sldId="260"/>
            <ac:spMk id="6" creationId="{CDC6B093-23C3-4544-9C4A-FD454E19B1CB}"/>
          </ac:spMkLst>
        </pc:spChg>
        <pc:spChg chg="mod">
          <ac:chgData name="GUPTAAKASH1778@GMAIL.COM" userId="2b0f162eb5de2807" providerId="LiveId" clId="{69BD99E5-1007-46CB-A5B5-C0DD32029FD9}" dt="2021-07-06T15:02:47.417" v="3013"/>
          <ac:spMkLst>
            <pc:docMk/>
            <pc:sldMk cId="3390564886" sldId="260"/>
            <ac:spMk id="7" creationId="{8FE36BD7-A0AC-4801-B67B-425C412A0CDF}"/>
          </ac:spMkLst>
        </pc:spChg>
        <pc:spChg chg="mod">
          <ac:chgData name="GUPTAAKASH1778@GMAIL.COM" userId="2b0f162eb5de2807" providerId="LiveId" clId="{69BD99E5-1007-46CB-A5B5-C0DD32029FD9}" dt="2021-07-06T15:02:47.417" v="3013"/>
          <ac:spMkLst>
            <pc:docMk/>
            <pc:sldMk cId="3390564886" sldId="260"/>
            <ac:spMk id="8" creationId="{724CDEBB-6A6B-4D43-9EBD-45CFC7A35AD0}"/>
          </ac:spMkLst>
        </pc:spChg>
        <pc:spChg chg="mod">
          <ac:chgData name="GUPTAAKASH1778@GMAIL.COM" userId="2b0f162eb5de2807" providerId="LiveId" clId="{69BD99E5-1007-46CB-A5B5-C0DD32029FD9}" dt="2021-07-06T15:02:47.417" v="3013"/>
          <ac:spMkLst>
            <pc:docMk/>
            <pc:sldMk cId="3390564886" sldId="260"/>
            <ac:spMk id="9" creationId="{A810B9C9-54A6-43F5-BE48-25C24DD7A048}"/>
          </ac:spMkLst>
        </pc:spChg>
        <pc:spChg chg="mod">
          <ac:chgData name="GUPTAAKASH1778@GMAIL.COM" userId="2b0f162eb5de2807" providerId="LiveId" clId="{69BD99E5-1007-46CB-A5B5-C0DD32029FD9}" dt="2021-07-06T15:02:47.417" v="3013"/>
          <ac:spMkLst>
            <pc:docMk/>
            <pc:sldMk cId="3390564886" sldId="260"/>
            <ac:spMk id="10" creationId="{AE61CA00-1585-4549-801A-24974781E220}"/>
          </ac:spMkLst>
        </pc:spChg>
        <pc:grpChg chg="add mod">
          <ac:chgData name="GUPTAAKASH1778@GMAIL.COM" userId="2b0f162eb5de2807" providerId="LiveId" clId="{69BD99E5-1007-46CB-A5B5-C0DD32029FD9}" dt="2021-07-06T15:02:47.417" v="3013"/>
          <ac:grpSpMkLst>
            <pc:docMk/>
            <pc:sldMk cId="3390564886" sldId="260"/>
            <ac:grpSpMk id="5" creationId="{EAF179BC-B295-4AC7-BE45-73C4665038F1}"/>
          </ac:grpSpMkLst>
        </pc:grpChg>
        <pc:graphicFrameChg chg="add mod">
          <ac:chgData name="GUPTAAKASH1778@GMAIL.COM" userId="2b0f162eb5de2807" providerId="LiveId" clId="{69BD99E5-1007-46CB-A5B5-C0DD32029FD9}" dt="2021-07-06T15:32:29.756" v="3192" actId="1076"/>
          <ac:graphicFrameMkLst>
            <pc:docMk/>
            <pc:sldMk cId="3390564886" sldId="260"/>
            <ac:graphicFrameMk id="13" creationId="{7C00DA93-1B2A-4A3C-911B-B60794B4C63D}"/>
          </ac:graphicFrameMkLst>
        </pc:graphicFrameChg>
        <pc:picChg chg="add del mod">
          <ac:chgData name="GUPTAAKASH1778@GMAIL.COM" userId="2b0f162eb5de2807" providerId="LiveId" clId="{69BD99E5-1007-46CB-A5B5-C0DD32029FD9}" dt="2021-07-06T15:13:42.911" v="3096" actId="478"/>
          <ac:picMkLst>
            <pc:docMk/>
            <pc:sldMk cId="3390564886" sldId="260"/>
            <ac:picMk id="11" creationId="{28179944-A754-4B5C-8391-6E9FF2AEBA4A}"/>
          </ac:picMkLst>
        </pc:picChg>
        <pc:picChg chg="add del mod">
          <ac:chgData name="GUPTAAKASH1778@GMAIL.COM" userId="2b0f162eb5de2807" providerId="LiveId" clId="{69BD99E5-1007-46CB-A5B5-C0DD32029FD9}" dt="2021-07-06T15:13:42.911" v="3096" actId="478"/>
          <ac:picMkLst>
            <pc:docMk/>
            <pc:sldMk cId="3390564886" sldId="260"/>
            <ac:picMk id="12" creationId="{30174B0C-4793-46E9-BBC5-024224A42E0A}"/>
          </ac:picMkLst>
        </pc:picChg>
        <pc:picChg chg="add del mod">
          <ac:chgData name="GUPTAAKASH1778@GMAIL.COM" userId="2b0f162eb5de2807" providerId="LiveId" clId="{69BD99E5-1007-46CB-A5B5-C0DD32029FD9}" dt="2021-07-06T15:25:26.072" v="3155" actId="21"/>
          <ac:picMkLst>
            <pc:docMk/>
            <pc:sldMk cId="3390564886" sldId="260"/>
            <ac:picMk id="14" creationId="{A6A63165-D085-46B7-81C8-59715B2F03B9}"/>
          </ac:picMkLst>
        </pc:picChg>
        <pc:picChg chg="add mod">
          <ac:chgData name="GUPTAAKASH1778@GMAIL.COM" userId="2b0f162eb5de2807" providerId="LiveId" clId="{69BD99E5-1007-46CB-A5B5-C0DD32029FD9}" dt="2021-07-06T15:32:46.472" v="3195" actId="1076"/>
          <ac:picMkLst>
            <pc:docMk/>
            <pc:sldMk cId="3390564886" sldId="260"/>
            <ac:picMk id="3074" creationId="{FDD395C7-275A-4DA1-AFEF-8F17578C5A09}"/>
          </ac:picMkLst>
        </pc:picChg>
        <pc:picChg chg="add mod">
          <ac:chgData name="GUPTAAKASH1778@GMAIL.COM" userId="2b0f162eb5de2807" providerId="LiveId" clId="{69BD99E5-1007-46CB-A5B5-C0DD32029FD9}" dt="2021-07-06T15:32:36.130" v="3193" actId="1076"/>
          <ac:picMkLst>
            <pc:docMk/>
            <pc:sldMk cId="3390564886" sldId="260"/>
            <ac:picMk id="3076" creationId="{1B6452B0-8C8F-4E4D-BF23-BD652054E15E}"/>
          </ac:picMkLst>
        </pc:picChg>
        <pc:picChg chg="add mod">
          <ac:chgData name="GUPTAAKASH1778@GMAIL.COM" userId="2b0f162eb5de2807" providerId="LiveId" clId="{69BD99E5-1007-46CB-A5B5-C0DD32029FD9}" dt="2021-07-06T15:32:41.481" v="3194" actId="1076"/>
          <ac:picMkLst>
            <pc:docMk/>
            <pc:sldMk cId="3390564886" sldId="260"/>
            <ac:picMk id="3078" creationId="{1171D12F-0A6B-4B4C-8EF7-E3C53078C056}"/>
          </ac:picMkLst>
        </pc:picChg>
      </pc:sldChg>
      <pc:sldChg chg="addSp delSp modSp mod">
        <pc:chgData name="GUPTAAKASH1778@GMAIL.COM" userId="2b0f162eb5de2807" providerId="LiveId" clId="{69BD99E5-1007-46CB-A5B5-C0DD32029FD9}" dt="2021-07-09T07:39:32.609" v="3770" actId="20577"/>
        <pc:sldMkLst>
          <pc:docMk/>
          <pc:sldMk cId="1839314681" sldId="262"/>
        </pc:sldMkLst>
        <pc:spChg chg="mod">
          <ac:chgData name="GUPTAAKASH1778@GMAIL.COM" userId="2b0f162eb5de2807" providerId="LiveId" clId="{69BD99E5-1007-46CB-A5B5-C0DD32029FD9}" dt="2021-07-09T07:39:26.402" v="3769" actId="20577"/>
          <ac:spMkLst>
            <pc:docMk/>
            <pc:sldMk cId="1839314681" sldId="262"/>
            <ac:spMk id="12" creationId="{046751BE-938E-465B-B172-3E30873DA127}"/>
          </ac:spMkLst>
        </pc:spChg>
        <pc:spChg chg="add mod">
          <ac:chgData name="GUPTAAKASH1778@GMAIL.COM" userId="2b0f162eb5de2807" providerId="LiveId" clId="{69BD99E5-1007-46CB-A5B5-C0DD32029FD9}" dt="2021-07-09T07:26:45.961" v="3210" actId="120"/>
          <ac:spMkLst>
            <pc:docMk/>
            <pc:sldMk cId="1839314681" sldId="262"/>
            <ac:spMk id="14" creationId="{BF04C6B4-9FA0-4F60-93C4-0C8CB4127FB0}"/>
          </ac:spMkLst>
        </pc:spChg>
        <pc:spChg chg="mod">
          <ac:chgData name="GUPTAAKASH1778@GMAIL.COM" userId="2b0f162eb5de2807" providerId="LiveId" clId="{69BD99E5-1007-46CB-A5B5-C0DD32029FD9}" dt="2021-07-09T07:39:32.609" v="3770" actId="20577"/>
          <ac:spMkLst>
            <pc:docMk/>
            <pc:sldMk cId="1839314681" sldId="262"/>
            <ac:spMk id="15" creationId="{D611B9A5-F283-45F5-9232-E01F6FE55476}"/>
          </ac:spMkLst>
        </pc:spChg>
        <pc:spChg chg="add mod">
          <ac:chgData name="GUPTAAKASH1778@GMAIL.COM" userId="2b0f162eb5de2807" providerId="LiveId" clId="{69BD99E5-1007-46CB-A5B5-C0DD32029FD9}" dt="2021-07-09T07:36:31.751" v="3694" actId="20577"/>
          <ac:spMkLst>
            <pc:docMk/>
            <pc:sldMk cId="1839314681" sldId="262"/>
            <ac:spMk id="16" creationId="{DE4DDB3F-0857-42B9-950B-70FFDD3E9E80}"/>
          </ac:spMkLst>
        </pc:spChg>
        <pc:spChg chg="mod">
          <ac:chgData name="GUPTAAKASH1778@GMAIL.COM" userId="2b0f162eb5de2807" providerId="LiveId" clId="{69BD99E5-1007-46CB-A5B5-C0DD32029FD9}" dt="2021-07-09T07:34:12.649" v="3680" actId="20577"/>
          <ac:spMkLst>
            <pc:docMk/>
            <pc:sldMk cId="1839314681" sldId="262"/>
            <ac:spMk id="22" creationId="{DB849C83-9F92-41F4-B5B4-0EDFD91D09BE}"/>
          </ac:spMkLst>
        </pc:spChg>
        <pc:picChg chg="add mod">
          <ac:chgData name="GUPTAAKASH1778@GMAIL.COM" userId="2b0f162eb5de2807" providerId="LiveId" clId="{69BD99E5-1007-46CB-A5B5-C0DD32029FD9}" dt="2021-07-09T07:36:39.039" v="3695" actId="1076"/>
          <ac:picMkLst>
            <pc:docMk/>
            <pc:sldMk cId="1839314681" sldId="262"/>
            <ac:picMk id="18" creationId="{3F1733C3-3F4B-42EE-AB52-93BD60F0437C}"/>
          </ac:picMkLst>
        </pc:picChg>
        <pc:picChg chg="add del mod">
          <ac:chgData name="GUPTAAKASH1778@GMAIL.COM" userId="2b0f162eb5de2807" providerId="LiveId" clId="{69BD99E5-1007-46CB-A5B5-C0DD32029FD9}" dt="2021-07-09T07:38:12.686" v="3708" actId="478"/>
          <ac:picMkLst>
            <pc:docMk/>
            <pc:sldMk cId="1839314681" sldId="262"/>
            <ac:picMk id="19" creationId="{C7F47245-CE22-4328-9F8B-3A23A9596598}"/>
          </ac:picMkLst>
        </pc:picChg>
        <pc:picChg chg="add mod">
          <ac:chgData name="GUPTAAKASH1778@GMAIL.COM" userId="2b0f162eb5de2807" providerId="LiveId" clId="{69BD99E5-1007-46CB-A5B5-C0DD32029FD9}" dt="2021-07-09T07:37:55.159" v="3705" actId="1076"/>
          <ac:picMkLst>
            <pc:docMk/>
            <pc:sldMk cId="1839314681" sldId="262"/>
            <ac:picMk id="1030" creationId="{BDE9D763-7E88-416E-A584-0FBECBAEC11D}"/>
          </ac:picMkLst>
        </pc:picChg>
        <pc:picChg chg="add mod">
          <ac:chgData name="GUPTAAKASH1778@GMAIL.COM" userId="2b0f162eb5de2807" providerId="LiveId" clId="{69BD99E5-1007-46CB-A5B5-C0DD32029FD9}" dt="2021-07-09T07:38:40.118" v="3711" actId="1076"/>
          <ac:picMkLst>
            <pc:docMk/>
            <pc:sldMk cId="1839314681" sldId="262"/>
            <ac:picMk id="1032" creationId="{6FC8A2D5-A6CB-4E82-A449-07407F2C71FC}"/>
          </ac:picMkLst>
        </pc:picChg>
        <pc:cxnChg chg="add mod">
          <ac:chgData name="GUPTAAKASH1778@GMAIL.COM" userId="2b0f162eb5de2807" providerId="LiveId" clId="{69BD99E5-1007-46CB-A5B5-C0DD32029FD9}" dt="2021-07-09T07:25:44.443" v="3199" actId="13822"/>
          <ac:cxnSpMkLst>
            <pc:docMk/>
            <pc:sldMk cId="1839314681" sldId="262"/>
            <ac:cxnSpMk id="4" creationId="{506EE718-5AED-4B01-8022-9410DABE1D9C}"/>
          </ac:cxnSpMkLst>
        </pc:cxnChg>
      </pc:sldChg>
      <pc:sldChg chg="addSp delSp modSp new mod">
        <pc:chgData name="GUPTAAKASH1778@GMAIL.COM" userId="2b0f162eb5de2807" providerId="LiveId" clId="{69BD99E5-1007-46CB-A5B5-C0DD32029FD9}" dt="2021-07-09T07:41:43.177" v="3773"/>
        <pc:sldMkLst>
          <pc:docMk/>
          <pc:sldMk cId="3162907166" sldId="264"/>
        </pc:sldMkLst>
        <pc:spChg chg="del">
          <ac:chgData name="GUPTAAKASH1778@GMAIL.COM" userId="2b0f162eb5de2807" providerId="LiveId" clId="{69BD99E5-1007-46CB-A5B5-C0DD32029FD9}" dt="2021-07-09T07:41:36.788" v="3772" actId="478"/>
          <ac:spMkLst>
            <pc:docMk/>
            <pc:sldMk cId="3162907166" sldId="264"/>
            <ac:spMk id="2" creationId="{4C8BDDAC-AFA3-4121-8CEF-E9B4BD5785EA}"/>
          </ac:spMkLst>
        </pc:spChg>
        <pc:spChg chg="del">
          <ac:chgData name="GUPTAAKASH1778@GMAIL.COM" userId="2b0f162eb5de2807" providerId="LiveId" clId="{69BD99E5-1007-46CB-A5B5-C0DD32029FD9}" dt="2021-07-09T07:41:36.788" v="3772" actId="478"/>
          <ac:spMkLst>
            <pc:docMk/>
            <pc:sldMk cId="3162907166" sldId="264"/>
            <ac:spMk id="3" creationId="{A29E5D61-5BD0-4996-8206-7E7D085F9F6A}"/>
          </ac:spMkLst>
        </pc:spChg>
        <pc:spChg chg="mod">
          <ac:chgData name="GUPTAAKASH1778@GMAIL.COM" userId="2b0f162eb5de2807" providerId="LiveId" clId="{69BD99E5-1007-46CB-A5B5-C0DD32029FD9}" dt="2021-07-09T07:41:43.177" v="3773"/>
          <ac:spMkLst>
            <pc:docMk/>
            <pc:sldMk cId="3162907166" sldId="264"/>
            <ac:spMk id="5" creationId="{22C635A6-F52B-472E-912B-BC356BCBF6FE}"/>
          </ac:spMkLst>
        </pc:spChg>
        <pc:spChg chg="mod">
          <ac:chgData name="GUPTAAKASH1778@GMAIL.COM" userId="2b0f162eb5de2807" providerId="LiveId" clId="{69BD99E5-1007-46CB-A5B5-C0DD32029FD9}" dt="2021-07-09T07:41:43.177" v="3773"/>
          <ac:spMkLst>
            <pc:docMk/>
            <pc:sldMk cId="3162907166" sldId="264"/>
            <ac:spMk id="6" creationId="{1FE95D65-E0B7-49B2-A51C-F142153D1D81}"/>
          </ac:spMkLst>
        </pc:spChg>
        <pc:spChg chg="mod">
          <ac:chgData name="GUPTAAKASH1778@GMAIL.COM" userId="2b0f162eb5de2807" providerId="LiveId" clId="{69BD99E5-1007-46CB-A5B5-C0DD32029FD9}" dt="2021-07-09T07:41:43.177" v="3773"/>
          <ac:spMkLst>
            <pc:docMk/>
            <pc:sldMk cId="3162907166" sldId="264"/>
            <ac:spMk id="7" creationId="{2BC57B7D-770E-497F-A2D7-C030D21CDB37}"/>
          </ac:spMkLst>
        </pc:spChg>
        <pc:spChg chg="mod">
          <ac:chgData name="GUPTAAKASH1778@GMAIL.COM" userId="2b0f162eb5de2807" providerId="LiveId" clId="{69BD99E5-1007-46CB-A5B5-C0DD32029FD9}" dt="2021-07-09T07:41:43.177" v="3773"/>
          <ac:spMkLst>
            <pc:docMk/>
            <pc:sldMk cId="3162907166" sldId="264"/>
            <ac:spMk id="8" creationId="{8428320A-18E4-4DBF-B4E9-600A5A66DC36}"/>
          </ac:spMkLst>
        </pc:spChg>
        <pc:spChg chg="mod">
          <ac:chgData name="GUPTAAKASH1778@GMAIL.COM" userId="2b0f162eb5de2807" providerId="LiveId" clId="{69BD99E5-1007-46CB-A5B5-C0DD32029FD9}" dt="2021-07-09T07:41:43.177" v="3773"/>
          <ac:spMkLst>
            <pc:docMk/>
            <pc:sldMk cId="3162907166" sldId="264"/>
            <ac:spMk id="9" creationId="{BC7E051B-2CBE-4167-B7AC-34D33FACD04C}"/>
          </ac:spMkLst>
        </pc:spChg>
        <pc:spChg chg="mod">
          <ac:chgData name="GUPTAAKASH1778@GMAIL.COM" userId="2b0f162eb5de2807" providerId="LiveId" clId="{69BD99E5-1007-46CB-A5B5-C0DD32029FD9}" dt="2021-07-09T07:41:43.177" v="3773"/>
          <ac:spMkLst>
            <pc:docMk/>
            <pc:sldMk cId="3162907166" sldId="264"/>
            <ac:spMk id="10" creationId="{A56D2C79-E595-431A-A8FE-FD9BDF083C94}"/>
          </ac:spMkLst>
        </pc:spChg>
        <pc:grpChg chg="add mod">
          <ac:chgData name="GUPTAAKASH1778@GMAIL.COM" userId="2b0f162eb5de2807" providerId="LiveId" clId="{69BD99E5-1007-46CB-A5B5-C0DD32029FD9}" dt="2021-07-09T07:41:43.177" v="3773"/>
          <ac:grpSpMkLst>
            <pc:docMk/>
            <pc:sldMk cId="3162907166" sldId="264"/>
            <ac:grpSpMk id="4" creationId="{2CFD3386-240B-42B3-BC3C-2FA3951BEA0C}"/>
          </ac:grpSpMkLst>
        </pc:grpChg>
      </pc:sldChg>
      <pc:sldChg chg="addSp delSp modSp new mod">
        <pc:chgData name="GUPTAAKASH1778@GMAIL.COM" userId="2b0f162eb5de2807" providerId="LiveId" clId="{69BD99E5-1007-46CB-A5B5-C0DD32029FD9}" dt="2021-07-09T07:42:09.438" v="3780"/>
        <pc:sldMkLst>
          <pc:docMk/>
          <pc:sldMk cId="2685327798" sldId="265"/>
        </pc:sldMkLst>
        <pc:spChg chg="del">
          <ac:chgData name="GUPTAAKASH1778@GMAIL.COM" userId="2b0f162eb5de2807" providerId="LiveId" clId="{69BD99E5-1007-46CB-A5B5-C0DD32029FD9}" dt="2021-07-09T07:41:52.355" v="3776" actId="478"/>
          <ac:spMkLst>
            <pc:docMk/>
            <pc:sldMk cId="2685327798" sldId="265"/>
            <ac:spMk id="2" creationId="{3DBD80C6-CCC8-42DA-9FA5-2CDBFC012D3A}"/>
          </ac:spMkLst>
        </pc:spChg>
        <pc:spChg chg="del">
          <ac:chgData name="GUPTAAKASH1778@GMAIL.COM" userId="2b0f162eb5de2807" providerId="LiveId" clId="{69BD99E5-1007-46CB-A5B5-C0DD32029FD9}" dt="2021-07-09T07:41:52.355" v="3776" actId="478"/>
          <ac:spMkLst>
            <pc:docMk/>
            <pc:sldMk cId="2685327798" sldId="265"/>
            <ac:spMk id="3" creationId="{05A394EF-37B3-4AB0-9FB8-A0E22B243543}"/>
          </ac:spMkLst>
        </pc:spChg>
        <pc:spChg chg="mod">
          <ac:chgData name="GUPTAAKASH1778@GMAIL.COM" userId="2b0f162eb5de2807" providerId="LiveId" clId="{69BD99E5-1007-46CB-A5B5-C0DD32029FD9}" dt="2021-07-09T07:42:09.438" v="3780"/>
          <ac:spMkLst>
            <pc:docMk/>
            <pc:sldMk cId="2685327798" sldId="265"/>
            <ac:spMk id="7" creationId="{BB8DB123-4623-4DDB-BDA1-5C72F413343B}"/>
          </ac:spMkLst>
        </pc:spChg>
        <pc:spChg chg="mod">
          <ac:chgData name="GUPTAAKASH1778@GMAIL.COM" userId="2b0f162eb5de2807" providerId="LiveId" clId="{69BD99E5-1007-46CB-A5B5-C0DD32029FD9}" dt="2021-07-09T07:42:09.438" v="3780"/>
          <ac:spMkLst>
            <pc:docMk/>
            <pc:sldMk cId="2685327798" sldId="265"/>
            <ac:spMk id="8" creationId="{8A92D99F-4AF9-4D11-88FC-6AFBC9A496B2}"/>
          </ac:spMkLst>
        </pc:spChg>
        <pc:spChg chg="mod">
          <ac:chgData name="GUPTAAKASH1778@GMAIL.COM" userId="2b0f162eb5de2807" providerId="LiveId" clId="{69BD99E5-1007-46CB-A5B5-C0DD32029FD9}" dt="2021-07-09T07:42:09.438" v="3780"/>
          <ac:spMkLst>
            <pc:docMk/>
            <pc:sldMk cId="2685327798" sldId="265"/>
            <ac:spMk id="9" creationId="{71A7B727-9145-4270-8A7A-713DDF69E978}"/>
          </ac:spMkLst>
        </pc:spChg>
        <pc:spChg chg="mod">
          <ac:chgData name="GUPTAAKASH1778@GMAIL.COM" userId="2b0f162eb5de2807" providerId="LiveId" clId="{69BD99E5-1007-46CB-A5B5-C0DD32029FD9}" dt="2021-07-09T07:42:09.438" v="3780"/>
          <ac:spMkLst>
            <pc:docMk/>
            <pc:sldMk cId="2685327798" sldId="265"/>
            <ac:spMk id="10" creationId="{69299A10-F570-44BA-AAA0-3D22E21C805F}"/>
          </ac:spMkLst>
        </pc:spChg>
        <pc:spChg chg="mod">
          <ac:chgData name="GUPTAAKASH1778@GMAIL.COM" userId="2b0f162eb5de2807" providerId="LiveId" clId="{69BD99E5-1007-46CB-A5B5-C0DD32029FD9}" dt="2021-07-09T07:42:09.438" v="3780"/>
          <ac:spMkLst>
            <pc:docMk/>
            <pc:sldMk cId="2685327798" sldId="265"/>
            <ac:spMk id="11" creationId="{D5742B4F-17A3-4A47-AC26-5F15EB6D85AA}"/>
          </ac:spMkLst>
        </pc:spChg>
        <pc:spChg chg="mod">
          <ac:chgData name="GUPTAAKASH1778@GMAIL.COM" userId="2b0f162eb5de2807" providerId="LiveId" clId="{69BD99E5-1007-46CB-A5B5-C0DD32029FD9}" dt="2021-07-09T07:42:09.438" v="3780"/>
          <ac:spMkLst>
            <pc:docMk/>
            <pc:sldMk cId="2685327798" sldId="265"/>
            <ac:spMk id="12" creationId="{618115AC-84E9-4439-8A98-FD6E90ABBF12}"/>
          </ac:spMkLst>
        </pc:spChg>
        <pc:grpChg chg="add mod">
          <ac:chgData name="GUPTAAKASH1778@GMAIL.COM" userId="2b0f162eb5de2807" providerId="LiveId" clId="{69BD99E5-1007-46CB-A5B5-C0DD32029FD9}" dt="2021-07-09T07:42:09.438" v="3780"/>
          <ac:grpSpMkLst>
            <pc:docMk/>
            <pc:sldMk cId="2685327798" sldId="265"/>
            <ac:grpSpMk id="6" creationId="{DE66AF00-BF22-4D3C-A83D-65176FF404B4}"/>
          </ac:grpSpMkLst>
        </pc:grpChg>
        <pc:picChg chg="add del">
          <ac:chgData name="GUPTAAKASH1778@GMAIL.COM" userId="2b0f162eb5de2807" providerId="LiveId" clId="{69BD99E5-1007-46CB-A5B5-C0DD32029FD9}" dt="2021-07-09T07:42:02.865" v="3779" actId="22"/>
          <ac:picMkLst>
            <pc:docMk/>
            <pc:sldMk cId="2685327798" sldId="265"/>
            <ac:picMk id="5" creationId="{4A0035F0-FB1A-4807-A2D2-020C798083D2}"/>
          </ac:picMkLst>
        </pc:picChg>
      </pc:sldChg>
      <pc:sldChg chg="addSp delSp modSp new mod">
        <pc:chgData name="GUPTAAKASH1778@GMAIL.COM" userId="2b0f162eb5de2807" providerId="LiveId" clId="{69BD99E5-1007-46CB-A5B5-C0DD32029FD9}" dt="2021-07-09T07:42:27.226" v="3783" actId="207"/>
        <pc:sldMkLst>
          <pc:docMk/>
          <pc:sldMk cId="3181145180" sldId="266"/>
        </pc:sldMkLst>
        <pc:spChg chg="del">
          <ac:chgData name="GUPTAAKASH1778@GMAIL.COM" userId="2b0f162eb5de2807" providerId="LiveId" clId="{69BD99E5-1007-46CB-A5B5-C0DD32029FD9}" dt="2021-07-09T07:41:58.380" v="3777" actId="478"/>
          <ac:spMkLst>
            <pc:docMk/>
            <pc:sldMk cId="3181145180" sldId="266"/>
            <ac:spMk id="2" creationId="{2FBEF247-80A1-4FE7-B1A8-87A8726BA2FB}"/>
          </ac:spMkLst>
        </pc:spChg>
        <pc:spChg chg="del">
          <ac:chgData name="GUPTAAKASH1778@GMAIL.COM" userId="2b0f162eb5de2807" providerId="LiveId" clId="{69BD99E5-1007-46CB-A5B5-C0DD32029FD9}" dt="2021-07-09T07:41:58.380" v="3777" actId="478"/>
          <ac:spMkLst>
            <pc:docMk/>
            <pc:sldMk cId="3181145180" sldId="266"/>
            <ac:spMk id="3" creationId="{343EA24D-F9B0-44A8-948A-1C3F84BF1C5B}"/>
          </ac:spMkLst>
        </pc:spChg>
        <pc:spChg chg="mod">
          <ac:chgData name="GUPTAAKASH1778@GMAIL.COM" userId="2b0f162eb5de2807" providerId="LiveId" clId="{69BD99E5-1007-46CB-A5B5-C0DD32029FD9}" dt="2021-07-09T07:42:27.226" v="3783" actId="207"/>
          <ac:spMkLst>
            <pc:docMk/>
            <pc:sldMk cId="3181145180" sldId="266"/>
            <ac:spMk id="5" creationId="{21590BCD-0F16-4179-94A4-4012A86BBBB8}"/>
          </ac:spMkLst>
        </pc:spChg>
        <pc:spChg chg="mod">
          <ac:chgData name="GUPTAAKASH1778@GMAIL.COM" userId="2b0f162eb5de2807" providerId="LiveId" clId="{69BD99E5-1007-46CB-A5B5-C0DD32029FD9}" dt="2021-07-09T07:42:18.849" v="3782" actId="207"/>
          <ac:spMkLst>
            <pc:docMk/>
            <pc:sldMk cId="3181145180" sldId="266"/>
            <ac:spMk id="6" creationId="{EDD4B226-C1A2-42AA-9013-A0685302C32D}"/>
          </ac:spMkLst>
        </pc:spChg>
        <pc:spChg chg="mod">
          <ac:chgData name="GUPTAAKASH1778@GMAIL.COM" userId="2b0f162eb5de2807" providerId="LiveId" clId="{69BD99E5-1007-46CB-A5B5-C0DD32029FD9}" dt="2021-07-09T07:42:10.850" v="3781"/>
          <ac:spMkLst>
            <pc:docMk/>
            <pc:sldMk cId="3181145180" sldId="266"/>
            <ac:spMk id="7" creationId="{97E60EA1-79F2-4369-B9F4-7C1EECC9675F}"/>
          </ac:spMkLst>
        </pc:spChg>
        <pc:spChg chg="mod">
          <ac:chgData name="GUPTAAKASH1778@GMAIL.COM" userId="2b0f162eb5de2807" providerId="LiveId" clId="{69BD99E5-1007-46CB-A5B5-C0DD32029FD9}" dt="2021-07-09T07:42:10.850" v="3781"/>
          <ac:spMkLst>
            <pc:docMk/>
            <pc:sldMk cId="3181145180" sldId="266"/>
            <ac:spMk id="8" creationId="{FF017322-5B04-4726-94A6-FF47E714CAE7}"/>
          </ac:spMkLst>
        </pc:spChg>
        <pc:spChg chg="mod">
          <ac:chgData name="GUPTAAKASH1778@GMAIL.COM" userId="2b0f162eb5de2807" providerId="LiveId" clId="{69BD99E5-1007-46CB-A5B5-C0DD32029FD9}" dt="2021-07-09T07:42:10.850" v="3781"/>
          <ac:spMkLst>
            <pc:docMk/>
            <pc:sldMk cId="3181145180" sldId="266"/>
            <ac:spMk id="9" creationId="{03A1DD65-CFA5-4D7B-9C5C-1B655DA496D2}"/>
          </ac:spMkLst>
        </pc:spChg>
        <pc:spChg chg="mod">
          <ac:chgData name="GUPTAAKASH1778@GMAIL.COM" userId="2b0f162eb5de2807" providerId="LiveId" clId="{69BD99E5-1007-46CB-A5B5-C0DD32029FD9}" dt="2021-07-09T07:42:10.850" v="3781"/>
          <ac:spMkLst>
            <pc:docMk/>
            <pc:sldMk cId="3181145180" sldId="266"/>
            <ac:spMk id="10" creationId="{6B254FF6-95BC-46D8-8BDA-A99FE2FA9294}"/>
          </ac:spMkLst>
        </pc:spChg>
        <pc:grpChg chg="add mod">
          <ac:chgData name="GUPTAAKASH1778@GMAIL.COM" userId="2b0f162eb5de2807" providerId="LiveId" clId="{69BD99E5-1007-46CB-A5B5-C0DD32029FD9}" dt="2021-07-09T07:42:10.850" v="3781"/>
          <ac:grpSpMkLst>
            <pc:docMk/>
            <pc:sldMk cId="3181145180" sldId="266"/>
            <ac:grpSpMk id="4" creationId="{FEBDD097-88BD-44AB-A2F0-1BD17D924ACB}"/>
          </ac:grpSpMkLst>
        </pc:gr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d.docs.live.net/2b0f162eb5de2807/Desktop/Book2.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d.docs.live.net/2b0f162eb5de2807/Desktop/Book2.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d.docs.live.net/2b0f162eb5de2807/Desktop/Book2.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d.docs.live.net/2b0f162eb5de2807/Desktop/Book2.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d.docs.live.net/2b0f162eb5de2807/Desktop/Book2.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7.xml"/><Relationship Id="rId1" Type="http://schemas.microsoft.com/office/2011/relationships/chartStyle" Target="style7.xml"/></Relationships>
</file>

<file path=ppt/charts/_rels/chart9.xml.rels><?xml version="1.0" encoding="UTF-8" standalone="yes"?>
<Relationships xmlns="http://schemas.openxmlformats.org/package/2006/relationships"><Relationship Id="rId1" Type="http://schemas.openxmlformats.org/officeDocument/2006/relationships/oleObject" Target="file:///C:\Users\User\Desktop\Excel%20practis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IN" sz="1200" b="1"/>
              <a:t>Distribution</a:t>
            </a:r>
            <a:r>
              <a:rPr lang="en-IN" sz="1200" b="1" baseline="0"/>
              <a:t> of frequency of purchase of fruits</a:t>
            </a:r>
            <a:endParaRPr lang="en-IN" sz="1200" b="1"/>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3733289588801401"/>
          <c:y val="0.13676471870286863"/>
          <c:w val="0.46422331583552057"/>
          <c:h val="0.66082968736183645"/>
        </c:manualLayout>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5C65-46F1-BDBC-21E9E6F4C3B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5C65-46F1-BDBC-21E9E6F4C3B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5C65-46F1-BDBC-21E9E6F4C3B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5C65-46F1-BDBC-21E9E6F4C3B8}"/>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Sheet1!$A$55:$A$58</c:f>
              <c:strCache>
                <c:ptCount val="4"/>
                <c:pt idx="0">
                  <c:v>More than 8 times</c:v>
                </c:pt>
                <c:pt idx="1">
                  <c:v>More than 4 times</c:v>
                </c:pt>
                <c:pt idx="2">
                  <c:v>More than 2 times</c:v>
                </c:pt>
                <c:pt idx="3">
                  <c:v>Once in a month or less</c:v>
                </c:pt>
              </c:strCache>
            </c:strRef>
          </c:cat>
          <c:val>
            <c:numRef>
              <c:f>Sheet1!$B$55:$B$58</c:f>
              <c:numCache>
                <c:formatCode>General</c:formatCode>
                <c:ptCount val="4"/>
                <c:pt idx="0">
                  <c:v>23.6</c:v>
                </c:pt>
                <c:pt idx="1">
                  <c:v>50.4</c:v>
                </c:pt>
                <c:pt idx="2">
                  <c:v>21.3</c:v>
                </c:pt>
                <c:pt idx="3">
                  <c:v>4.7</c:v>
                </c:pt>
              </c:numCache>
            </c:numRef>
          </c:val>
          <c:extLst>
            <c:ext xmlns:c16="http://schemas.microsoft.com/office/drawing/2014/chart" uri="{C3380CC4-5D6E-409C-BE32-E72D297353CC}">
              <c16:uniqueId val="{00000008-5C65-46F1-BDBC-21E9E6F4C3B8}"/>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IN" sz="1200" b="1"/>
              <a:t>Distribution of daily fruit</a:t>
            </a:r>
            <a:r>
              <a:rPr lang="en-IN" sz="1200" b="1" baseline="0"/>
              <a:t> consumption and the respondents</a:t>
            </a:r>
            <a:endParaRPr lang="en-IN" sz="1200" b="1"/>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043206318989455"/>
          <c:y val="0.21037674716497759"/>
          <c:w val="0.46315901426488637"/>
          <c:h val="0.74814602720114542"/>
        </c:manualLayout>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D4FE-41E1-BF7C-2F2EC2377E8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D4FE-41E1-BF7C-2F2EC2377E8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D4FE-41E1-BF7C-2F2EC2377E8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D4FE-41E1-BF7C-2F2EC2377E88}"/>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D4FE-41E1-BF7C-2F2EC2377E88}"/>
              </c:ext>
            </c:extLst>
          </c:dPt>
          <c:dLbls>
            <c:dLbl>
              <c:idx val="4"/>
              <c:layout>
                <c:manualLayout>
                  <c:x val="1.1180120167341462E-2"/>
                  <c:y val="8.1307689409637146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D4FE-41E1-BF7C-2F2EC2377E88}"/>
                </c:ext>
              </c:extLst>
            </c:dLbl>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Sheet1!$J$37:$J$41</c:f>
              <c:strCache>
                <c:ptCount val="5"/>
                <c:pt idx="0">
                  <c:v>less than 100 gms</c:v>
                </c:pt>
                <c:pt idx="1">
                  <c:v>100gms-200gms</c:v>
                </c:pt>
                <c:pt idx="2">
                  <c:v>200gms-300gms</c:v>
                </c:pt>
                <c:pt idx="3">
                  <c:v>300gms-400gms</c:v>
                </c:pt>
                <c:pt idx="4">
                  <c:v>more than 400gms</c:v>
                </c:pt>
              </c:strCache>
            </c:strRef>
          </c:cat>
          <c:val>
            <c:numRef>
              <c:f>Sheet1!$K$37:$K$41</c:f>
              <c:numCache>
                <c:formatCode>General</c:formatCode>
                <c:ptCount val="5"/>
                <c:pt idx="0">
                  <c:v>26.8</c:v>
                </c:pt>
                <c:pt idx="1">
                  <c:v>43.3</c:v>
                </c:pt>
                <c:pt idx="2">
                  <c:v>18.100000000000001</c:v>
                </c:pt>
                <c:pt idx="3">
                  <c:v>7.9</c:v>
                </c:pt>
                <c:pt idx="4">
                  <c:v>3.9</c:v>
                </c:pt>
              </c:numCache>
            </c:numRef>
          </c:val>
          <c:extLst>
            <c:ext xmlns:c16="http://schemas.microsoft.com/office/drawing/2014/chart" uri="{C3380CC4-5D6E-409C-BE32-E72D297353CC}">
              <c16:uniqueId val="{0000000A-D4FE-41E1-BF7C-2F2EC2377E88}"/>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2735645707069365"/>
          <c:y val="0.34670911351392075"/>
          <c:w val="0.25154535686239193"/>
          <c:h val="0.4037109595750291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b="1"/>
              <a:t>%</a:t>
            </a:r>
            <a:r>
              <a:rPr lang="en-US" sz="1200" b="1" baseline="0"/>
              <a:t> </a:t>
            </a:r>
            <a:r>
              <a:rPr lang="en-US" sz="1200" b="1"/>
              <a:t>of respondents aware of WHO recommendations of having 400 gm of fruit per day</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Sheet1!$B$2</c:f>
              <c:strCache>
                <c:ptCount val="1"/>
                <c:pt idx="0">
                  <c:v>Share of respondents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F8E4-459D-93E6-9F7B14D2205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F8E4-459D-93E6-9F7B14D22056}"/>
              </c:ext>
            </c:extLst>
          </c:dPt>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Sheet1!$A$3:$A$4</c:f>
              <c:strCache>
                <c:ptCount val="2"/>
                <c:pt idx="0">
                  <c:v>Yes, I am aware!</c:v>
                </c:pt>
                <c:pt idx="1">
                  <c:v>No,never heard of it!</c:v>
                </c:pt>
              </c:strCache>
            </c:strRef>
          </c:cat>
          <c:val>
            <c:numRef>
              <c:f>Sheet1!$B$3:$B$4</c:f>
              <c:numCache>
                <c:formatCode>General</c:formatCode>
                <c:ptCount val="2"/>
                <c:pt idx="0">
                  <c:v>69.3</c:v>
                </c:pt>
                <c:pt idx="1">
                  <c:v>30.7</c:v>
                </c:pt>
              </c:numCache>
            </c:numRef>
          </c:val>
          <c:extLst>
            <c:ext xmlns:c16="http://schemas.microsoft.com/office/drawing/2014/chart" uri="{C3380CC4-5D6E-409C-BE32-E72D297353CC}">
              <c16:uniqueId val="{00000004-F8E4-459D-93E6-9F7B14D22056}"/>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IN" sz="1200" b="1"/>
              <a:t>Distribution</a:t>
            </a:r>
            <a:r>
              <a:rPr lang="en-IN" sz="1200" b="1" baseline="0"/>
              <a:t> of fruit consumption forms preferred</a:t>
            </a:r>
            <a:endParaRPr lang="en-IN" sz="1200" b="1"/>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Sheet1!$A$84:$A$87</c:f>
              <c:strCache>
                <c:ptCount val="4"/>
                <c:pt idx="0">
                  <c:v>Fruit juices</c:v>
                </c:pt>
                <c:pt idx="1">
                  <c:v>Smoothies</c:v>
                </c:pt>
                <c:pt idx="2">
                  <c:v>Fruit salads</c:v>
                </c:pt>
                <c:pt idx="3">
                  <c:v>Fresh fruits</c:v>
                </c:pt>
              </c:strCache>
            </c:strRef>
          </c:cat>
          <c:val>
            <c:numRef>
              <c:f>Sheet1!$B$84:$B$87</c:f>
              <c:numCache>
                <c:formatCode>0.00%</c:formatCode>
                <c:ptCount val="4"/>
                <c:pt idx="0">
                  <c:v>0.58299999999999996</c:v>
                </c:pt>
                <c:pt idx="1">
                  <c:v>0.27600000000000002</c:v>
                </c:pt>
                <c:pt idx="2">
                  <c:v>0.39400000000000013</c:v>
                </c:pt>
                <c:pt idx="3">
                  <c:v>0.84300000000000019</c:v>
                </c:pt>
              </c:numCache>
            </c:numRef>
          </c:val>
          <c:extLst>
            <c:ext xmlns:c16="http://schemas.microsoft.com/office/drawing/2014/chart" uri="{C3380CC4-5D6E-409C-BE32-E72D297353CC}">
              <c16:uniqueId val="{00000000-9579-4CF3-9895-4C6E72916516}"/>
            </c:ext>
          </c:extLst>
        </c:ser>
        <c:dLbls>
          <c:showLegendKey val="0"/>
          <c:showVal val="1"/>
          <c:showCatName val="0"/>
          <c:showSerName val="0"/>
          <c:showPercent val="0"/>
          <c:showBubbleSize val="0"/>
        </c:dLbls>
        <c:gapWidth val="219"/>
        <c:overlap val="-27"/>
        <c:axId val="105888768"/>
        <c:axId val="105927424"/>
      </c:barChart>
      <c:catAx>
        <c:axId val="10588876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5927424"/>
        <c:crossesAt val="0"/>
        <c:auto val="1"/>
        <c:lblAlgn val="ctr"/>
        <c:lblOffset val="100"/>
        <c:noMultiLvlLbl val="0"/>
      </c:catAx>
      <c:valAx>
        <c:axId val="105927424"/>
        <c:scaling>
          <c:orientation val="minMax"/>
        </c:scaling>
        <c:delete val="1"/>
        <c:axPos val="l"/>
        <c:numFmt formatCode="0.00%" sourceLinked="1"/>
        <c:majorTickMark val="out"/>
        <c:minorTickMark val="none"/>
        <c:tickLblPos val="none"/>
        <c:crossAx val="10588876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r>
              <a:rPr lang="en-US" sz="1200" b="1" dirty="0"/>
              <a:t>Respondents</a:t>
            </a:r>
            <a:r>
              <a:rPr lang="en-US" sz="1200" b="1" baseline="0" dirty="0"/>
              <a:t> who believe they would benefit from a subscription model</a:t>
            </a:r>
            <a:endParaRPr lang="en-US" sz="1200" b="1" dirty="0"/>
          </a:p>
        </c:rich>
      </c:tx>
      <c:overlay val="0"/>
      <c:spPr>
        <a:noFill/>
        <a:ln>
          <a:noFill/>
        </a:ln>
        <a:effectLst/>
      </c:spPr>
      <c:txPr>
        <a:bodyPr rot="0" spcFirstLastPara="1" vertOverflow="ellipsis" vert="horz" wrap="square" anchor="ctr" anchorCtr="1"/>
        <a:lstStyle/>
        <a:p>
          <a:pPr>
            <a:defRPr sz="12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8686127416900242"/>
          <c:y val="0.22883414134486463"/>
          <c:w val="0.3900592141701717"/>
          <c:h val="0.71142080861588386"/>
        </c:manualLayout>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0C2-47D6-868D-27815DDD76B9}"/>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2-2AC8-422F-B7F3-2CD440FF9C93}"/>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30C2-47D6-868D-27815DDD76B9}"/>
              </c:ext>
            </c:extLst>
          </c:dPt>
          <c:dLbls>
            <c:dLbl>
              <c:idx val="1"/>
              <c:layout>
                <c:manualLayout>
                  <c:x val="7.044515244243757E-2"/>
                  <c:y val="-8.6244551767113001E-2"/>
                </c:manualLayout>
              </c:layout>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2-2AC8-422F-B7F3-2CD440FF9C93}"/>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Sheet1!$A$2:$A$4</c:f>
              <c:strCache>
                <c:ptCount val="3"/>
                <c:pt idx="0">
                  <c:v>Yes</c:v>
                </c:pt>
                <c:pt idx="1">
                  <c:v>No</c:v>
                </c:pt>
                <c:pt idx="2">
                  <c:v>Maybe</c:v>
                </c:pt>
              </c:strCache>
            </c:strRef>
          </c:cat>
          <c:val>
            <c:numRef>
              <c:f>Sheet1!$B$2:$B$4</c:f>
              <c:numCache>
                <c:formatCode>General</c:formatCode>
                <c:ptCount val="3"/>
                <c:pt idx="0">
                  <c:v>56.690000000000012</c:v>
                </c:pt>
                <c:pt idx="1">
                  <c:v>9.4500000000000028</c:v>
                </c:pt>
                <c:pt idx="2">
                  <c:v>33.86</c:v>
                </c:pt>
              </c:numCache>
            </c:numRef>
          </c:val>
          <c:extLst>
            <c:ext xmlns:c16="http://schemas.microsoft.com/office/drawing/2014/chart" uri="{C3380CC4-5D6E-409C-BE32-E72D297353CC}">
              <c16:uniqueId val="{00000000-2AC8-422F-B7F3-2CD440FF9C93}"/>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72768399977416853"/>
          <c:y val="0.42083282943419015"/>
          <c:w val="0.15635122401761392"/>
          <c:h val="0.293545858492761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dirty="0"/>
              <a:t>Distribution</a:t>
            </a:r>
            <a:r>
              <a:rPr lang="en-US" b="1" baseline="0" dirty="0"/>
              <a:t> of reasons for having less than recommended levels</a:t>
            </a:r>
            <a:endParaRPr lang="en-US" b="1"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bar"/>
        <c:grouping val="clustered"/>
        <c:varyColors val="0"/>
        <c:ser>
          <c:idx val="0"/>
          <c:order val="0"/>
          <c:spPr>
            <a:solidFill>
              <a:schemeClr val="accent1"/>
            </a:solidFill>
            <a:ln>
              <a:noFill/>
            </a:ln>
            <a:effectLst/>
          </c:spPr>
          <c:invertIfNegative val="0"/>
          <c:dLbls>
            <c:delete val="1"/>
          </c:dLbls>
          <c:cat>
            <c:strRef>
              <c:f>Sheet1!$A$61:$A$71</c:f>
              <c:strCache>
                <c:ptCount val="11"/>
                <c:pt idx="0">
                  <c:v>Lifestyle issues</c:v>
                </c:pt>
                <c:pt idx="1">
                  <c:v>Seasonal availability</c:v>
                </c:pt>
                <c:pt idx="2">
                  <c:v>High cost</c:v>
                </c:pt>
                <c:pt idx="3">
                  <c:v>Inconvenient market location</c:v>
                </c:pt>
                <c:pt idx="4">
                  <c:v>Do not like fruits</c:v>
                </c:pt>
                <c:pt idx="5">
                  <c:v>Poor quality available</c:v>
                </c:pt>
                <c:pt idx="6">
                  <c:v>Storage issues</c:v>
                </c:pt>
                <c:pt idx="7">
                  <c:v>More than WHO recommendation</c:v>
                </c:pt>
                <c:pt idx="8">
                  <c:v>High blood sugar</c:v>
                </c:pt>
                <c:pt idx="9">
                  <c:v>Laziness</c:v>
                </c:pt>
                <c:pt idx="10">
                  <c:v>Depends on mood</c:v>
                </c:pt>
              </c:strCache>
            </c:strRef>
          </c:cat>
          <c:val>
            <c:numRef>
              <c:f>Sheet1!$B$61:$B$71</c:f>
              <c:numCache>
                <c:formatCode>0.00%</c:formatCode>
                <c:ptCount val="11"/>
                <c:pt idx="0">
                  <c:v>0.63800000000000023</c:v>
                </c:pt>
                <c:pt idx="1">
                  <c:v>0.26800000000000002</c:v>
                </c:pt>
                <c:pt idx="2">
                  <c:v>0.33900000000000013</c:v>
                </c:pt>
                <c:pt idx="3">
                  <c:v>0.18100000000000005</c:v>
                </c:pt>
                <c:pt idx="4">
                  <c:v>0.10199999999999998</c:v>
                </c:pt>
                <c:pt idx="5">
                  <c:v>0.19700000000000001</c:v>
                </c:pt>
                <c:pt idx="6">
                  <c:v>0.18100000000000005</c:v>
                </c:pt>
                <c:pt idx="7">
                  <c:v>8.7000000000000022E-2</c:v>
                </c:pt>
                <c:pt idx="8">
                  <c:v>8.0000000000000054E-3</c:v>
                </c:pt>
                <c:pt idx="9">
                  <c:v>8.0000000000000054E-3</c:v>
                </c:pt>
                <c:pt idx="10">
                  <c:v>1.6000000000000007E-2</c:v>
                </c:pt>
              </c:numCache>
            </c:numRef>
          </c:val>
          <c:extLst>
            <c:ext xmlns:c16="http://schemas.microsoft.com/office/drawing/2014/chart" uri="{C3380CC4-5D6E-409C-BE32-E72D297353CC}">
              <c16:uniqueId val="{0000000B-5B45-4AE3-A338-D7F98EDA70AD}"/>
            </c:ext>
          </c:extLst>
        </c:ser>
        <c:dLbls>
          <c:showLegendKey val="0"/>
          <c:showVal val="1"/>
          <c:showCatName val="0"/>
          <c:showSerName val="0"/>
          <c:showPercent val="0"/>
          <c:showBubbleSize val="0"/>
        </c:dLbls>
        <c:gapWidth val="182"/>
        <c:axId val="106248064"/>
        <c:axId val="106249600"/>
      </c:barChart>
      <c:catAx>
        <c:axId val="10624806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6249600"/>
        <c:crosses val="autoZero"/>
        <c:auto val="1"/>
        <c:lblAlgn val="ctr"/>
        <c:lblOffset val="100"/>
        <c:noMultiLvlLbl val="0"/>
      </c:catAx>
      <c:valAx>
        <c:axId val="106249600"/>
        <c:scaling>
          <c:orientation val="minMax"/>
        </c:scaling>
        <c:delete val="1"/>
        <c:axPos val="b"/>
        <c:majorGridlines>
          <c:spPr>
            <a:ln w="9525" cap="flat" cmpd="sng" algn="ctr">
              <a:noFill/>
              <a:round/>
            </a:ln>
            <a:effectLst/>
          </c:spPr>
        </c:majorGridlines>
        <c:numFmt formatCode="0.00%" sourceLinked="1"/>
        <c:majorTickMark val="none"/>
        <c:minorTickMark val="none"/>
        <c:tickLblPos val="none"/>
        <c:crossAx val="10624806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400" b="1" dirty="0"/>
              <a:t>Amount</a:t>
            </a:r>
            <a:r>
              <a:rPr lang="en-US" sz="1400" b="1" baseline="0" dirty="0"/>
              <a:t> respondents are willing to spend on fruits per month</a:t>
            </a:r>
            <a:endParaRPr lang="en-US" sz="1400" b="1" dirty="0"/>
          </a:p>
        </c:rich>
      </c:tx>
      <c:overlay val="0"/>
      <c:spPr>
        <a:noFill/>
        <a:ln>
          <a:noFill/>
        </a:ln>
        <a:effectLst/>
      </c:spPr>
    </c:title>
    <c:autoTitleDeleted val="0"/>
    <c:plotArea>
      <c:layout>
        <c:manualLayout>
          <c:layoutTarget val="inner"/>
          <c:xMode val="edge"/>
          <c:yMode val="edge"/>
          <c:x val="0.1705616480560041"/>
          <c:y val="0.28083763239380483"/>
          <c:w val="0.4400459144297636"/>
          <c:h val="0.60576681669052035"/>
        </c:manualLayout>
      </c:layout>
      <c:pieChart>
        <c:varyColors val="1"/>
        <c:ser>
          <c:idx val="0"/>
          <c:order val="0"/>
          <c:tx>
            <c:strRef>
              <c:f>Sheet1!$B$1</c:f>
              <c:strCache>
                <c:ptCount val="1"/>
                <c:pt idx="0">
                  <c:v>Series 1</c:v>
                </c:pt>
              </c:strCache>
            </c:strRef>
          </c:tx>
          <c:dPt>
            <c:idx val="0"/>
            <c:bubble3D val="0"/>
            <c:spPr>
              <a:solidFill>
                <a:schemeClr val="accent1"/>
              </a:solidFill>
              <a:ln>
                <a:noFill/>
              </a:ln>
              <a:effectLst/>
            </c:spPr>
            <c:extLst>
              <c:ext xmlns:c16="http://schemas.microsoft.com/office/drawing/2014/chart" uri="{C3380CC4-5D6E-409C-BE32-E72D297353CC}">
                <c16:uniqueId val="{00000001-B082-4C00-9E41-9991A33341DD}"/>
              </c:ext>
            </c:extLst>
          </c:dPt>
          <c:dPt>
            <c:idx val="1"/>
            <c:bubble3D val="0"/>
            <c:spPr>
              <a:solidFill>
                <a:schemeClr val="accent2"/>
              </a:solidFill>
              <a:ln>
                <a:noFill/>
              </a:ln>
              <a:effectLst/>
            </c:spPr>
            <c:extLst>
              <c:ext xmlns:c16="http://schemas.microsoft.com/office/drawing/2014/chart" uri="{C3380CC4-5D6E-409C-BE32-E72D297353CC}">
                <c16:uniqueId val="{00000003-B082-4C00-9E41-9991A33341DD}"/>
              </c:ext>
            </c:extLst>
          </c:dPt>
          <c:dPt>
            <c:idx val="2"/>
            <c:bubble3D val="0"/>
            <c:spPr>
              <a:solidFill>
                <a:schemeClr val="accent3"/>
              </a:solidFill>
              <a:ln>
                <a:noFill/>
              </a:ln>
              <a:effectLst/>
            </c:spPr>
            <c:extLst>
              <c:ext xmlns:c16="http://schemas.microsoft.com/office/drawing/2014/chart" uri="{C3380CC4-5D6E-409C-BE32-E72D297353CC}">
                <c16:uniqueId val="{00000005-B082-4C00-9E41-9991A33341DD}"/>
              </c:ext>
            </c:extLst>
          </c:dPt>
          <c:dPt>
            <c:idx val="3"/>
            <c:bubble3D val="0"/>
            <c:spPr>
              <a:solidFill>
                <a:schemeClr val="accent4"/>
              </a:solidFill>
              <a:ln>
                <a:noFill/>
              </a:ln>
              <a:effectLst/>
            </c:spPr>
            <c:extLst>
              <c:ext xmlns:c16="http://schemas.microsoft.com/office/drawing/2014/chart" uri="{C3380CC4-5D6E-409C-BE32-E72D297353CC}">
                <c16:uniqueId val="{00000007-B082-4C00-9E41-9991A33341DD}"/>
              </c:ext>
            </c:extLst>
          </c:dPt>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Less than Rs 2000</c:v>
                </c:pt>
                <c:pt idx="1">
                  <c:v>Rs 2000-Rs 4000</c:v>
                </c:pt>
                <c:pt idx="2">
                  <c:v>Rs 4000- Rs 6000</c:v>
                </c:pt>
                <c:pt idx="3">
                  <c:v>More than Rs 8000</c:v>
                </c:pt>
              </c:strCache>
            </c:strRef>
          </c:cat>
          <c:val>
            <c:numRef>
              <c:f>Sheet1!$B$2:$B$5</c:f>
              <c:numCache>
                <c:formatCode>General</c:formatCode>
                <c:ptCount val="4"/>
                <c:pt idx="0">
                  <c:v>34.65</c:v>
                </c:pt>
                <c:pt idx="1">
                  <c:v>48.82</c:v>
                </c:pt>
                <c:pt idx="2">
                  <c:v>11.81</c:v>
                </c:pt>
                <c:pt idx="3">
                  <c:v>4.72</c:v>
                </c:pt>
              </c:numCache>
            </c:numRef>
          </c:val>
          <c:extLst>
            <c:ext xmlns:c16="http://schemas.microsoft.com/office/drawing/2014/chart" uri="{C3380CC4-5D6E-409C-BE32-E72D297353CC}">
              <c16:uniqueId val="{00000000-9815-4B4F-8F92-4627997B385A}"/>
            </c:ext>
          </c:extLst>
        </c:ser>
        <c:ser>
          <c:idx val="1"/>
          <c:order val="1"/>
          <c:tx>
            <c:strRef>
              <c:f>Sheet1!$C$1</c:f>
              <c:strCache>
                <c:ptCount val="1"/>
                <c:pt idx="0">
                  <c:v>Column1</c:v>
                </c:pt>
              </c:strCache>
            </c:strRef>
          </c:tx>
          <c:dPt>
            <c:idx val="0"/>
            <c:bubble3D val="0"/>
            <c:spPr>
              <a:solidFill>
                <a:schemeClr val="accent1"/>
              </a:solidFill>
              <a:ln>
                <a:noFill/>
              </a:ln>
              <a:effectLst/>
            </c:spPr>
            <c:extLst>
              <c:ext xmlns:c16="http://schemas.microsoft.com/office/drawing/2014/chart" uri="{C3380CC4-5D6E-409C-BE32-E72D297353CC}">
                <c16:uniqueId val="{00000009-B082-4C00-9E41-9991A33341DD}"/>
              </c:ext>
            </c:extLst>
          </c:dPt>
          <c:dPt>
            <c:idx val="1"/>
            <c:bubble3D val="0"/>
            <c:spPr>
              <a:solidFill>
                <a:schemeClr val="accent2"/>
              </a:solidFill>
              <a:ln>
                <a:noFill/>
              </a:ln>
              <a:effectLst/>
            </c:spPr>
            <c:extLst>
              <c:ext xmlns:c16="http://schemas.microsoft.com/office/drawing/2014/chart" uri="{C3380CC4-5D6E-409C-BE32-E72D297353CC}">
                <c16:uniqueId val="{0000000B-B082-4C00-9E41-9991A33341DD}"/>
              </c:ext>
            </c:extLst>
          </c:dPt>
          <c:dPt>
            <c:idx val="2"/>
            <c:bubble3D val="0"/>
            <c:spPr>
              <a:solidFill>
                <a:schemeClr val="accent3"/>
              </a:solidFill>
              <a:ln>
                <a:noFill/>
              </a:ln>
              <a:effectLst/>
            </c:spPr>
            <c:extLst>
              <c:ext xmlns:c16="http://schemas.microsoft.com/office/drawing/2014/chart" uri="{C3380CC4-5D6E-409C-BE32-E72D297353CC}">
                <c16:uniqueId val="{0000000D-B082-4C00-9E41-9991A33341DD}"/>
              </c:ext>
            </c:extLst>
          </c:dPt>
          <c:dPt>
            <c:idx val="3"/>
            <c:bubble3D val="0"/>
            <c:spPr>
              <a:solidFill>
                <a:schemeClr val="accent4"/>
              </a:solidFill>
              <a:ln>
                <a:noFill/>
              </a:ln>
              <a:effectLst/>
            </c:spPr>
            <c:extLst>
              <c:ext xmlns:c16="http://schemas.microsoft.com/office/drawing/2014/chart" uri="{C3380CC4-5D6E-409C-BE32-E72D297353CC}">
                <c16:uniqueId val="{0000000F-B082-4C00-9E41-9991A33341DD}"/>
              </c:ext>
            </c:extLst>
          </c:dPt>
          <c:cat>
            <c:strRef>
              <c:f>Sheet1!$A$2:$A$5</c:f>
              <c:strCache>
                <c:ptCount val="4"/>
                <c:pt idx="0">
                  <c:v>Less than Rs 2000</c:v>
                </c:pt>
                <c:pt idx="1">
                  <c:v>Rs 2000-Rs 4000</c:v>
                </c:pt>
                <c:pt idx="2">
                  <c:v>Rs 4000- Rs 6000</c:v>
                </c:pt>
                <c:pt idx="3">
                  <c:v>More than Rs 8000</c:v>
                </c:pt>
              </c:strCache>
            </c:strRef>
          </c:cat>
          <c:val>
            <c:numRef>
              <c:f>Sheet1!$C$2:$C$5</c:f>
              <c:numCache>
                <c:formatCode>General</c:formatCode>
                <c:ptCount val="4"/>
              </c:numCache>
            </c:numRef>
          </c:val>
          <c:extLst>
            <c:ext xmlns:c16="http://schemas.microsoft.com/office/drawing/2014/chart" uri="{C3380CC4-5D6E-409C-BE32-E72D297353CC}">
              <c16:uniqueId val="{00000001-9815-4B4F-8F92-4627997B385A}"/>
            </c:ext>
          </c:extLst>
        </c:ser>
        <c:ser>
          <c:idx val="2"/>
          <c:order val="2"/>
          <c:tx>
            <c:strRef>
              <c:f>Sheet1!$D$1</c:f>
              <c:strCache>
                <c:ptCount val="1"/>
                <c:pt idx="0">
                  <c:v>Column2</c:v>
                </c:pt>
              </c:strCache>
            </c:strRef>
          </c:tx>
          <c:dPt>
            <c:idx val="0"/>
            <c:bubble3D val="0"/>
            <c:spPr>
              <a:solidFill>
                <a:schemeClr val="accent1"/>
              </a:solidFill>
              <a:ln>
                <a:noFill/>
              </a:ln>
              <a:effectLst/>
            </c:spPr>
            <c:extLst>
              <c:ext xmlns:c16="http://schemas.microsoft.com/office/drawing/2014/chart" uri="{C3380CC4-5D6E-409C-BE32-E72D297353CC}">
                <c16:uniqueId val="{00000011-B082-4C00-9E41-9991A33341DD}"/>
              </c:ext>
            </c:extLst>
          </c:dPt>
          <c:dPt>
            <c:idx val="1"/>
            <c:bubble3D val="0"/>
            <c:spPr>
              <a:solidFill>
                <a:schemeClr val="accent2"/>
              </a:solidFill>
              <a:ln>
                <a:noFill/>
              </a:ln>
              <a:effectLst/>
            </c:spPr>
            <c:extLst>
              <c:ext xmlns:c16="http://schemas.microsoft.com/office/drawing/2014/chart" uri="{C3380CC4-5D6E-409C-BE32-E72D297353CC}">
                <c16:uniqueId val="{00000013-B082-4C00-9E41-9991A33341DD}"/>
              </c:ext>
            </c:extLst>
          </c:dPt>
          <c:dPt>
            <c:idx val="2"/>
            <c:bubble3D val="0"/>
            <c:spPr>
              <a:solidFill>
                <a:schemeClr val="accent3"/>
              </a:solidFill>
              <a:ln>
                <a:noFill/>
              </a:ln>
              <a:effectLst/>
            </c:spPr>
            <c:extLst>
              <c:ext xmlns:c16="http://schemas.microsoft.com/office/drawing/2014/chart" uri="{C3380CC4-5D6E-409C-BE32-E72D297353CC}">
                <c16:uniqueId val="{00000015-B082-4C00-9E41-9991A33341DD}"/>
              </c:ext>
            </c:extLst>
          </c:dPt>
          <c:dPt>
            <c:idx val="3"/>
            <c:bubble3D val="0"/>
            <c:spPr>
              <a:solidFill>
                <a:schemeClr val="accent4"/>
              </a:solidFill>
              <a:ln>
                <a:noFill/>
              </a:ln>
              <a:effectLst/>
            </c:spPr>
            <c:extLst>
              <c:ext xmlns:c16="http://schemas.microsoft.com/office/drawing/2014/chart" uri="{C3380CC4-5D6E-409C-BE32-E72D297353CC}">
                <c16:uniqueId val="{00000017-B082-4C00-9E41-9991A33341DD}"/>
              </c:ext>
            </c:extLst>
          </c:dPt>
          <c:cat>
            <c:strRef>
              <c:f>Sheet1!$A$2:$A$5</c:f>
              <c:strCache>
                <c:ptCount val="4"/>
                <c:pt idx="0">
                  <c:v>Less than Rs 2000</c:v>
                </c:pt>
                <c:pt idx="1">
                  <c:v>Rs 2000-Rs 4000</c:v>
                </c:pt>
                <c:pt idx="2">
                  <c:v>Rs 4000- Rs 6000</c:v>
                </c:pt>
                <c:pt idx="3">
                  <c:v>More than Rs 8000</c:v>
                </c:pt>
              </c:strCache>
            </c:strRef>
          </c:cat>
          <c:val>
            <c:numRef>
              <c:f>Sheet1!$D$2:$D$5</c:f>
              <c:numCache>
                <c:formatCode>General</c:formatCode>
                <c:ptCount val="4"/>
              </c:numCache>
            </c:numRef>
          </c:val>
          <c:extLst>
            <c:ext xmlns:c16="http://schemas.microsoft.com/office/drawing/2014/chart" uri="{C3380CC4-5D6E-409C-BE32-E72D297353CC}">
              <c16:uniqueId val="{00000002-9815-4B4F-8F92-4627997B385A}"/>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62424150000875855"/>
          <c:y val="0.28068656834974259"/>
          <c:w val="0.34314776594769103"/>
          <c:h val="0.6291980556000793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r>
              <a:rPr lang="en-US" sz="1400" b="1" dirty="0"/>
              <a:t>%</a:t>
            </a:r>
            <a:r>
              <a:rPr lang="en-US" sz="1400" b="1" baseline="0" dirty="0"/>
              <a:t> respondents interested in Organic Fruit</a:t>
            </a:r>
            <a:endParaRPr lang="en-US" sz="1400" b="1" dirty="0"/>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32EF-4445-9B52-CE52940C8FF4}"/>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32EF-4445-9B52-CE52940C8FF4}"/>
              </c:ext>
            </c:extLst>
          </c:dPt>
          <c:dLbls>
            <c:numFmt formatCode="0.00%" sourceLinked="0"/>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Yes</c:v>
                </c:pt>
                <c:pt idx="1">
                  <c:v>No</c:v>
                </c:pt>
              </c:strCache>
            </c:strRef>
          </c:cat>
          <c:val>
            <c:numRef>
              <c:f>Sheet1!$B$2:$B$3</c:f>
              <c:numCache>
                <c:formatCode>General</c:formatCode>
                <c:ptCount val="2"/>
                <c:pt idx="0">
                  <c:v>87.4</c:v>
                </c:pt>
                <c:pt idx="1">
                  <c:v>12.6</c:v>
                </c:pt>
              </c:numCache>
            </c:numRef>
          </c:val>
          <c:extLst>
            <c:ext xmlns:c16="http://schemas.microsoft.com/office/drawing/2014/chart" uri="{C3380CC4-5D6E-409C-BE32-E72D297353CC}">
              <c16:uniqueId val="{00000000-6C35-4DBA-B169-BD9FF800A04B}"/>
            </c:ext>
          </c:extLst>
        </c:ser>
        <c:dLbls>
          <c:showLegendKey val="0"/>
          <c:showVal val="0"/>
          <c:showCatName val="0"/>
          <c:showSerName val="0"/>
          <c:showPercent val="0"/>
          <c:showBubbleSize val="0"/>
          <c:showLeaderLines val="1"/>
        </c:dLbls>
        <c:firstSliceAng val="0"/>
      </c:pieChart>
      <c:spPr>
        <a:noFill/>
        <a:ln>
          <a:noFill/>
        </a:ln>
        <a:effectLst/>
      </c:spPr>
    </c:plotArea>
    <c:legend>
      <c:legendPos val="r"/>
      <c:layout>
        <c:manualLayout>
          <c:xMode val="edge"/>
          <c:yMode val="edge"/>
          <c:x val="0.73657365071102132"/>
          <c:y val="0.50919558467617154"/>
          <c:w val="0.12825061380479588"/>
          <c:h val="0.2131091149795555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12"/>
    </mc:Choice>
    <mc:Fallback>
      <c:style val="12"/>
    </mc:Fallback>
  </mc:AlternateContent>
  <c:chart>
    <c:title>
      <c:tx>
        <c:rich>
          <a:bodyPr/>
          <a:lstStyle/>
          <a:p>
            <a:pPr>
              <a:defRPr sz="1600">
                <a:solidFill>
                  <a:schemeClr val="accent2">
                    <a:lumMod val="75000"/>
                  </a:schemeClr>
                </a:solidFill>
              </a:defRPr>
            </a:pPr>
            <a:r>
              <a:rPr lang="en-US" sz="1600">
                <a:solidFill>
                  <a:schemeClr val="accent2">
                    <a:lumMod val="75000"/>
                  </a:schemeClr>
                </a:solidFill>
              </a:rPr>
              <a:t>City-wise Fruit Buying Preference</a:t>
            </a:r>
          </a:p>
        </c:rich>
      </c:tx>
      <c:layout>
        <c:manualLayout>
          <c:xMode val="edge"/>
          <c:yMode val="edge"/>
          <c:x val="0.19589191577338619"/>
          <c:y val="3.1694309072108677E-2"/>
        </c:manualLayout>
      </c:layout>
      <c:overlay val="0"/>
    </c:title>
    <c:autoTitleDeleted val="0"/>
    <c:plotArea>
      <c:layout/>
      <c:barChart>
        <c:barDir val="col"/>
        <c:grouping val="clustered"/>
        <c:varyColors val="0"/>
        <c:ser>
          <c:idx val="0"/>
          <c:order val="0"/>
          <c:tx>
            <c:strRef>
              <c:f>Sheet1!$C$4</c:f>
              <c:strCache>
                <c:ptCount val="1"/>
                <c:pt idx="0">
                  <c:v>Organic</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Sheet1!$B$5:$B$9</c:f>
              <c:strCache>
                <c:ptCount val="5"/>
                <c:pt idx="0">
                  <c:v>Delhi NCR</c:v>
                </c:pt>
                <c:pt idx="1">
                  <c:v>Mumbai</c:v>
                </c:pt>
                <c:pt idx="2">
                  <c:v>Kolkata</c:v>
                </c:pt>
                <c:pt idx="3">
                  <c:v>Hyderabad</c:v>
                </c:pt>
                <c:pt idx="4">
                  <c:v>Chennai</c:v>
                </c:pt>
              </c:strCache>
            </c:strRef>
          </c:cat>
          <c:val>
            <c:numRef>
              <c:f>Sheet1!$C$5:$C$9</c:f>
              <c:numCache>
                <c:formatCode>General</c:formatCode>
                <c:ptCount val="5"/>
                <c:pt idx="0">
                  <c:v>141</c:v>
                </c:pt>
                <c:pt idx="1">
                  <c:v>93</c:v>
                </c:pt>
                <c:pt idx="2">
                  <c:v>156</c:v>
                </c:pt>
                <c:pt idx="3">
                  <c:v>185</c:v>
                </c:pt>
                <c:pt idx="4">
                  <c:v>182</c:v>
                </c:pt>
              </c:numCache>
            </c:numRef>
          </c:val>
          <c:extLst>
            <c:ext xmlns:c16="http://schemas.microsoft.com/office/drawing/2014/chart" uri="{C3380CC4-5D6E-409C-BE32-E72D297353CC}">
              <c16:uniqueId val="{00000000-46F0-416F-999C-59007A38D2EA}"/>
            </c:ext>
          </c:extLst>
        </c:ser>
        <c:ser>
          <c:idx val="1"/>
          <c:order val="1"/>
          <c:tx>
            <c:strRef>
              <c:f>Sheet1!$D$4</c:f>
              <c:strCache>
                <c:ptCount val="1"/>
                <c:pt idx="0">
                  <c:v>Organic and Inorganic</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Sheet1!$B$5:$B$9</c:f>
              <c:strCache>
                <c:ptCount val="5"/>
                <c:pt idx="0">
                  <c:v>Delhi NCR</c:v>
                </c:pt>
                <c:pt idx="1">
                  <c:v>Mumbai</c:v>
                </c:pt>
                <c:pt idx="2">
                  <c:v>Kolkata</c:v>
                </c:pt>
                <c:pt idx="3">
                  <c:v>Hyderabad</c:v>
                </c:pt>
                <c:pt idx="4">
                  <c:v>Chennai</c:v>
                </c:pt>
              </c:strCache>
            </c:strRef>
          </c:cat>
          <c:val>
            <c:numRef>
              <c:f>Sheet1!$D$5:$D$9</c:f>
              <c:numCache>
                <c:formatCode>General</c:formatCode>
                <c:ptCount val="5"/>
                <c:pt idx="0">
                  <c:v>5</c:v>
                </c:pt>
                <c:pt idx="1">
                  <c:v>0</c:v>
                </c:pt>
                <c:pt idx="2">
                  <c:v>0</c:v>
                </c:pt>
                <c:pt idx="3">
                  <c:v>5</c:v>
                </c:pt>
                <c:pt idx="4">
                  <c:v>12</c:v>
                </c:pt>
              </c:numCache>
            </c:numRef>
          </c:val>
          <c:extLst>
            <c:ext xmlns:c16="http://schemas.microsoft.com/office/drawing/2014/chart" uri="{C3380CC4-5D6E-409C-BE32-E72D297353CC}">
              <c16:uniqueId val="{00000001-46F0-416F-999C-59007A38D2EA}"/>
            </c:ext>
          </c:extLst>
        </c:ser>
        <c:ser>
          <c:idx val="2"/>
          <c:order val="2"/>
          <c:tx>
            <c:strRef>
              <c:f>Sheet1!$E$4</c:f>
              <c:strCache>
                <c:ptCount val="1"/>
                <c:pt idx="0">
                  <c:v>Inorganic</c:v>
                </c:pt>
              </c:strCache>
            </c:strRef>
          </c:tx>
          <c:invertIfNegative val="0"/>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Sheet1!$B$5:$B$9</c:f>
              <c:strCache>
                <c:ptCount val="5"/>
                <c:pt idx="0">
                  <c:v>Delhi NCR</c:v>
                </c:pt>
                <c:pt idx="1">
                  <c:v>Mumbai</c:v>
                </c:pt>
                <c:pt idx="2">
                  <c:v>Kolkata</c:v>
                </c:pt>
                <c:pt idx="3">
                  <c:v>Hyderabad</c:v>
                </c:pt>
                <c:pt idx="4">
                  <c:v>Chennai</c:v>
                </c:pt>
              </c:strCache>
            </c:strRef>
          </c:cat>
          <c:val>
            <c:numRef>
              <c:f>Sheet1!$E$5:$E$9</c:f>
              <c:numCache>
                <c:formatCode>General</c:formatCode>
                <c:ptCount val="5"/>
                <c:pt idx="0">
                  <c:v>54</c:v>
                </c:pt>
                <c:pt idx="1">
                  <c:v>104</c:v>
                </c:pt>
                <c:pt idx="2">
                  <c:v>44</c:v>
                </c:pt>
                <c:pt idx="3">
                  <c:v>8</c:v>
                </c:pt>
                <c:pt idx="4">
                  <c:v>6</c:v>
                </c:pt>
              </c:numCache>
            </c:numRef>
          </c:val>
          <c:extLst>
            <c:ext xmlns:c16="http://schemas.microsoft.com/office/drawing/2014/chart" uri="{C3380CC4-5D6E-409C-BE32-E72D297353CC}">
              <c16:uniqueId val="{00000002-46F0-416F-999C-59007A38D2EA}"/>
            </c:ext>
          </c:extLst>
        </c:ser>
        <c:dLbls>
          <c:showLegendKey val="0"/>
          <c:showVal val="1"/>
          <c:showCatName val="0"/>
          <c:showSerName val="0"/>
          <c:showPercent val="0"/>
          <c:showBubbleSize val="0"/>
        </c:dLbls>
        <c:gapWidth val="150"/>
        <c:axId val="113238016"/>
        <c:axId val="113239552"/>
      </c:barChart>
      <c:catAx>
        <c:axId val="113238016"/>
        <c:scaling>
          <c:orientation val="minMax"/>
        </c:scaling>
        <c:delete val="0"/>
        <c:axPos val="b"/>
        <c:numFmt formatCode="General" sourceLinked="0"/>
        <c:majorTickMark val="none"/>
        <c:minorTickMark val="none"/>
        <c:tickLblPos val="nextTo"/>
        <c:crossAx val="113239552"/>
        <c:crosses val="autoZero"/>
        <c:auto val="1"/>
        <c:lblAlgn val="ctr"/>
        <c:lblOffset val="100"/>
        <c:noMultiLvlLbl val="0"/>
      </c:catAx>
      <c:valAx>
        <c:axId val="113239552"/>
        <c:scaling>
          <c:orientation val="minMax"/>
        </c:scaling>
        <c:delete val="1"/>
        <c:axPos val="l"/>
        <c:numFmt formatCode="General" sourceLinked="1"/>
        <c:majorTickMark val="none"/>
        <c:minorTickMark val="none"/>
        <c:tickLblPos val="none"/>
        <c:crossAx val="113238016"/>
        <c:crosses val="autoZero"/>
        <c:crossBetween val="between"/>
      </c:valAx>
    </c:plotArea>
    <c:legend>
      <c:legendPos val="r"/>
      <c:layout>
        <c:manualLayout>
          <c:xMode val="edge"/>
          <c:yMode val="edge"/>
          <c:x val="0.68294581409379063"/>
          <c:y val="0.43036212049374967"/>
          <c:w val="0.29297282503753636"/>
          <c:h val="0.24396719623225493"/>
        </c:manualLayout>
      </c:layout>
      <c:overlay val="0"/>
    </c:legend>
    <c:plotVisOnly val="1"/>
    <c:dispBlanksAs val="gap"/>
    <c:showDLblsOverMax val="0"/>
  </c:chart>
  <c:spPr>
    <a:ln>
      <a:solidFill>
        <a:schemeClr val="accent2">
          <a:lumMod val="75000"/>
        </a:schemeClr>
      </a:solidFill>
    </a:ln>
  </c:spPr>
  <c:txPr>
    <a:bodyPr/>
    <a:lstStyle/>
    <a:p>
      <a:pPr>
        <a:defRPr sz="1400"/>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image" Target="../media/image27.png"/></Relationships>
</file>

<file path=ppt/diagrams/_rels/data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image" Target="../media/image34.png"/><Relationship Id="rId5" Type="http://schemas.openxmlformats.org/officeDocument/2006/relationships/image" Target="../media/image38.jpeg"/><Relationship Id="rId4" Type="http://schemas.openxmlformats.org/officeDocument/2006/relationships/image" Target="../media/image37.jpeg"/></Relationships>
</file>

<file path=ppt/diagrams/_rels/drawing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image" Target="../media/image27.png"/></Relationships>
</file>

<file path=ppt/diagrams/_rels/drawing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image" Target="../media/image34.png"/><Relationship Id="rId5" Type="http://schemas.openxmlformats.org/officeDocument/2006/relationships/image" Target="../media/image38.jpeg"/><Relationship Id="rId4" Type="http://schemas.openxmlformats.org/officeDocument/2006/relationships/image" Target="../media/image37.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6_5">
  <dgm:title val=""/>
  <dgm:desc val=""/>
  <dgm:catLst>
    <dgm:cat type="accent6" pri="11500"/>
  </dgm:catLst>
  <dgm:styleLbl name="node0">
    <dgm:fillClrLst meth="cycle">
      <a:schemeClr val="accent6">
        <a:alpha val="80000"/>
      </a:schemeClr>
    </dgm:fillClrLst>
    <dgm:linClrLst meth="repeat">
      <a:schemeClr val="lt1"/>
    </dgm:linClrLst>
    <dgm:effectClrLst/>
    <dgm:txLinClrLst/>
    <dgm:txFillClrLst/>
    <dgm:txEffectClrLst/>
  </dgm:styleLbl>
  <dgm:styleLbl name="alignNode1">
    <dgm:fillClrLst>
      <a:schemeClr val="accent6">
        <a:alpha val="90000"/>
      </a:schemeClr>
      <a:schemeClr val="accent6">
        <a:alpha val="50000"/>
      </a:schemeClr>
    </dgm:fillClrLst>
    <dgm:linClrLst>
      <a:schemeClr val="accent6">
        <a:alpha val="90000"/>
      </a:schemeClr>
      <a:schemeClr val="accent6">
        <a:alpha val="50000"/>
      </a:schemeClr>
    </dgm:linClrLst>
    <dgm:effectClrLst/>
    <dgm:txLinClrLst/>
    <dgm:txFillClrLst/>
    <dgm:txEffectClrLst/>
  </dgm:styleLbl>
  <dgm:styleLbl name="node1">
    <dgm:fillClrLst>
      <a:schemeClr val="accent6">
        <a:alpha val="90000"/>
      </a:schemeClr>
      <a:schemeClr val="accent6">
        <a:alpha val="50000"/>
      </a:schemeClr>
    </dgm:fillClrLst>
    <dgm:linClrLst meth="repeat">
      <a:schemeClr val="lt1"/>
    </dgm:linClrLst>
    <dgm:effectClrLst/>
    <dgm:txLinClrLst/>
    <dgm:txFillClrLst/>
    <dgm:txEffectClrLst/>
  </dgm:styleLbl>
  <dgm:styleLbl name="lnNode1">
    <dgm:fillClrLst>
      <a:schemeClr val="accent6">
        <a:shade val="90000"/>
      </a:schemeClr>
      <a:schemeClr val="accent6">
        <a:tint val="50000"/>
        <a:alpha val="50000"/>
      </a:schemeClr>
    </dgm:fillClrLst>
    <dgm:linClrLst meth="repeat">
      <a:schemeClr val="lt1"/>
    </dgm:linClrLst>
    <dgm:effectClrLst/>
    <dgm:txLinClrLst/>
    <dgm:txFillClrLst/>
    <dgm:txEffectClrLst/>
  </dgm:styleLbl>
  <dgm:styleLbl name="vennNode1">
    <dgm:fillClrLst>
      <a:schemeClr val="accent6">
        <a:shade val="80000"/>
        <a:alpha val="50000"/>
      </a:schemeClr>
      <a:schemeClr val="accent6">
        <a:alpha val="80000"/>
      </a:schemeClr>
    </dgm:fillClrLst>
    <dgm:linClrLst meth="repeat">
      <a:schemeClr val="lt1"/>
    </dgm:linClrLst>
    <dgm:effectClrLst/>
    <dgm:txLinClrLst/>
    <dgm:txFillClrLst/>
    <dgm:txEffectClrLst/>
  </dgm:styleLbl>
  <dgm:styleLbl name="node2">
    <dgm:fillClrLst>
      <a:schemeClr val="accent6">
        <a:alpha val="70000"/>
      </a:schemeClr>
    </dgm:fillClrLst>
    <dgm:linClrLst meth="repeat">
      <a:schemeClr val="lt1"/>
    </dgm:linClrLst>
    <dgm:effectClrLst/>
    <dgm:txLinClrLst/>
    <dgm:txFillClrLst/>
    <dgm:txEffectClrLst/>
  </dgm:styleLbl>
  <dgm:styleLbl name="node3">
    <dgm:fillClrLst>
      <a:schemeClr val="accent6">
        <a:alpha val="50000"/>
      </a:schemeClr>
    </dgm:fillClrLst>
    <dgm:linClrLst meth="repeat">
      <a:schemeClr val="lt1"/>
    </dgm:linClrLst>
    <dgm:effectClrLst/>
    <dgm:txLinClrLst/>
    <dgm:txFillClrLst/>
    <dgm:txEffectClrLst/>
  </dgm:styleLbl>
  <dgm:styleLbl name="node4">
    <dgm:fillClrLst>
      <a:schemeClr val="accent6">
        <a:alpha val="30000"/>
      </a:schemeClr>
    </dgm:fillClrLst>
    <dgm:linClrLst meth="repeat">
      <a:schemeClr val="lt1"/>
    </dgm:linClrLst>
    <dgm:effectClrLst/>
    <dgm:txLinClrLst/>
    <dgm:txFillClrLst/>
    <dgm:txEffectClrLst/>
  </dgm:styleLbl>
  <dgm:styleLbl name="fgImgPlace1">
    <dgm:fillClrLst>
      <a:schemeClr val="accent6">
        <a:tint val="50000"/>
        <a:alpha val="90000"/>
      </a:schemeClr>
      <a:schemeClr val="accent6">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6">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f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bgSibTrans2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dgm:txEffectClrLst/>
  </dgm:styleLbl>
  <dgm:styleLbl name="sibTrans1D1">
    <dgm:fillClrLst>
      <a:schemeClr val="accent6">
        <a:shade val="90000"/>
      </a:schemeClr>
      <a:schemeClr val="accent6">
        <a:tint val="50000"/>
      </a:schemeClr>
    </dgm:fillClrLst>
    <dgm:linClrLst>
      <a:schemeClr val="accent6">
        <a:shade val="90000"/>
      </a:schemeClr>
      <a:schemeClr val="accent6">
        <a:tint val="50000"/>
      </a:schemeClr>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accent6">
        <a:alpha val="90000"/>
      </a:schemeClr>
    </dgm:fillClrLst>
    <dgm:linClrLst meth="repeat">
      <a:schemeClr val="lt1"/>
    </dgm:linClrLst>
    <dgm:effectClrLst/>
    <dgm:txLinClrLst/>
    <dgm:txFillClrLst/>
    <dgm:txEffectClrLst/>
  </dgm:styleLbl>
  <dgm:styleLbl name="asst1">
    <dgm:fillClrLst meth="repeat">
      <a:schemeClr val="accent6">
        <a:alpha val="90000"/>
      </a:schemeClr>
    </dgm:fillClrLst>
    <dgm:linClrLst meth="repeat">
      <a:schemeClr val="lt1"/>
    </dgm:linClrLst>
    <dgm:effectClrLst/>
    <dgm:txLinClrLst/>
    <dgm:txFillClrLst/>
    <dgm:txEffectClrLst/>
  </dgm:styleLbl>
  <dgm:styleLbl name="asst2">
    <dgm:fillClrLst>
      <a:schemeClr val="accent6">
        <a:alpha val="90000"/>
      </a:schemeClr>
    </dgm:fillClrLst>
    <dgm:linClrLst meth="repeat">
      <a:schemeClr val="lt1"/>
    </dgm:linClrLst>
    <dgm:effectClrLst/>
    <dgm:txLinClrLst/>
    <dgm:txFillClrLst/>
    <dgm:txEffectClrLst/>
  </dgm:styleLbl>
  <dgm:styleLbl name="asst3">
    <dgm:fillClrLst>
      <a:schemeClr val="accent6">
        <a:alpha val="70000"/>
      </a:schemeClr>
    </dgm:fillClrLst>
    <dgm:linClrLst meth="repeat">
      <a:schemeClr val="lt1"/>
    </dgm:linClrLst>
    <dgm:effectClrLst/>
    <dgm:txLinClrLst/>
    <dgm:txFillClrLst/>
    <dgm:txEffectClrLst/>
  </dgm:styleLbl>
  <dgm:styleLbl name="asst4">
    <dgm:fillClrLst>
      <a:schemeClr val="accent6">
        <a:alpha val="50000"/>
      </a:schemeClr>
    </dgm:fillClrLst>
    <dgm:linClrLst meth="repeat">
      <a:schemeClr val="lt1"/>
    </dgm:linClrLst>
    <dgm:effectClrLst/>
    <dgm:txLinClrLst/>
    <dgm:txFillClrLst/>
    <dgm:txEffectClrLst/>
  </dgm:styleLbl>
  <dgm:styleLbl name="parChTrans2D1">
    <dgm:fillClrLst meth="repeat">
      <a:schemeClr val="accent6">
        <a:shade val="80000"/>
      </a:schemeClr>
    </dgm:fillClrLst>
    <dgm:linClrLst meth="repeat">
      <a:schemeClr val="accent6">
        <a:shade val="80000"/>
      </a:schemeClr>
    </dgm:linClrLst>
    <dgm:effectClrLst/>
    <dgm:txLinClrLst/>
    <dgm:txFillClrLst/>
    <dgm:txEffectClrLst/>
  </dgm:styleLbl>
  <dgm:styleLbl name="parChTrans2D2">
    <dgm:fillClrLst meth="repeat">
      <a:schemeClr val="accent6">
        <a:tint val="90000"/>
      </a:schemeClr>
    </dgm:fillClrLst>
    <dgm:linClrLst meth="repeat">
      <a:schemeClr val="accent6">
        <a:tint val="90000"/>
      </a:schemeClr>
    </dgm:linClrLst>
    <dgm:effectClrLst/>
    <dgm:txLinClrLst/>
    <dgm:txFillClrLst/>
    <dgm:txEffectClrLst/>
  </dgm:styleLbl>
  <dgm:styleLbl name="parChTrans2D3">
    <dgm:fillClrLst meth="repeat">
      <a:schemeClr val="accent6">
        <a:tint val="70000"/>
      </a:schemeClr>
    </dgm:fillClrLst>
    <dgm:linClrLst meth="repeat">
      <a:schemeClr val="accent6">
        <a:tint val="70000"/>
      </a:schemeClr>
    </dgm:linClrLst>
    <dgm:effectClrLst/>
    <dgm:txLinClrLst/>
    <dgm:txFillClrLst/>
    <dgm:txEffectClrLst/>
  </dgm:styleLbl>
  <dgm:styleLbl name="parChTrans2D4">
    <dgm:fillClrLst meth="repeat">
      <a:schemeClr val="accent6">
        <a:tint val="50000"/>
      </a:schemeClr>
    </dgm:fillClrLst>
    <dgm:linClrLst meth="repeat">
      <a:schemeClr val="accent6">
        <a:tint val="50000"/>
      </a:schemeClr>
    </dgm:linClrLst>
    <dgm:effectClrLst/>
    <dgm:txLinClrLst/>
    <dgm:txFillClrLst meth="repeat">
      <a:schemeClr val="dk1"/>
    </dgm:txFillClrLst>
    <dgm:txEffectClrLst/>
  </dgm:styleLbl>
  <dgm:styleLbl name="parChTrans1D1">
    <dgm:fillClrLst meth="repeat">
      <a:schemeClr val="accent6">
        <a:shade val="80000"/>
      </a:schemeClr>
    </dgm:fillClrLst>
    <dgm:linClrLst meth="repeat">
      <a:schemeClr val="accent6">
        <a:shade val="80000"/>
      </a:schemeClr>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a:tint val="90000"/>
      </a:schemeClr>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6">
        <a:tint val="70000"/>
      </a:schemeClr>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6">
        <a:alpha val="90000"/>
      </a:schemeClr>
      <a:schemeClr val="accent6">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a:schemeClr val="accent6">
        <a:alpha val="90000"/>
        <a:tint val="40000"/>
      </a:schemeClr>
      <a:schemeClr val="accent6">
        <a:alpha val="5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a:tint val="50000"/>
      </a:schemeClr>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6">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4D0AE4B-3FE3-4B3F-89C4-80A156798565}" type="doc">
      <dgm:prSet loTypeId="urn:microsoft.com/office/officeart/2005/8/layout/arrow6" loCatId="process" qsTypeId="urn:microsoft.com/office/officeart/2005/8/quickstyle/simple1" qsCatId="simple" csTypeId="urn:microsoft.com/office/officeart/2005/8/colors/accent1_2" csCatId="accent1" phldr="1"/>
      <dgm:spPr/>
      <dgm:t>
        <a:bodyPr/>
        <a:lstStyle/>
        <a:p>
          <a:endParaRPr lang="en-IN"/>
        </a:p>
      </dgm:t>
    </dgm:pt>
    <dgm:pt modelId="{E9F0B9C6-4752-4EE9-8B62-E0EAA0241B7A}">
      <dgm:prSet phldrT="[Text]" custT="1"/>
      <dgm:spPr/>
      <dgm:t>
        <a:bodyPr/>
        <a:lstStyle/>
        <a:p>
          <a:r>
            <a:rPr lang="en-GB" sz="1000" b="1" dirty="0">
              <a:solidFill>
                <a:schemeClr val="accent1">
                  <a:lumMod val="50000"/>
                </a:schemeClr>
              </a:solidFill>
            </a:rPr>
            <a:t>Market Research</a:t>
          </a:r>
          <a:endParaRPr lang="en-IN" sz="1000" b="1" dirty="0">
            <a:solidFill>
              <a:schemeClr val="accent1">
                <a:lumMod val="50000"/>
              </a:schemeClr>
            </a:solidFill>
          </a:endParaRPr>
        </a:p>
      </dgm:t>
    </dgm:pt>
    <dgm:pt modelId="{EA43E073-D52E-414B-9610-A4A323A8EF09}" type="parTrans" cxnId="{3E1B10E5-9DA5-4A54-A5F9-3CDDD13CD2B8}">
      <dgm:prSet/>
      <dgm:spPr/>
      <dgm:t>
        <a:bodyPr/>
        <a:lstStyle/>
        <a:p>
          <a:endParaRPr lang="en-IN"/>
        </a:p>
      </dgm:t>
    </dgm:pt>
    <dgm:pt modelId="{C4F2EEE4-1C26-4E06-84CA-8144003C4194}" type="sibTrans" cxnId="{3E1B10E5-9DA5-4A54-A5F9-3CDDD13CD2B8}">
      <dgm:prSet/>
      <dgm:spPr/>
      <dgm:t>
        <a:bodyPr/>
        <a:lstStyle/>
        <a:p>
          <a:endParaRPr lang="en-IN"/>
        </a:p>
      </dgm:t>
    </dgm:pt>
    <dgm:pt modelId="{B744339C-DE85-45FA-A2E9-EB4F896CC563}">
      <dgm:prSet phldrT="[Text]" custT="1"/>
      <dgm:spPr/>
      <dgm:t>
        <a:bodyPr/>
        <a:lstStyle/>
        <a:p>
          <a:r>
            <a:rPr lang="en-GB" sz="1000" b="1" dirty="0">
              <a:solidFill>
                <a:schemeClr val="accent1">
                  <a:lumMod val="50000"/>
                </a:schemeClr>
              </a:solidFill>
            </a:rPr>
            <a:t>Primary Research</a:t>
          </a:r>
          <a:endParaRPr lang="en-IN" sz="1000" b="1" dirty="0">
            <a:solidFill>
              <a:schemeClr val="accent1">
                <a:lumMod val="50000"/>
              </a:schemeClr>
            </a:solidFill>
          </a:endParaRPr>
        </a:p>
      </dgm:t>
    </dgm:pt>
    <dgm:pt modelId="{4781F1A3-4B15-47B2-A165-D09AF6F44857}" type="parTrans" cxnId="{DE2EDFDE-5EA6-4843-9CD0-B7866DF12595}">
      <dgm:prSet/>
      <dgm:spPr/>
      <dgm:t>
        <a:bodyPr/>
        <a:lstStyle/>
        <a:p>
          <a:endParaRPr lang="en-IN"/>
        </a:p>
      </dgm:t>
    </dgm:pt>
    <dgm:pt modelId="{88F8A0E8-E81C-47C3-8333-E48C268324AC}" type="sibTrans" cxnId="{DE2EDFDE-5EA6-4843-9CD0-B7866DF12595}">
      <dgm:prSet/>
      <dgm:spPr/>
      <dgm:t>
        <a:bodyPr/>
        <a:lstStyle/>
        <a:p>
          <a:endParaRPr lang="en-IN"/>
        </a:p>
      </dgm:t>
    </dgm:pt>
    <dgm:pt modelId="{BAFF7CCC-163C-4E4F-9F94-2DB09E28F55F}" type="pres">
      <dgm:prSet presAssocID="{E4D0AE4B-3FE3-4B3F-89C4-80A156798565}" presName="compositeShape" presStyleCnt="0">
        <dgm:presLayoutVars>
          <dgm:chMax val="2"/>
          <dgm:dir/>
          <dgm:resizeHandles val="exact"/>
        </dgm:presLayoutVars>
      </dgm:prSet>
      <dgm:spPr/>
    </dgm:pt>
    <dgm:pt modelId="{3A181063-15B6-49FB-8F70-86B3BADB3B0F}" type="pres">
      <dgm:prSet presAssocID="{E4D0AE4B-3FE3-4B3F-89C4-80A156798565}" presName="ribbon" presStyleLbl="node1" presStyleIdx="0" presStyleCnt="1" custScaleX="128663" custScaleY="100000" custLinFactNeighborX="221" custLinFactNeighborY="-2200"/>
      <dgm:spPr>
        <a:solidFill>
          <a:schemeClr val="accent1">
            <a:lumMod val="40000"/>
            <a:lumOff val="60000"/>
          </a:schemeClr>
        </a:solidFill>
      </dgm:spPr>
    </dgm:pt>
    <dgm:pt modelId="{B3AE3E2E-FB9F-4F2A-BF6E-2ACCB5C5674A}" type="pres">
      <dgm:prSet presAssocID="{E4D0AE4B-3FE3-4B3F-89C4-80A156798565}" presName="leftArrowText" presStyleLbl="node1" presStyleIdx="0" presStyleCnt="1" custScaleX="91036">
        <dgm:presLayoutVars>
          <dgm:chMax val="0"/>
          <dgm:bulletEnabled val="1"/>
        </dgm:presLayoutVars>
      </dgm:prSet>
      <dgm:spPr/>
    </dgm:pt>
    <dgm:pt modelId="{03E301B6-74D8-40B4-A57A-27C6C5C70D64}" type="pres">
      <dgm:prSet presAssocID="{E4D0AE4B-3FE3-4B3F-89C4-80A156798565}" presName="rightArrowText" presStyleLbl="node1" presStyleIdx="0" presStyleCnt="1" custScaleX="71518">
        <dgm:presLayoutVars>
          <dgm:chMax val="0"/>
          <dgm:bulletEnabled val="1"/>
        </dgm:presLayoutVars>
      </dgm:prSet>
      <dgm:spPr/>
    </dgm:pt>
  </dgm:ptLst>
  <dgm:cxnLst>
    <dgm:cxn modelId="{C9B7DD64-20D7-4432-92F1-CBCAC0B85A16}" type="presOf" srcId="{E9F0B9C6-4752-4EE9-8B62-E0EAA0241B7A}" destId="{B3AE3E2E-FB9F-4F2A-BF6E-2ACCB5C5674A}" srcOrd="0" destOrd="0" presId="urn:microsoft.com/office/officeart/2005/8/layout/arrow6"/>
    <dgm:cxn modelId="{73F20F70-B86D-4AC7-A510-E6546F80E605}" type="presOf" srcId="{E4D0AE4B-3FE3-4B3F-89C4-80A156798565}" destId="{BAFF7CCC-163C-4E4F-9F94-2DB09E28F55F}" srcOrd="0" destOrd="0" presId="urn:microsoft.com/office/officeart/2005/8/layout/arrow6"/>
    <dgm:cxn modelId="{A1777077-DD5F-44DF-AEE4-6AFFC8068E2A}" type="presOf" srcId="{B744339C-DE85-45FA-A2E9-EB4F896CC563}" destId="{03E301B6-74D8-40B4-A57A-27C6C5C70D64}" srcOrd="0" destOrd="0" presId="urn:microsoft.com/office/officeart/2005/8/layout/arrow6"/>
    <dgm:cxn modelId="{DE2EDFDE-5EA6-4843-9CD0-B7866DF12595}" srcId="{E4D0AE4B-3FE3-4B3F-89C4-80A156798565}" destId="{B744339C-DE85-45FA-A2E9-EB4F896CC563}" srcOrd="1" destOrd="0" parTransId="{4781F1A3-4B15-47B2-A165-D09AF6F44857}" sibTransId="{88F8A0E8-E81C-47C3-8333-E48C268324AC}"/>
    <dgm:cxn modelId="{3E1B10E5-9DA5-4A54-A5F9-3CDDD13CD2B8}" srcId="{E4D0AE4B-3FE3-4B3F-89C4-80A156798565}" destId="{E9F0B9C6-4752-4EE9-8B62-E0EAA0241B7A}" srcOrd="0" destOrd="0" parTransId="{EA43E073-D52E-414B-9610-A4A323A8EF09}" sibTransId="{C4F2EEE4-1C26-4E06-84CA-8144003C4194}"/>
    <dgm:cxn modelId="{CDEA6801-BA39-4A52-B620-681AE3E6BEF6}" type="presParOf" srcId="{BAFF7CCC-163C-4E4F-9F94-2DB09E28F55F}" destId="{3A181063-15B6-49FB-8F70-86B3BADB3B0F}" srcOrd="0" destOrd="0" presId="urn:microsoft.com/office/officeart/2005/8/layout/arrow6"/>
    <dgm:cxn modelId="{16AB2A92-25CE-4CBA-ADEB-D8B98CC208AD}" type="presParOf" srcId="{BAFF7CCC-163C-4E4F-9F94-2DB09E28F55F}" destId="{B3AE3E2E-FB9F-4F2A-BF6E-2ACCB5C5674A}" srcOrd="1" destOrd="0" presId="urn:microsoft.com/office/officeart/2005/8/layout/arrow6"/>
    <dgm:cxn modelId="{F0B6BF85-4955-474F-986D-B87DD8D5F15C}" type="presParOf" srcId="{BAFF7CCC-163C-4E4F-9F94-2DB09E28F55F}" destId="{03E301B6-74D8-40B4-A57A-27C6C5C70D64}" srcOrd="2" destOrd="0" presId="urn:microsoft.com/office/officeart/2005/8/layout/arrow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E9F198-23BF-4490-BEEA-24D5220EC000}" type="doc">
      <dgm:prSet loTypeId="urn:microsoft.com/office/officeart/2005/8/layout/arrow6" loCatId="process" qsTypeId="urn:microsoft.com/office/officeart/2005/8/quickstyle/simple1" qsCatId="simple" csTypeId="urn:microsoft.com/office/officeart/2005/8/colors/accent1_2" csCatId="accent1" phldr="1"/>
      <dgm:spPr/>
      <dgm:t>
        <a:bodyPr/>
        <a:lstStyle/>
        <a:p>
          <a:endParaRPr lang="en-IN"/>
        </a:p>
      </dgm:t>
    </dgm:pt>
    <dgm:pt modelId="{3291D6D4-5402-4380-A20C-BCF99855BD9E}">
      <dgm:prSet phldrT="[Text]" custT="1"/>
      <dgm:spPr/>
      <dgm:t>
        <a:bodyPr/>
        <a:lstStyle/>
        <a:p>
          <a:r>
            <a:rPr lang="en-GB" sz="1000" b="1" dirty="0">
              <a:solidFill>
                <a:schemeClr val="tx2">
                  <a:lumMod val="75000"/>
                </a:schemeClr>
              </a:solidFill>
            </a:rPr>
            <a:t>Market Research</a:t>
          </a:r>
          <a:endParaRPr lang="en-IN" sz="1000" b="1" dirty="0">
            <a:solidFill>
              <a:schemeClr val="tx2">
                <a:lumMod val="75000"/>
              </a:schemeClr>
            </a:solidFill>
          </a:endParaRPr>
        </a:p>
      </dgm:t>
    </dgm:pt>
    <dgm:pt modelId="{6BF94914-909F-4E2F-945B-49DD196D27A0}" type="parTrans" cxnId="{372945BC-E5F2-4028-8ED2-296A510DEABD}">
      <dgm:prSet/>
      <dgm:spPr/>
      <dgm:t>
        <a:bodyPr/>
        <a:lstStyle/>
        <a:p>
          <a:endParaRPr lang="en-IN"/>
        </a:p>
      </dgm:t>
    </dgm:pt>
    <dgm:pt modelId="{32E6FEB1-2D8B-4A77-814B-DF0AA62B9D50}" type="sibTrans" cxnId="{372945BC-E5F2-4028-8ED2-296A510DEABD}">
      <dgm:prSet/>
      <dgm:spPr/>
      <dgm:t>
        <a:bodyPr/>
        <a:lstStyle/>
        <a:p>
          <a:endParaRPr lang="en-IN"/>
        </a:p>
      </dgm:t>
    </dgm:pt>
    <dgm:pt modelId="{5C530D9C-5A2D-47B0-9B38-C0E3192105E0}">
      <dgm:prSet phldrT="[Text]" custT="1"/>
      <dgm:spPr/>
      <dgm:t>
        <a:bodyPr/>
        <a:lstStyle/>
        <a:p>
          <a:r>
            <a:rPr lang="en-GB" sz="1000" b="1" dirty="0">
              <a:solidFill>
                <a:schemeClr val="tx2">
                  <a:lumMod val="75000"/>
                </a:schemeClr>
              </a:solidFill>
            </a:rPr>
            <a:t>Secondary Research</a:t>
          </a:r>
          <a:endParaRPr lang="en-IN" sz="1000" b="1" dirty="0">
            <a:solidFill>
              <a:schemeClr val="tx2">
                <a:lumMod val="75000"/>
              </a:schemeClr>
            </a:solidFill>
          </a:endParaRPr>
        </a:p>
      </dgm:t>
    </dgm:pt>
    <dgm:pt modelId="{005C768D-6925-4BF9-AFC2-02E2D686F3ED}" type="parTrans" cxnId="{D96A5408-87E6-48C4-81B8-1B8953EF1E83}">
      <dgm:prSet/>
      <dgm:spPr/>
      <dgm:t>
        <a:bodyPr/>
        <a:lstStyle/>
        <a:p>
          <a:endParaRPr lang="en-IN"/>
        </a:p>
      </dgm:t>
    </dgm:pt>
    <dgm:pt modelId="{B74EB17C-CA72-4370-BA71-73F814BF863C}" type="sibTrans" cxnId="{D96A5408-87E6-48C4-81B8-1B8953EF1E83}">
      <dgm:prSet/>
      <dgm:spPr/>
      <dgm:t>
        <a:bodyPr/>
        <a:lstStyle/>
        <a:p>
          <a:endParaRPr lang="en-IN"/>
        </a:p>
      </dgm:t>
    </dgm:pt>
    <dgm:pt modelId="{3D9B68EE-03DC-4F4E-A912-6BE23F359A0C}" type="pres">
      <dgm:prSet presAssocID="{7BE9F198-23BF-4490-BEEA-24D5220EC000}" presName="compositeShape" presStyleCnt="0">
        <dgm:presLayoutVars>
          <dgm:chMax val="2"/>
          <dgm:dir/>
          <dgm:resizeHandles val="exact"/>
        </dgm:presLayoutVars>
      </dgm:prSet>
      <dgm:spPr/>
    </dgm:pt>
    <dgm:pt modelId="{0C281B51-12A7-4900-A75D-84F644B70D79}" type="pres">
      <dgm:prSet presAssocID="{7BE9F198-23BF-4490-BEEA-24D5220EC000}" presName="ribbon" presStyleLbl="node1" presStyleIdx="0" presStyleCnt="1" custScaleX="131771" custScaleY="100000"/>
      <dgm:spPr>
        <a:solidFill>
          <a:schemeClr val="accent1">
            <a:lumMod val="40000"/>
            <a:lumOff val="60000"/>
          </a:schemeClr>
        </a:solidFill>
      </dgm:spPr>
    </dgm:pt>
    <dgm:pt modelId="{9EB5F235-089B-40F3-A24A-47E7C7DC8C8D}" type="pres">
      <dgm:prSet presAssocID="{7BE9F198-23BF-4490-BEEA-24D5220EC000}" presName="leftArrowText" presStyleLbl="node1" presStyleIdx="0" presStyleCnt="1">
        <dgm:presLayoutVars>
          <dgm:chMax val="0"/>
          <dgm:bulletEnabled val="1"/>
        </dgm:presLayoutVars>
      </dgm:prSet>
      <dgm:spPr/>
    </dgm:pt>
    <dgm:pt modelId="{4F47B45F-9021-4AB8-BD82-858FC1A152BE}" type="pres">
      <dgm:prSet presAssocID="{7BE9F198-23BF-4490-BEEA-24D5220EC000}" presName="rightArrowText" presStyleLbl="node1" presStyleIdx="0" presStyleCnt="1">
        <dgm:presLayoutVars>
          <dgm:chMax val="0"/>
          <dgm:bulletEnabled val="1"/>
        </dgm:presLayoutVars>
      </dgm:prSet>
      <dgm:spPr/>
    </dgm:pt>
  </dgm:ptLst>
  <dgm:cxnLst>
    <dgm:cxn modelId="{D96A5408-87E6-48C4-81B8-1B8953EF1E83}" srcId="{7BE9F198-23BF-4490-BEEA-24D5220EC000}" destId="{5C530D9C-5A2D-47B0-9B38-C0E3192105E0}" srcOrd="1" destOrd="0" parTransId="{005C768D-6925-4BF9-AFC2-02E2D686F3ED}" sibTransId="{B74EB17C-CA72-4370-BA71-73F814BF863C}"/>
    <dgm:cxn modelId="{25ACEF2E-840F-4E70-87F6-038A06B163D8}" type="presOf" srcId="{5C530D9C-5A2D-47B0-9B38-C0E3192105E0}" destId="{4F47B45F-9021-4AB8-BD82-858FC1A152BE}" srcOrd="0" destOrd="0" presId="urn:microsoft.com/office/officeart/2005/8/layout/arrow6"/>
    <dgm:cxn modelId="{B5FDDC8E-37DE-4714-9DE3-04A896309298}" type="presOf" srcId="{3291D6D4-5402-4380-A20C-BCF99855BD9E}" destId="{9EB5F235-089B-40F3-A24A-47E7C7DC8C8D}" srcOrd="0" destOrd="0" presId="urn:microsoft.com/office/officeart/2005/8/layout/arrow6"/>
    <dgm:cxn modelId="{372945BC-E5F2-4028-8ED2-296A510DEABD}" srcId="{7BE9F198-23BF-4490-BEEA-24D5220EC000}" destId="{3291D6D4-5402-4380-A20C-BCF99855BD9E}" srcOrd="0" destOrd="0" parTransId="{6BF94914-909F-4E2F-945B-49DD196D27A0}" sibTransId="{32E6FEB1-2D8B-4A77-814B-DF0AA62B9D50}"/>
    <dgm:cxn modelId="{9F54A0CF-DCED-4205-843D-7B91245E2658}" type="presOf" srcId="{7BE9F198-23BF-4490-BEEA-24D5220EC000}" destId="{3D9B68EE-03DC-4F4E-A912-6BE23F359A0C}" srcOrd="0" destOrd="0" presId="urn:microsoft.com/office/officeart/2005/8/layout/arrow6"/>
    <dgm:cxn modelId="{60FD738C-CE36-4CA9-A211-57494F54E07C}" type="presParOf" srcId="{3D9B68EE-03DC-4F4E-A912-6BE23F359A0C}" destId="{0C281B51-12A7-4900-A75D-84F644B70D79}" srcOrd="0" destOrd="0" presId="urn:microsoft.com/office/officeart/2005/8/layout/arrow6"/>
    <dgm:cxn modelId="{23F724DF-7B44-4695-8868-D5C0BA4D7E5D}" type="presParOf" srcId="{3D9B68EE-03DC-4F4E-A912-6BE23F359A0C}" destId="{9EB5F235-089B-40F3-A24A-47E7C7DC8C8D}" srcOrd="1" destOrd="0" presId="urn:microsoft.com/office/officeart/2005/8/layout/arrow6"/>
    <dgm:cxn modelId="{C52E4193-AA7F-4B9D-9FE2-61315E84F4AD}" type="presParOf" srcId="{3D9B68EE-03DC-4F4E-A912-6BE23F359A0C}" destId="{4F47B45F-9021-4AB8-BD82-858FC1A152BE}" srcOrd="2" destOrd="0" presId="urn:microsoft.com/office/officeart/2005/8/layout/arrow6"/>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2E259B-99DD-42B7-B78D-5A3A0527D6B9}" type="doc">
      <dgm:prSet loTypeId="urn:microsoft.com/office/officeart/2005/8/layout/cycle6" loCatId="cycle" qsTypeId="urn:microsoft.com/office/officeart/2005/8/quickstyle/simple1" qsCatId="simple" csTypeId="urn:microsoft.com/office/officeart/2005/8/colors/accent1_2" csCatId="accent1" phldr="1"/>
      <dgm:spPr/>
      <dgm:t>
        <a:bodyPr/>
        <a:lstStyle/>
        <a:p>
          <a:endParaRPr lang="en-IN"/>
        </a:p>
      </dgm:t>
    </dgm:pt>
    <dgm:pt modelId="{410E9E60-179E-44AB-911C-1A135340F647}">
      <dgm:prSet phldrT="[Text]" custT="1"/>
      <dgm:spPr>
        <a:solidFill>
          <a:schemeClr val="tx2"/>
        </a:solidFill>
      </dgm:spPr>
      <dgm:t>
        <a:bodyPr/>
        <a:lstStyle/>
        <a:p>
          <a:r>
            <a:rPr lang="en-US" sz="1000" dirty="0"/>
            <a:t>Health/Fitness Clubs</a:t>
          </a:r>
          <a:endParaRPr lang="en-IN" sz="1000" dirty="0"/>
        </a:p>
      </dgm:t>
    </dgm:pt>
    <dgm:pt modelId="{C1A4D99F-D644-48E7-9983-5E1DBDA7D639}" type="parTrans" cxnId="{DA3DE71B-A54F-45FC-A04C-8F8D4383E7CB}">
      <dgm:prSet/>
      <dgm:spPr/>
      <dgm:t>
        <a:bodyPr/>
        <a:lstStyle/>
        <a:p>
          <a:endParaRPr lang="en-IN"/>
        </a:p>
      </dgm:t>
    </dgm:pt>
    <dgm:pt modelId="{33E02D93-466A-4ED3-B370-01D8B39A6490}" type="sibTrans" cxnId="{DA3DE71B-A54F-45FC-A04C-8F8D4383E7CB}">
      <dgm:prSet/>
      <dgm:spPr/>
      <dgm:t>
        <a:bodyPr/>
        <a:lstStyle/>
        <a:p>
          <a:endParaRPr lang="en-IN"/>
        </a:p>
      </dgm:t>
    </dgm:pt>
    <dgm:pt modelId="{CC224505-3925-4AFC-B476-27F3176E5DC1}">
      <dgm:prSet phldrT="[Text]" custT="1"/>
      <dgm:spPr>
        <a:solidFill>
          <a:schemeClr val="tx2"/>
        </a:solidFill>
      </dgm:spPr>
      <dgm:t>
        <a:bodyPr/>
        <a:lstStyle/>
        <a:p>
          <a:r>
            <a:rPr lang="en-US" sz="1000" dirty="0"/>
            <a:t>Lunch Box Services</a:t>
          </a:r>
          <a:endParaRPr lang="en-IN" sz="1000" dirty="0"/>
        </a:p>
      </dgm:t>
    </dgm:pt>
    <dgm:pt modelId="{D48298CA-CC85-4E03-9C8C-0CFC1194B492}" type="parTrans" cxnId="{69181531-0464-4D35-B35B-F58FB098070C}">
      <dgm:prSet/>
      <dgm:spPr/>
      <dgm:t>
        <a:bodyPr/>
        <a:lstStyle/>
        <a:p>
          <a:endParaRPr lang="en-IN"/>
        </a:p>
      </dgm:t>
    </dgm:pt>
    <dgm:pt modelId="{85480443-961D-4E33-A197-D2DEDF2880DB}" type="sibTrans" cxnId="{69181531-0464-4D35-B35B-F58FB098070C}">
      <dgm:prSet/>
      <dgm:spPr/>
      <dgm:t>
        <a:bodyPr/>
        <a:lstStyle/>
        <a:p>
          <a:endParaRPr lang="en-IN"/>
        </a:p>
      </dgm:t>
    </dgm:pt>
    <dgm:pt modelId="{D2B434FD-02F8-4ACD-B39B-899C3B2CB66E}">
      <dgm:prSet phldrT="[Text]" custT="1"/>
      <dgm:spPr>
        <a:solidFill>
          <a:schemeClr val="tx2"/>
        </a:solidFill>
      </dgm:spPr>
      <dgm:t>
        <a:bodyPr/>
        <a:lstStyle/>
        <a:p>
          <a:r>
            <a:rPr lang="en-US" sz="1000" dirty="0"/>
            <a:t>Detoxification Centers</a:t>
          </a:r>
          <a:endParaRPr lang="en-IN" sz="1000" dirty="0"/>
        </a:p>
      </dgm:t>
    </dgm:pt>
    <dgm:pt modelId="{6BB25709-6A7D-4B75-827F-E0E490803627}" type="parTrans" cxnId="{0C3D99D3-8C6C-4D70-86FF-C78758C35AF5}">
      <dgm:prSet/>
      <dgm:spPr/>
      <dgm:t>
        <a:bodyPr/>
        <a:lstStyle/>
        <a:p>
          <a:endParaRPr lang="en-IN"/>
        </a:p>
      </dgm:t>
    </dgm:pt>
    <dgm:pt modelId="{7CF62529-FAD3-4A88-B094-95923E30FD8B}" type="sibTrans" cxnId="{0C3D99D3-8C6C-4D70-86FF-C78758C35AF5}">
      <dgm:prSet/>
      <dgm:spPr/>
      <dgm:t>
        <a:bodyPr/>
        <a:lstStyle/>
        <a:p>
          <a:endParaRPr lang="en-IN"/>
        </a:p>
      </dgm:t>
    </dgm:pt>
    <dgm:pt modelId="{22B1E76F-38E5-4CB6-BDF1-DE208655D6A7}">
      <dgm:prSet phldrT="[Text]" custT="1"/>
      <dgm:spPr>
        <a:solidFill>
          <a:schemeClr val="tx2"/>
        </a:solidFill>
      </dgm:spPr>
      <dgm:t>
        <a:bodyPr/>
        <a:lstStyle/>
        <a:p>
          <a:r>
            <a:rPr lang="en-US" sz="1000" dirty="0"/>
            <a:t>Cinema Halls/</a:t>
          </a:r>
        </a:p>
        <a:p>
          <a:r>
            <a:rPr lang="en-US" sz="1000" dirty="0"/>
            <a:t>Auditoriums</a:t>
          </a:r>
          <a:endParaRPr lang="en-IN" sz="1000" dirty="0"/>
        </a:p>
      </dgm:t>
    </dgm:pt>
    <dgm:pt modelId="{96179DC5-ABE9-4CFD-AB3E-656BD6E24F28}" type="parTrans" cxnId="{08AE9D9C-1B3D-4FF2-9664-5DEB36171514}">
      <dgm:prSet/>
      <dgm:spPr/>
      <dgm:t>
        <a:bodyPr/>
        <a:lstStyle/>
        <a:p>
          <a:endParaRPr lang="en-IN"/>
        </a:p>
      </dgm:t>
    </dgm:pt>
    <dgm:pt modelId="{823833DF-1782-46A0-9799-341519AE5600}" type="sibTrans" cxnId="{08AE9D9C-1B3D-4FF2-9664-5DEB36171514}">
      <dgm:prSet/>
      <dgm:spPr/>
      <dgm:t>
        <a:bodyPr/>
        <a:lstStyle/>
        <a:p>
          <a:endParaRPr lang="en-IN"/>
        </a:p>
      </dgm:t>
    </dgm:pt>
    <dgm:pt modelId="{A141D433-D271-4DE2-B4B5-E95BEE277239}">
      <dgm:prSet phldrT="[Text]" custT="1"/>
      <dgm:spPr>
        <a:solidFill>
          <a:schemeClr val="tx2"/>
        </a:solidFill>
      </dgm:spPr>
      <dgm:t>
        <a:bodyPr/>
        <a:lstStyle/>
        <a:p>
          <a:r>
            <a:rPr lang="en-US" sz="1000" dirty="0"/>
            <a:t> Societies with High Target Consumer Occupancy.</a:t>
          </a:r>
          <a:endParaRPr lang="en-IN" sz="1000" dirty="0"/>
        </a:p>
      </dgm:t>
    </dgm:pt>
    <dgm:pt modelId="{595B3626-2A91-474C-8A9D-BCFDA8CF9EF4}" type="parTrans" cxnId="{B811547E-6858-4869-8C34-E7B486C09B2F}">
      <dgm:prSet/>
      <dgm:spPr/>
      <dgm:t>
        <a:bodyPr/>
        <a:lstStyle/>
        <a:p>
          <a:endParaRPr lang="en-IN"/>
        </a:p>
      </dgm:t>
    </dgm:pt>
    <dgm:pt modelId="{6C4C2C81-BA11-463C-A2AC-D1ADD0AB8600}" type="sibTrans" cxnId="{B811547E-6858-4869-8C34-E7B486C09B2F}">
      <dgm:prSet/>
      <dgm:spPr/>
      <dgm:t>
        <a:bodyPr/>
        <a:lstStyle/>
        <a:p>
          <a:endParaRPr lang="en-IN"/>
        </a:p>
      </dgm:t>
    </dgm:pt>
    <dgm:pt modelId="{7FA965E5-BED2-49EB-944C-A1751AD2BC02}" type="pres">
      <dgm:prSet presAssocID="{0E2E259B-99DD-42B7-B78D-5A3A0527D6B9}" presName="cycle" presStyleCnt="0">
        <dgm:presLayoutVars>
          <dgm:dir/>
          <dgm:resizeHandles val="exact"/>
        </dgm:presLayoutVars>
      </dgm:prSet>
      <dgm:spPr/>
    </dgm:pt>
    <dgm:pt modelId="{C4341325-C59F-4B82-8005-6D40F6656A73}" type="pres">
      <dgm:prSet presAssocID="{410E9E60-179E-44AB-911C-1A135340F647}" presName="node" presStyleLbl="node1" presStyleIdx="0" presStyleCnt="5">
        <dgm:presLayoutVars>
          <dgm:bulletEnabled val="1"/>
        </dgm:presLayoutVars>
      </dgm:prSet>
      <dgm:spPr/>
    </dgm:pt>
    <dgm:pt modelId="{50C5CC48-58FC-45E8-8477-DEAB02C6E606}" type="pres">
      <dgm:prSet presAssocID="{410E9E60-179E-44AB-911C-1A135340F647}" presName="spNode" presStyleCnt="0"/>
      <dgm:spPr/>
    </dgm:pt>
    <dgm:pt modelId="{0FB37381-E689-4D8B-BE5A-3E459ABA6983}" type="pres">
      <dgm:prSet presAssocID="{33E02D93-466A-4ED3-B370-01D8B39A6490}" presName="sibTrans" presStyleLbl="sibTrans1D1" presStyleIdx="0" presStyleCnt="5"/>
      <dgm:spPr/>
    </dgm:pt>
    <dgm:pt modelId="{D052F286-9FED-44AA-B905-45E1B380504A}" type="pres">
      <dgm:prSet presAssocID="{CC224505-3925-4AFC-B476-27F3176E5DC1}" presName="node" presStyleLbl="node1" presStyleIdx="1" presStyleCnt="5">
        <dgm:presLayoutVars>
          <dgm:bulletEnabled val="1"/>
        </dgm:presLayoutVars>
      </dgm:prSet>
      <dgm:spPr/>
    </dgm:pt>
    <dgm:pt modelId="{237BF7B0-5337-4A6C-84B3-C26A65E65BB5}" type="pres">
      <dgm:prSet presAssocID="{CC224505-3925-4AFC-B476-27F3176E5DC1}" presName="spNode" presStyleCnt="0"/>
      <dgm:spPr/>
    </dgm:pt>
    <dgm:pt modelId="{88EB2733-1C83-496A-832A-268949EFD633}" type="pres">
      <dgm:prSet presAssocID="{85480443-961D-4E33-A197-D2DEDF2880DB}" presName="sibTrans" presStyleLbl="sibTrans1D1" presStyleIdx="1" presStyleCnt="5"/>
      <dgm:spPr/>
    </dgm:pt>
    <dgm:pt modelId="{F385DE2F-535D-4C49-B808-5B1A23710F5C}" type="pres">
      <dgm:prSet presAssocID="{D2B434FD-02F8-4ACD-B39B-899C3B2CB66E}" presName="node" presStyleLbl="node1" presStyleIdx="2" presStyleCnt="5">
        <dgm:presLayoutVars>
          <dgm:bulletEnabled val="1"/>
        </dgm:presLayoutVars>
      </dgm:prSet>
      <dgm:spPr/>
    </dgm:pt>
    <dgm:pt modelId="{623059A7-8A80-4201-B17E-02BB6F39BF1B}" type="pres">
      <dgm:prSet presAssocID="{D2B434FD-02F8-4ACD-B39B-899C3B2CB66E}" presName="spNode" presStyleCnt="0"/>
      <dgm:spPr/>
    </dgm:pt>
    <dgm:pt modelId="{9B59F29B-D124-4155-AEA1-99652276AEB5}" type="pres">
      <dgm:prSet presAssocID="{7CF62529-FAD3-4A88-B094-95923E30FD8B}" presName="sibTrans" presStyleLbl="sibTrans1D1" presStyleIdx="2" presStyleCnt="5"/>
      <dgm:spPr/>
    </dgm:pt>
    <dgm:pt modelId="{5F9FF563-4735-42AB-9E9B-BD305836EC01}" type="pres">
      <dgm:prSet presAssocID="{22B1E76F-38E5-4CB6-BDF1-DE208655D6A7}" presName="node" presStyleLbl="node1" presStyleIdx="3" presStyleCnt="5">
        <dgm:presLayoutVars>
          <dgm:bulletEnabled val="1"/>
        </dgm:presLayoutVars>
      </dgm:prSet>
      <dgm:spPr/>
    </dgm:pt>
    <dgm:pt modelId="{53A75BE0-B81C-4220-9729-C0B784F099E3}" type="pres">
      <dgm:prSet presAssocID="{22B1E76F-38E5-4CB6-BDF1-DE208655D6A7}" presName="spNode" presStyleCnt="0"/>
      <dgm:spPr/>
    </dgm:pt>
    <dgm:pt modelId="{B4A08CD8-C5D9-46D1-B028-466418CB3BCD}" type="pres">
      <dgm:prSet presAssocID="{823833DF-1782-46A0-9799-341519AE5600}" presName="sibTrans" presStyleLbl="sibTrans1D1" presStyleIdx="3" presStyleCnt="5"/>
      <dgm:spPr/>
    </dgm:pt>
    <dgm:pt modelId="{86AE3C8E-A702-42B5-9720-2AC3EA72BB1C}" type="pres">
      <dgm:prSet presAssocID="{A141D433-D271-4DE2-B4B5-E95BEE277239}" presName="node" presStyleLbl="node1" presStyleIdx="4" presStyleCnt="5">
        <dgm:presLayoutVars>
          <dgm:bulletEnabled val="1"/>
        </dgm:presLayoutVars>
      </dgm:prSet>
      <dgm:spPr/>
    </dgm:pt>
    <dgm:pt modelId="{A8B3ECCD-3180-45C3-9BF2-8F7B92AD19AD}" type="pres">
      <dgm:prSet presAssocID="{A141D433-D271-4DE2-B4B5-E95BEE277239}" presName="spNode" presStyleCnt="0"/>
      <dgm:spPr/>
    </dgm:pt>
    <dgm:pt modelId="{0DF87BA2-3745-42C9-A1B7-5AF1D3D95D46}" type="pres">
      <dgm:prSet presAssocID="{6C4C2C81-BA11-463C-A2AC-D1ADD0AB8600}" presName="sibTrans" presStyleLbl="sibTrans1D1" presStyleIdx="4" presStyleCnt="5"/>
      <dgm:spPr/>
    </dgm:pt>
  </dgm:ptLst>
  <dgm:cxnLst>
    <dgm:cxn modelId="{DA3DE71B-A54F-45FC-A04C-8F8D4383E7CB}" srcId="{0E2E259B-99DD-42B7-B78D-5A3A0527D6B9}" destId="{410E9E60-179E-44AB-911C-1A135340F647}" srcOrd="0" destOrd="0" parTransId="{C1A4D99F-D644-48E7-9983-5E1DBDA7D639}" sibTransId="{33E02D93-466A-4ED3-B370-01D8B39A6490}"/>
    <dgm:cxn modelId="{69181531-0464-4D35-B35B-F58FB098070C}" srcId="{0E2E259B-99DD-42B7-B78D-5A3A0527D6B9}" destId="{CC224505-3925-4AFC-B476-27F3176E5DC1}" srcOrd="1" destOrd="0" parTransId="{D48298CA-CC85-4E03-9C8C-0CFC1194B492}" sibTransId="{85480443-961D-4E33-A197-D2DEDF2880DB}"/>
    <dgm:cxn modelId="{41732F60-753C-4D78-A9A3-6FB4C6D8C657}" type="presOf" srcId="{823833DF-1782-46A0-9799-341519AE5600}" destId="{B4A08CD8-C5D9-46D1-B028-466418CB3BCD}" srcOrd="0" destOrd="0" presId="urn:microsoft.com/office/officeart/2005/8/layout/cycle6"/>
    <dgm:cxn modelId="{D8BB4941-4086-4638-903F-33F68DCEC6E3}" type="presOf" srcId="{22B1E76F-38E5-4CB6-BDF1-DE208655D6A7}" destId="{5F9FF563-4735-42AB-9E9B-BD305836EC01}" srcOrd="0" destOrd="0" presId="urn:microsoft.com/office/officeart/2005/8/layout/cycle6"/>
    <dgm:cxn modelId="{D8EE6F50-67C1-4C11-8F85-FF83DF7AE003}" type="presOf" srcId="{7CF62529-FAD3-4A88-B094-95923E30FD8B}" destId="{9B59F29B-D124-4155-AEA1-99652276AEB5}" srcOrd="0" destOrd="0" presId="urn:microsoft.com/office/officeart/2005/8/layout/cycle6"/>
    <dgm:cxn modelId="{17577E53-6E39-4B34-B85F-7B4F20266889}" type="presOf" srcId="{A141D433-D271-4DE2-B4B5-E95BEE277239}" destId="{86AE3C8E-A702-42B5-9720-2AC3EA72BB1C}" srcOrd="0" destOrd="0" presId="urn:microsoft.com/office/officeart/2005/8/layout/cycle6"/>
    <dgm:cxn modelId="{1210E475-0673-403E-B93D-1958536B2D56}" type="presOf" srcId="{0E2E259B-99DD-42B7-B78D-5A3A0527D6B9}" destId="{7FA965E5-BED2-49EB-944C-A1751AD2BC02}" srcOrd="0" destOrd="0" presId="urn:microsoft.com/office/officeart/2005/8/layout/cycle6"/>
    <dgm:cxn modelId="{D1949B76-5AB6-434E-A783-C797CE99BF8F}" type="presOf" srcId="{D2B434FD-02F8-4ACD-B39B-899C3B2CB66E}" destId="{F385DE2F-535D-4C49-B808-5B1A23710F5C}" srcOrd="0" destOrd="0" presId="urn:microsoft.com/office/officeart/2005/8/layout/cycle6"/>
    <dgm:cxn modelId="{B811547E-6858-4869-8C34-E7B486C09B2F}" srcId="{0E2E259B-99DD-42B7-B78D-5A3A0527D6B9}" destId="{A141D433-D271-4DE2-B4B5-E95BEE277239}" srcOrd="4" destOrd="0" parTransId="{595B3626-2A91-474C-8A9D-BCFDA8CF9EF4}" sibTransId="{6C4C2C81-BA11-463C-A2AC-D1ADD0AB8600}"/>
    <dgm:cxn modelId="{3CF1778D-5E51-413B-BB7E-1FCC73681B1D}" type="presOf" srcId="{85480443-961D-4E33-A197-D2DEDF2880DB}" destId="{88EB2733-1C83-496A-832A-268949EFD633}" srcOrd="0" destOrd="0" presId="urn:microsoft.com/office/officeart/2005/8/layout/cycle6"/>
    <dgm:cxn modelId="{08AE9D9C-1B3D-4FF2-9664-5DEB36171514}" srcId="{0E2E259B-99DD-42B7-B78D-5A3A0527D6B9}" destId="{22B1E76F-38E5-4CB6-BDF1-DE208655D6A7}" srcOrd="3" destOrd="0" parTransId="{96179DC5-ABE9-4CFD-AB3E-656BD6E24F28}" sibTransId="{823833DF-1782-46A0-9799-341519AE5600}"/>
    <dgm:cxn modelId="{45441BBE-DBE0-4EDA-B9F2-4BC79939F1B4}" type="presOf" srcId="{410E9E60-179E-44AB-911C-1A135340F647}" destId="{C4341325-C59F-4B82-8005-6D40F6656A73}" srcOrd="0" destOrd="0" presId="urn:microsoft.com/office/officeart/2005/8/layout/cycle6"/>
    <dgm:cxn modelId="{BB26E5C8-79D2-4031-969C-BB537D9C4E93}" type="presOf" srcId="{33E02D93-466A-4ED3-B370-01D8B39A6490}" destId="{0FB37381-E689-4D8B-BE5A-3E459ABA6983}" srcOrd="0" destOrd="0" presId="urn:microsoft.com/office/officeart/2005/8/layout/cycle6"/>
    <dgm:cxn modelId="{0C3D99D3-8C6C-4D70-86FF-C78758C35AF5}" srcId="{0E2E259B-99DD-42B7-B78D-5A3A0527D6B9}" destId="{D2B434FD-02F8-4ACD-B39B-899C3B2CB66E}" srcOrd="2" destOrd="0" parTransId="{6BB25709-6A7D-4B75-827F-E0E490803627}" sibTransId="{7CF62529-FAD3-4A88-B094-95923E30FD8B}"/>
    <dgm:cxn modelId="{DCAC25EA-6365-4F03-A800-66F6A2412C30}" type="presOf" srcId="{6C4C2C81-BA11-463C-A2AC-D1ADD0AB8600}" destId="{0DF87BA2-3745-42C9-A1B7-5AF1D3D95D46}" srcOrd="0" destOrd="0" presId="urn:microsoft.com/office/officeart/2005/8/layout/cycle6"/>
    <dgm:cxn modelId="{C9ACE4F6-CDA8-47FE-8769-4CC4296E84AA}" type="presOf" srcId="{CC224505-3925-4AFC-B476-27F3176E5DC1}" destId="{D052F286-9FED-44AA-B905-45E1B380504A}" srcOrd="0" destOrd="0" presId="urn:microsoft.com/office/officeart/2005/8/layout/cycle6"/>
    <dgm:cxn modelId="{78674050-5509-44BA-9011-DFCCC09DE1C2}" type="presParOf" srcId="{7FA965E5-BED2-49EB-944C-A1751AD2BC02}" destId="{C4341325-C59F-4B82-8005-6D40F6656A73}" srcOrd="0" destOrd="0" presId="urn:microsoft.com/office/officeart/2005/8/layout/cycle6"/>
    <dgm:cxn modelId="{6D6788A6-04E1-404C-ADD4-BE5C4753D9C8}" type="presParOf" srcId="{7FA965E5-BED2-49EB-944C-A1751AD2BC02}" destId="{50C5CC48-58FC-45E8-8477-DEAB02C6E606}" srcOrd="1" destOrd="0" presId="urn:microsoft.com/office/officeart/2005/8/layout/cycle6"/>
    <dgm:cxn modelId="{C99D1A1F-3701-485D-9816-360F3B21CE8F}" type="presParOf" srcId="{7FA965E5-BED2-49EB-944C-A1751AD2BC02}" destId="{0FB37381-E689-4D8B-BE5A-3E459ABA6983}" srcOrd="2" destOrd="0" presId="urn:microsoft.com/office/officeart/2005/8/layout/cycle6"/>
    <dgm:cxn modelId="{53B1A1CB-F030-4ADF-BE67-CAF620B48211}" type="presParOf" srcId="{7FA965E5-BED2-49EB-944C-A1751AD2BC02}" destId="{D052F286-9FED-44AA-B905-45E1B380504A}" srcOrd="3" destOrd="0" presId="urn:microsoft.com/office/officeart/2005/8/layout/cycle6"/>
    <dgm:cxn modelId="{9153AD63-2F87-4203-957C-E301E56FA120}" type="presParOf" srcId="{7FA965E5-BED2-49EB-944C-A1751AD2BC02}" destId="{237BF7B0-5337-4A6C-84B3-C26A65E65BB5}" srcOrd="4" destOrd="0" presId="urn:microsoft.com/office/officeart/2005/8/layout/cycle6"/>
    <dgm:cxn modelId="{D4247890-45E8-460C-BA33-DCD1B865B882}" type="presParOf" srcId="{7FA965E5-BED2-49EB-944C-A1751AD2BC02}" destId="{88EB2733-1C83-496A-832A-268949EFD633}" srcOrd="5" destOrd="0" presId="urn:microsoft.com/office/officeart/2005/8/layout/cycle6"/>
    <dgm:cxn modelId="{BE411E20-D2BE-45F6-B189-1DDC68502CFA}" type="presParOf" srcId="{7FA965E5-BED2-49EB-944C-A1751AD2BC02}" destId="{F385DE2F-535D-4C49-B808-5B1A23710F5C}" srcOrd="6" destOrd="0" presId="urn:microsoft.com/office/officeart/2005/8/layout/cycle6"/>
    <dgm:cxn modelId="{C1D6589E-889F-47F1-87AF-A8914EE59F46}" type="presParOf" srcId="{7FA965E5-BED2-49EB-944C-A1751AD2BC02}" destId="{623059A7-8A80-4201-B17E-02BB6F39BF1B}" srcOrd="7" destOrd="0" presId="urn:microsoft.com/office/officeart/2005/8/layout/cycle6"/>
    <dgm:cxn modelId="{7A3DCC75-6EDE-459A-ABEA-26314C126237}" type="presParOf" srcId="{7FA965E5-BED2-49EB-944C-A1751AD2BC02}" destId="{9B59F29B-D124-4155-AEA1-99652276AEB5}" srcOrd="8" destOrd="0" presId="urn:microsoft.com/office/officeart/2005/8/layout/cycle6"/>
    <dgm:cxn modelId="{CE9E10E9-47D8-41CF-8881-E082B7C824ED}" type="presParOf" srcId="{7FA965E5-BED2-49EB-944C-A1751AD2BC02}" destId="{5F9FF563-4735-42AB-9E9B-BD305836EC01}" srcOrd="9" destOrd="0" presId="urn:microsoft.com/office/officeart/2005/8/layout/cycle6"/>
    <dgm:cxn modelId="{5EF639B7-67DA-4D6E-82DD-F036871397FE}" type="presParOf" srcId="{7FA965E5-BED2-49EB-944C-A1751AD2BC02}" destId="{53A75BE0-B81C-4220-9729-C0B784F099E3}" srcOrd="10" destOrd="0" presId="urn:microsoft.com/office/officeart/2005/8/layout/cycle6"/>
    <dgm:cxn modelId="{E8DD8ECE-F920-47CB-B6BD-143325288ECF}" type="presParOf" srcId="{7FA965E5-BED2-49EB-944C-A1751AD2BC02}" destId="{B4A08CD8-C5D9-46D1-B028-466418CB3BCD}" srcOrd="11" destOrd="0" presId="urn:microsoft.com/office/officeart/2005/8/layout/cycle6"/>
    <dgm:cxn modelId="{68E1CE36-EF09-49F2-BD21-D2777294761D}" type="presParOf" srcId="{7FA965E5-BED2-49EB-944C-A1751AD2BC02}" destId="{86AE3C8E-A702-42B5-9720-2AC3EA72BB1C}" srcOrd="12" destOrd="0" presId="urn:microsoft.com/office/officeart/2005/8/layout/cycle6"/>
    <dgm:cxn modelId="{2EA7EF1F-D648-4633-B73B-3C55F79B0C30}" type="presParOf" srcId="{7FA965E5-BED2-49EB-944C-A1751AD2BC02}" destId="{A8B3ECCD-3180-45C3-9BF2-8F7B92AD19AD}" srcOrd="13" destOrd="0" presId="urn:microsoft.com/office/officeart/2005/8/layout/cycle6"/>
    <dgm:cxn modelId="{CA9E1247-BF52-42B1-90F8-98D8808B6719}" type="presParOf" srcId="{7FA965E5-BED2-49EB-944C-A1751AD2BC02}" destId="{0DF87BA2-3745-42C9-A1B7-5AF1D3D95D46}" srcOrd="14" destOrd="0" presId="urn:microsoft.com/office/officeart/2005/8/layout/cycle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ABC091E-3AA1-40EE-847B-19818809D2FD}" type="doc">
      <dgm:prSet loTypeId="urn:microsoft.com/office/officeart/2005/8/layout/vList3#1" loCatId="list" qsTypeId="urn:microsoft.com/office/officeart/2005/8/quickstyle/simple1" qsCatId="simple" csTypeId="urn:microsoft.com/office/officeart/2005/8/colors/accent6_5" csCatId="accent6" phldr="1"/>
      <dgm:spPr/>
    </dgm:pt>
    <dgm:pt modelId="{D90C24E3-6018-4EDA-A1D3-B1A865AA5803}">
      <dgm:prSet phldrT="[Text]"/>
      <dgm:spPr/>
      <dgm:t>
        <a:bodyPr/>
        <a:lstStyle/>
        <a:p>
          <a:r>
            <a:rPr lang="en-US" dirty="0" err="1"/>
            <a:t>Farmery</a:t>
          </a:r>
          <a:r>
            <a:rPr lang="en-US" dirty="0"/>
            <a:t> has introduced a subscription based model in Delhi NCR which has increased their revenue to $5 million.</a:t>
          </a:r>
        </a:p>
      </dgm:t>
    </dgm:pt>
    <dgm:pt modelId="{E1CDD77A-5453-4776-97B4-0D0762EEA9C1}" type="parTrans" cxnId="{672998EE-28B4-4353-9EEC-5B139DFA385A}">
      <dgm:prSet/>
      <dgm:spPr/>
      <dgm:t>
        <a:bodyPr/>
        <a:lstStyle/>
        <a:p>
          <a:endParaRPr lang="en-US"/>
        </a:p>
      </dgm:t>
    </dgm:pt>
    <dgm:pt modelId="{540AB47C-C3AA-45EA-A980-9E8F97BB84F8}" type="sibTrans" cxnId="{672998EE-28B4-4353-9EEC-5B139DFA385A}">
      <dgm:prSet/>
      <dgm:spPr/>
      <dgm:t>
        <a:bodyPr/>
        <a:lstStyle/>
        <a:p>
          <a:endParaRPr lang="en-US"/>
        </a:p>
      </dgm:t>
    </dgm:pt>
    <dgm:pt modelId="{96A4B2C0-0A1E-43C6-8A07-417B941996F0}">
      <dgm:prSet phldrT="[Text]"/>
      <dgm:spPr>
        <a:solidFill>
          <a:schemeClr val="accent5">
            <a:lumMod val="50000"/>
            <a:alpha val="87000"/>
          </a:schemeClr>
        </a:solidFill>
      </dgm:spPr>
      <dgm:t>
        <a:bodyPr/>
        <a:lstStyle/>
        <a:p>
          <a:r>
            <a:rPr lang="en-US" dirty="0" err="1"/>
            <a:t>FruitBox</a:t>
          </a:r>
          <a:r>
            <a:rPr lang="en-US" dirty="0"/>
            <a:t> and Co.( an app based model) was launched in 2018, with an investment of just Rs 10 </a:t>
          </a:r>
          <a:r>
            <a:rPr lang="en-US" dirty="0" err="1"/>
            <a:t>lakh</a:t>
          </a:r>
          <a:r>
            <a:rPr lang="en-US" dirty="0"/>
            <a:t> is now raking in Rs 1.25 </a:t>
          </a:r>
          <a:r>
            <a:rPr lang="en-US" dirty="0" err="1"/>
            <a:t>lakh</a:t>
          </a:r>
          <a:r>
            <a:rPr lang="en-US" dirty="0"/>
            <a:t> in daily revenue. </a:t>
          </a:r>
        </a:p>
      </dgm:t>
    </dgm:pt>
    <dgm:pt modelId="{3C692465-154C-42B4-8E20-79468D243756}" type="parTrans" cxnId="{65B70CA8-DE32-49C8-B3B5-D7D63482AE19}">
      <dgm:prSet/>
      <dgm:spPr/>
      <dgm:t>
        <a:bodyPr/>
        <a:lstStyle/>
        <a:p>
          <a:endParaRPr lang="en-US"/>
        </a:p>
      </dgm:t>
    </dgm:pt>
    <dgm:pt modelId="{CF8054E3-8591-4D32-A077-1066D2991791}" type="sibTrans" cxnId="{65B70CA8-DE32-49C8-B3B5-D7D63482AE19}">
      <dgm:prSet/>
      <dgm:spPr/>
      <dgm:t>
        <a:bodyPr/>
        <a:lstStyle/>
        <a:p>
          <a:endParaRPr lang="en-US"/>
        </a:p>
      </dgm:t>
    </dgm:pt>
    <dgm:pt modelId="{6A41C225-5AAE-42CB-80B6-66A0C22602E6}" type="pres">
      <dgm:prSet presAssocID="{3ABC091E-3AA1-40EE-847B-19818809D2FD}" presName="linearFlow" presStyleCnt="0">
        <dgm:presLayoutVars>
          <dgm:dir/>
          <dgm:resizeHandles val="exact"/>
        </dgm:presLayoutVars>
      </dgm:prSet>
      <dgm:spPr/>
    </dgm:pt>
    <dgm:pt modelId="{A3DB9D2B-F758-4317-B31F-CD6114B7B402}" type="pres">
      <dgm:prSet presAssocID="{D90C24E3-6018-4EDA-A1D3-B1A865AA5803}" presName="composite" presStyleCnt="0"/>
      <dgm:spPr/>
    </dgm:pt>
    <dgm:pt modelId="{2DB2ED0D-7501-4E34-B823-5800A39E1529}" type="pres">
      <dgm:prSet presAssocID="{D90C24E3-6018-4EDA-A1D3-B1A865AA5803}" presName="imgShp" presStyleLbl="fgImgPlace1" presStyleIdx="0" presStyleCnt="2"/>
      <dgm:spPr>
        <a:blipFill rotWithShape="0">
          <a:blip xmlns:r="http://schemas.openxmlformats.org/officeDocument/2006/relationships" r:embed="rId1"/>
          <a:stretch>
            <a:fillRect/>
          </a:stretch>
        </a:blipFill>
      </dgm:spPr>
    </dgm:pt>
    <dgm:pt modelId="{B9F9091D-1184-487A-BCB0-B732A49340F9}" type="pres">
      <dgm:prSet presAssocID="{D90C24E3-6018-4EDA-A1D3-B1A865AA5803}" presName="txShp" presStyleLbl="node1" presStyleIdx="0" presStyleCnt="2">
        <dgm:presLayoutVars>
          <dgm:bulletEnabled val="1"/>
        </dgm:presLayoutVars>
      </dgm:prSet>
      <dgm:spPr/>
    </dgm:pt>
    <dgm:pt modelId="{F6DD8192-4B72-4096-A8DE-975366A6365B}" type="pres">
      <dgm:prSet presAssocID="{540AB47C-C3AA-45EA-A980-9E8F97BB84F8}" presName="spacing" presStyleCnt="0"/>
      <dgm:spPr/>
    </dgm:pt>
    <dgm:pt modelId="{49ECBFA0-1658-4C13-8B09-43E4E17610CA}" type="pres">
      <dgm:prSet presAssocID="{96A4B2C0-0A1E-43C6-8A07-417B941996F0}" presName="composite" presStyleCnt="0"/>
      <dgm:spPr/>
    </dgm:pt>
    <dgm:pt modelId="{D49DEFF5-66FE-415F-B76B-E5FF59ECE0A9}" type="pres">
      <dgm:prSet presAssocID="{96A4B2C0-0A1E-43C6-8A07-417B941996F0}" presName="imgShp" presStyleLbl="fgImgPlace1" presStyleIdx="1" presStyleCnt="2"/>
      <dgm:spPr>
        <a:blipFill rotWithShape="0">
          <a:blip xmlns:r="http://schemas.openxmlformats.org/officeDocument/2006/relationships" r:embed="rId2"/>
          <a:stretch>
            <a:fillRect/>
          </a:stretch>
        </a:blipFill>
      </dgm:spPr>
    </dgm:pt>
    <dgm:pt modelId="{9920970D-8BBB-46FB-A0A6-00CF11213946}" type="pres">
      <dgm:prSet presAssocID="{96A4B2C0-0A1E-43C6-8A07-417B941996F0}" presName="txShp" presStyleLbl="node1" presStyleIdx="1" presStyleCnt="2">
        <dgm:presLayoutVars>
          <dgm:bulletEnabled val="1"/>
        </dgm:presLayoutVars>
      </dgm:prSet>
      <dgm:spPr/>
    </dgm:pt>
  </dgm:ptLst>
  <dgm:cxnLst>
    <dgm:cxn modelId="{81A6736C-7139-4568-AAF5-DEEE6162F058}" type="presOf" srcId="{D90C24E3-6018-4EDA-A1D3-B1A865AA5803}" destId="{B9F9091D-1184-487A-BCB0-B732A49340F9}" srcOrd="0" destOrd="0" presId="urn:microsoft.com/office/officeart/2005/8/layout/vList3#1"/>
    <dgm:cxn modelId="{65B70CA8-DE32-49C8-B3B5-D7D63482AE19}" srcId="{3ABC091E-3AA1-40EE-847B-19818809D2FD}" destId="{96A4B2C0-0A1E-43C6-8A07-417B941996F0}" srcOrd="1" destOrd="0" parTransId="{3C692465-154C-42B4-8E20-79468D243756}" sibTransId="{CF8054E3-8591-4D32-A077-1066D2991791}"/>
    <dgm:cxn modelId="{672998EE-28B4-4353-9EEC-5B139DFA385A}" srcId="{3ABC091E-3AA1-40EE-847B-19818809D2FD}" destId="{D90C24E3-6018-4EDA-A1D3-B1A865AA5803}" srcOrd="0" destOrd="0" parTransId="{E1CDD77A-5453-4776-97B4-0D0762EEA9C1}" sibTransId="{540AB47C-C3AA-45EA-A980-9E8F97BB84F8}"/>
    <dgm:cxn modelId="{217249F6-2500-4F05-AF95-669EA6043D6E}" type="presOf" srcId="{3ABC091E-3AA1-40EE-847B-19818809D2FD}" destId="{6A41C225-5AAE-42CB-80B6-66A0C22602E6}" srcOrd="0" destOrd="0" presId="urn:microsoft.com/office/officeart/2005/8/layout/vList3#1"/>
    <dgm:cxn modelId="{9985B7F9-7CBD-48CA-BC80-947F140E4C3E}" type="presOf" srcId="{96A4B2C0-0A1E-43C6-8A07-417B941996F0}" destId="{9920970D-8BBB-46FB-A0A6-00CF11213946}" srcOrd="0" destOrd="0" presId="urn:microsoft.com/office/officeart/2005/8/layout/vList3#1"/>
    <dgm:cxn modelId="{3ECE9D76-14A3-41E8-9456-C9BCC438F90F}" type="presParOf" srcId="{6A41C225-5AAE-42CB-80B6-66A0C22602E6}" destId="{A3DB9D2B-F758-4317-B31F-CD6114B7B402}" srcOrd="0" destOrd="0" presId="urn:microsoft.com/office/officeart/2005/8/layout/vList3#1"/>
    <dgm:cxn modelId="{F48DE01D-90EC-4A95-8DA4-84EF834E3FFA}" type="presParOf" srcId="{A3DB9D2B-F758-4317-B31F-CD6114B7B402}" destId="{2DB2ED0D-7501-4E34-B823-5800A39E1529}" srcOrd="0" destOrd="0" presId="urn:microsoft.com/office/officeart/2005/8/layout/vList3#1"/>
    <dgm:cxn modelId="{4394022A-84F7-4840-B0C1-11B10A953102}" type="presParOf" srcId="{A3DB9D2B-F758-4317-B31F-CD6114B7B402}" destId="{B9F9091D-1184-487A-BCB0-B732A49340F9}" srcOrd="1" destOrd="0" presId="urn:microsoft.com/office/officeart/2005/8/layout/vList3#1"/>
    <dgm:cxn modelId="{A0D5EB4F-4E61-4671-A3AC-F3B62CBB96D9}" type="presParOf" srcId="{6A41C225-5AAE-42CB-80B6-66A0C22602E6}" destId="{F6DD8192-4B72-4096-A8DE-975366A6365B}" srcOrd="1" destOrd="0" presId="urn:microsoft.com/office/officeart/2005/8/layout/vList3#1"/>
    <dgm:cxn modelId="{2D096B42-34F9-4A72-9D61-E3FD2E1C9E3E}" type="presParOf" srcId="{6A41C225-5AAE-42CB-80B6-66A0C22602E6}" destId="{49ECBFA0-1658-4C13-8B09-43E4E17610CA}" srcOrd="2" destOrd="0" presId="urn:microsoft.com/office/officeart/2005/8/layout/vList3#1"/>
    <dgm:cxn modelId="{49070C0C-EC85-45AF-B63C-C293931551EE}" type="presParOf" srcId="{49ECBFA0-1658-4C13-8B09-43E4E17610CA}" destId="{D49DEFF5-66FE-415F-B76B-E5FF59ECE0A9}" srcOrd="0" destOrd="0" presId="urn:microsoft.com/office/officeart/2005/8/layout/vList3#1"/>
    <dgm:cxn modelId="{6F797756-8D5D-4715-BE08-9A827BBF7746}" type="presParOf" srcId="{49ECBFA0-1658-4C13-8B09-43E4E17610CA}" destId="{9920970D-8BBB-46FB-A0A6-00CF11213946}" srcOrd="1" destOrd="0" presId="urn:microsoft.com/office/officeart/2005/8/layout/vList3#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DCE90E9-F374-4AB7-9A65-7E0956224062}" type="doc">
      <dgm:prSet loTypeId="urn:microsoft.com/office/officeart/2005/8/layout/vList4#1" loCatId="list" qsTypeId="urn:microsoft.com/office/officeart/2005/8/quickstyle/simple1" qsCatId="simple" csTypeId="urn:microsoft.com/office/officeart/2005/8/colors/colorful1#1" csCatId="colorful" phldr="1"/>
      <dgm:spPr/>
      <dgm:t>
        <a:bodyPr/>
        <a:lstStyle/>
        <a:p>
          <a:endParaRPr lang="en-IN"/>
        </a:p>
      </dgm:t>
    </dgm:pt>
    <dgm:pt modelId="{A84A3A1D-43C8-4B89-A59A-91796E76FA8B}">
      <dgm:prSet phldrT="[Text]" custT="1"/>
      <dgm:spPr/>
      <dgm:t>
        <a:bodyPr/>
        <a:lstStyle/>
        <a:p>
          <a:r>
            <a:rPr lang="en-US" sz="1200" u="sng" dirty="0"/>
            <a:t>Fitness Centers</a:t>
          </a:r>
          <a:endParaRPr lang="en-IN" sz="1200" u="sng" dirty="0"/>
        </a:p>
      </dgm:t>
    </dgm:pt>
    <dgm:pt modelId="{C80C8C41-5D0E-40A0-9BA6-6AE6C5229B09}" type="parTrans" cxnId="{029622F8-8FAB-4E4A-91E7-6EF0A2FB3191}">
      <dgm:prSet/>
      <dgm:spPr/>
      <dgm:t>
        <a:bodyPr/>
        <a:lstStyle/>
        <a:p>
          <a:endParaRPr lang="en-IN"/>
        </a:p>
      </dgm:t>
    </dgm:pt>
    <dgm:pt modelId="{72F27264-36F3-4DB0-AD82-86E0A5F49D51}" type="sibTrans" cxnId="{029622F8-8FAB-4E4A-91E7-6EF0A2FB3191}">
      <dgm:prSet/>
      <dgm:spPr/>
      <dgm:t>
        <a:bodyPr/>
        <a:lstStyle/>
        <a:p>
          <a:endParaRPr lang="en-IN"/>
        </a:p>
      </dgm:t>
    </dgm:pt>
    <dgm:pt modelId="{BB90A432-F049-47D3-B652-74A179ED0E96}">
      <dgm:prSet phldrT="[Text]" custT="1"/>
      <dgm:spPr/>
      <dgm:t>
        <a:bodyPr/>
        <a:lstStyle/>
        <a:p>
          <a:r>
            <a:rPr lang="en-US" sz="1200" i="0" dirty="0"/>
            <a:t>Create Awareness on relevant benefits of fruits through Seminars/Webinars.</a:t>
          </a:r>
          <a:endParaRPr lang="en-IN" sz="1200" dirty="0"/>
        </a:p>
      </dgm:t>
    </dgm:pt>
    <dgm:pt modelId="{FDEA3901-ACBE-4E0E-BFD1-4445CC73B9D7}" type="parTrans" cxnId="{28565C60-0718-4332-A854-97C88F1BA4E9}">
      <dgm:prSet/>
      <dgm:spPr/>
      <dgm:t>
        <a:bodyPr/>
        <a:lstStyle/>
        <a:p>
          <a:endParaRPr lang="en-IN"/>
        </a:p>
      </dgm:t>
    </dgm:pt>
    <dgm:pt modelId="{514B3BB5-BBB5-4A07-A21F-AAD5FD6F8243}" type="sibTrans" cxnId="{28565C60-0718-4332-A854-97C88F1BA4E9}">
      <dgm:prSet/>
      <dgm:spPr/>
      <dgm:t>
        <a:bodyPr/>
        <a:lstStyle/>
        <a:p>
          <a:endParaRPr lang="en-IN"/>
        </a:p>
      </dgm:t>
    </dgm:pt>
    <dgm:pt modelId="{783826F3-D030-4AF4-A3E0-8EA004F2458E}">
      <dgm:prSet phldrT="[Text]" custT="1"/>
      <dgm:spPr/>
      <dgm:t>
        <a:bodyPr/>
        <a:lstStyle/>
        <a:p>
          <a:r>
            <a:rPr lang="en-US" sz="1200" dirty="0"/>
            <a:t>Promotion of Fruitoholic Products and Subscription plans through Banners in gym area.</a:t>
          </a:r>
          <a:endParaRPr lang="en-IN" sz="1200" dirty="0"/>
        </a:p>
      </dgm:t>
    </dgm:pt>
    <dgm:pt modelId="{5844EF21-9B0E-46A9-81E0-4B12ACE5369E}" type="parTrans" cxnId="{30D5E415-8BC6-4A27-8ADE-32C9CD3067B7}">
      <dgm:prSet/>
      <dgm:spPr/>
      <dgm:t>
        <a:bodyPr/>
        <a:lstStyle/>
        <a:p>
          <a:endParaRPr lang="en-IN"/>
        </a:p>
      </dgm:t>
    </dgm:pt>
    <dgm:pt modelId="{98880D09-9F3A-47FB-AF6E-58F1A962967F}" type="sibTrans" cxnId="{30D5E415-8BC6-4A27-8ADE-32C9CD3067B7}">
      <dgm:prSet/>
      <dgm:spPr/>
      <dgm:t>
        <a:bodyPr/>
        <a:lstStyle/>
        <a:p>
          <a:endParaRPr lang="en-IN"/>
        </a:p>
      </dgm:t>
    </dgm:pt>
    <dgm:pt modelId="{13FC8051-1BA4-4602-AE70-C572E735EADA}">
      <dgm:prSet phldrT="[Text]" custT="1"/>
      <dgm:spPr/>
      <dgm:t>
        <a:bodyPr/>
        <a:lstStyle/>
        <a:p>
          <a:r>
            <a:rPr lang="en-US" sz="1200" u="sng" dirty="0"/>
            <a:t>Lunch Box Services</a:t>
          </a:r>
          <a:endParaRPr lang="en-IN" sz="1200" u="sng" dirty="0"/>
        </a:p>
      </dgm:t>
    </dgm:pt>
    <dgm:pt modelId="{0E9D6FA7-385A-4D53-8D9C-C9B5057783E3}" type="parTrans" cxnId="{F1D21178-C821-4F77-812E-839961387A20}">
      <dgm:prSet/>
      <dgm:spPr/>
      <dgm:t>
        <a:bodyPr/>
        <a:lstStyle/>
        <a:p>
          <a:endParaRPr lang="en-IN"/>
        </a:p>
      </dgm:t>
    </dgm:pt>
    <dgm:pt modelId="{13A58104-58F3-4C72-BB82-49C7AF141B5D}" type="sibTrans" cxnId="{F1D21178-C821-4F77-812E-839961387A20}">
      <dgm:prSet/>
      <dgm:spPr/>
      <dgm:t>
        <a:bodyPr/>
        <a:lstStyle/>
        <a:p>
          <a:endParaRPr lang="en-IN"/>
        </a:p>
      </dgm:t>
    </dgm:pt>
    <dgm:pt modelId="{09E7C25E-ABCF-4B20-BA5D-A3AEC6AC4610}">
      <dgm:prSet phldrT="[Text]" custT="1"/>
      <dgm:spPr/>
      <dgm:t>
        <a:bodyPr/>
        <a:lstStyle/>
        <a:p>
          <a:r>
            <a:rPr lang="en-US" sz="1200" i="0" dirty="0"/>
            <a:t>Use Fruitoholic Ads on Lunchbox carrying vehicles to gain attention.</a:t>
          </a:r>
          <a:endParaRPr lang="en-IN" sz="1200" dirty="0"/>
        </a:p>
      </dgm:t>
    </dgm:pt>
    <dgm:pt modelId="{B863E4B7-D9E7-43D9-B079-C94FB8C213D2}" type="parTrans" cxnId="{FF04F816-4DD4-419E-9EC6-65C4E30720F6}">
      <dgm:prSet/>
      <dgm:spPr/>
      <dgm:t>
        <a:bodyPr/>
        <a:lstStyle/>
        <a:p>
          <a:endParaRPr lang="en-IN"/>
        </a:p>
      </dgm:t>
    </dgm:pt>
    <dgm:pt modelId="{643515E2-8C94-4929-944A-0EF9A07B577A}" type="sibTrans" cxnId="{FF04F816-4DD4-419E-9EC6-65C4E30720F6}">
      <dgm:prSet/>
      <dgm:spPr/>
      <dgm:t>
        <a:bodyPr/>
        <a:lstStyle/>
        <a:p>
          <a:endParaRPr lang="en-IN"/>
        </a:p>
      </dgm:t>
    </dgm:pt>
    <dgm:pt modelId="{E4DA9BA8-D40C-4AD7-8DC3-54C3C198403B}">
      <dgm:prSet phldrT="[Text]" custT="1"/>
      <dgm:spPr/>
      <dgm:t>
        <a:bodyPr/>
        <a:lstStyle/>
        <a:p>
          <a:r>
            <a:rPr lang="en-US" sz="1200" i="0" dirty="0"/>
            <a:t>Use Lunch Box Services to circulate Pamphlets on Fruitoholic products to their Consumers.</a:t>
          </a:r>
          <a:endParaRPr lang="en-IN" sz="1200" dirty="0"/>
        </a:p>
      </dgm:t>
    </dgm:pt>
    <dgm:pt modelId="{E6EE79A1-6B24-412E-AD8E-B15C7241B589}" type="parTrans" cxnId="{34E4FCBA-6AB5-48FE-9450-01EED3FA9EE5}">
      <dgm:prSet/>
      <dgm:spPr/>
      <dgm:t>
        <a:bodyPr/>
        <a:lstStyle/>
        <a:p>
          <a:endParaRPr lang="en-IN"/>
        </a:p>
      </dgm:t>
    </dgm:pt>
    <dgm:pt modelId="{C55FB550-85AF-491F-AD7C-EF7CD4DC04D5}" type="sibTrans" cxnId="{34E4FCBA-6AB5-48FE-9450-01EED3FA9EE5}">
      <dgm:prSet/>
      <dgm:spPr/>
      <dgm:t>
        <a:bodyPr/>
        <a:lstStyle/>
        <a:p>
          <a:endParaRPr lang="en-IN"/>
        </a:p>
      </dgm:t>
    </dgm:pt>
    <dgm:pt modelId="{BD4F6A6A-A0AC-464B-8C8D-50075F770061}">
      <dgm:prSet phldrT="[Text]" custT="1"/>
      <dgm:spPr/>
      <dgm:t>
        <a:bodyPr/>
        <a:lstStyle/>
        <a:p>
          <a:r>
            <a:rPr lang="en-US" sz="1200" u="sng" dirty="0"/>
            <a:t>Society/Apartment Complexes</a:t>
          </a:r>
          <a:endParaRPr lang="en-IN" sz="1200" u="sng" dirty="0"/>
        </a:p>
      </dgm:t>
    </dgm:pt>
    <dgm:pt modelId="{2C02CBF8-535C-4070-B3C9-462DF782E249}" type="parTrans" cxnId="{793F3D53-2CFC-4219-8FFF-6635C27401A4}">
      <dgm:prSet/>
      <dgm:spPr/>
      <dgm:t>
        <a:bodyPr/>
        <a:lstStyle/>
        <a:p>
          <a:endParaRPr lang="en-IN"/>
        </a:p>
      </dgm:t>
    </dgm:pt>
    <dgm:pt modelId="{BED572EB-F0C5-45EF-9C29-DFC4FBA9BA0D}" type="sibTrans" cxnId="{793F3D53-2CFC-4219-8FFF-6635C27401A4}">
      <dgm:prSet/>
      <dgm:spPr/>
      <dgm:t>
        <a:bodyPr/>
        <a:lstStyle/>
        <a:p>
          <a:endParaRPr lang="en-IN"/>
        </a:p>
      </dgm:t>
    </dgm:pt>
    <dgm:pt modelId="{34F792CC-98CA-4A3D-9D74-1AA9529B3B82}">
      <dgm:prSet phldrT="[Text]" custT="1"/>
      <dgm:spPr/>
      <dgm:t>
        <a:bodyPr/>
        <a:lstStyle/>
        <a:p>
          <a:r>
            <a:rPr lang="en-US" sz="1200" i="0" dirty="0"/>
            <a:t>Create Awareness on relevant benefits of fruits through Seminars/Webinars.</a:t>
          </a:r>
          <a:endParaRPr lang="en-IN" sz="1200" dirty="0"/>
        </a:p>
      </dgm:t>
    </dgm:pt>
    <dgm:pt modelId="{A27AAA04-C828-4957-BFBA-DF1AF80B78D2}" type="parTrans" cxnId="{8641B8CB-679F-476D-BFD2-3F54B8DF9B48}">
      <dgm:prSet/>
      <dgm:spPr/>
      <dgm:t>
        <a:bodyPr/>
        <a:lstStyle/>
        <a:p>
          <a:endParaRPr lang="en-IN"/>
        </a:p>
      </dgm:t>
    </dgm:pt>
    <dgm:pt modelId="{5A4FCF65-C9E3-4B5F-8999-64C7703C9BB9}" type="sibTrans" cxnId="{8641B8CB-679F-476D-BFD2-3F54B8DF9B48}">
      <dgm:prSet/>
      <dgm:spPr/>
      <dgm:t>
        <a:bodyPr/>
        <a:lstStyle/>
        <a:p>
          <a:endParaRPr lang="en-IN"/>
        </a:p>
      </dgm:t>
    </dgm:pt>
    <dgm:pt modelId="{151C9E38-9BFD-4871-A1AA-91DABE47EA92}">
      <dgm:prSet phldrT="[Text]" custT="1"/>
      <dgm:spPr/>
      <dgm:t>
        <a:bodyPr/>
        <a:lstStyle/>
        <a:p>
          <a:r>
            <a:rPr lang="en-US" sz="1200" i="0" dirty="0"/>
            <a:t>Provide Discounted Rates for bulk Subscriptions</a:t>
          </a:r>
          <a:endParaRPr lang="en-IN" sz="1200" dirty="0"/>
        </a:p>
      </dgm:t>
    </dgm:pt>
    <dgm:pt modelId="{FE722D55-09CF-432F-8EA7-8BE66D2A313D}" type="parTrans" cxnId="{FBD16CC5-F87D-4EC1-B9EB-73DEF85FE350}">
      <dgm:prSet/>
      <dgm:spPr/>
      <dgm:t>
        <a:bodyPr/>
        <a:lstStyle/>
        <a:p>
          <a:endParaRPr lang="en-IN"/>
        </a:p>
      </dgm:t>
    </dgm:pt>
    <dgm:pt modelId="{05862BF7-6A24-482E-99B5-7B3138E7D775}" type="sibTrans" cxnId="{FBD16CC5-F87D-4EC1-B9EB-73DEF85FE350}">
      <dgm:prSet/>
      <dgm:spPr/>
      <dgm:t>
        <a:bodyPr/>
        <a:lstStyle/>
        <a:p>
          <a:endParaRPr lang="en-IN"/>
        </a:p>
      </dgm:t>
    </dgm:pt>
    <dgm:pt modelId="{AEC34F55-5F6C-4C0B-B70F-34B52831FAEE}">
      <dgm:prSet/>
      <dgm:spPr/>
      <dgm:t>
        <a:bodyPr/>
        <a:lstStyle/>
        <a:p>
          <a:endParaRPr lang="en-IN"/>
        </a:p>
      </dgm:t>
    </dgm:pt>
    <dgm:pt modelId="{838AC406-D155-4138-99D9-4C70FCFF9823}" type="parTrans" cxnId="{241337E1-360D-48F4-AAA2-D23464CDFB0B}">
      <dgm:prSet/>
      <dgm:spPr/>
      <dgm:t>
        <a:bodyPr/>
        <a:lstStyle/>
        <a:p>
          <a:endParaRPr lang="en-IN"/>
        </a:p>
      </dgm:t>
    </dgm:pt>
    <dgm:pt modelId="{F186FAC3-60EF-4DAD-9A7E-E57CB233C553}" type="sibTrans" cxnId="{241337E1-360D-48F4-AAA2-D23464CDFB0B}">
      <dgm:prSet/>
      <dgm:spPr/>
      <dgm:t>
        <a:bodyPr/>
        <a:lstStyle/>
        <a:p>
          <a:endParaRPr lang="en-IN"/>
        </a:p>
      </dgm:t>
    </dgm:pt>
    <dgm:pt modelId="{B40075B9-7B03-4C2A-9AAF-A71DDBB5D13D}">
      <dgm:prSet/>
      <dgm:spPr/>
      <dgm:t>
        <a:bodyPr/>
        <a:lstStyle/>
        <a:p>
          <a:endParaRPr lang="en-IN"/>
        </a:p>
      </dgm:t>
    </dgm:pt>
    <dgm:pt modelId="{C5651A63-8971-4288-8AE5-0FFE17CA5AB7}" type="parTrans" cxnId="{D2C9E02A-C192-4F62-B5C7-87EDBD852BE2}">
      <dgm:prSet/>
      <dgm:spPr/>
      <dgm:t>
        <a:bodyPr/>
        <a:lstStyle/>
        <a:p>
          <a:endParaRPr lang="en-IN"/>
        </a:p>
      </dgm:t>
    </dgm:pt>
    <dgm:pt modelId="{F2816CEA-A587-4F02-9F71-68E4C21245F4}" type="sibTrans" cxnId="{D2C9E02A-C192-4F62-B5C7-87EDBD852BE2}">
      <dgm:prSet/>
      <dgm:spPr/>
      <dgm:t>
        <a:bodyPr/>
        <a:lstStyle/>
        <a:p>
          <a:endParaRPr lang="en-IN"/>
        </a:p>
      </dgm:t>
    </dgm:pt>
    <dgm:pt modelId="{2003C70F-59AC-4C30-9917-7F44713E13DB}">
      <dgm:prSet phldrT="[Text]" custT="1"/>
      <dgm:spPr/>
      <dgm:t>
        <a:bodyPr/>
        <a:lstStyle/>
        <a:p>
          <a:r>
            <a:rPr lang="en-US" sz="1200" dirty="0"/>
            <a:t>Provide Products at discounted price for subscription orders in bulk.</a:t>
          </a:r>
          <a:endParaRPr lang="en-IN" sz="1200" dirty="0"/>
        </a:p>
      </dgm:t>
    </dgm:pt>
    <dgm:pt modelId="{EBA67481-09D7-4C11-AD91-627408DE3F11}" type="parTrans" cxnId="{8FC54616-88FA-4EC0-ACE5-A4BEC6C3BE87}">
      <dgm:prSet/>
      <dgm:spPr/>
      <dgm:t>
        <a:bodyPr/>
        <a:lstStyle/>
        <a:p>
          <a:endParaRPr lang="en-IN"/>
        </a:p>
      </dgm:t>
    </dgm:pt>
    <dgm:pt modelId="{34A91187-6F15-4737-8215-FF938C03268A}" type="sibTrans" cxnId="{8FC54616-88FA-4EC0-ACE5-A4BEC6C3BE87}">
      <dgm:prSet/>
      <dgm:spPr/>
      <dgm:t>
        <a:bodyPr/>
        <a:lstStyle/>
        <a:p>
          <a:endParaRPr lang="en-IN"/>
        </a:p>
      </dgm:t>
    </dgm:pt>
    <dgm:pt modelId="{D5548EC0-0650-43C6-8067-4153AB043CB3}">
      <dgm:prSet phldrT="[Text]" custT="1"/>
      <dgm:spPr/>
      <dgm:t>
        <a:bodyPr/>
        <a:lstStyle/>
        <a:p>
          <a:r>
            <a:rPr lang="en-US" sz="1200" i="0" dirty="0"/>
            <a:t>Give Discounts on Bulk Subscription Model for Consumers of the Lunchbox Services Chain.</a:t>
          </a:r>
          <a:endParaRPr lang="en-IN" sz="1200" dirty="0"/>
        </a:p>
      </dgm:t>
    </dgm:pt>
    <dgm:pt modelId="{7AB314D7-626B-40C3-8DA3-2E8F48586B81}" type="parTrans" cxnId="{4C76E50D-2142-423A-8F10-DE7FC67A7FFE}">
      <dgm:prSet/>
      <dgm:spPr/>
      <dgm:t>
        <a:bodyPr/>
        <a:lstStyle/>
        <a:p>
          <a:endParaRPr lang="en-IN"/>
        </a:p>
      </dgm:t>
    </dgm:pt>
    <dgm:pt modelId="{81F15489-952C-4328-AF87-ADDEEC22AACC}" type="sibTrans" cxnId="{4C76E50D-2142-423A-8F10-DE7FC67A7FFE}">
      <dgm:prSet/>
      <dgm:spPr/>
      <dgm:t>
        <a:bodyPr/>
        <a:lstStyle/>
        <a:p>
          <a:endParaRPr lang="en-IN"/>
        </a:p>
      </dgm:t>
    </dgm:pt>
    <dgm:pt modelId="{1D29329A-EAD3-418E-89C2-CA5CB9A24075}">
      <dgm:prSet phldrT="[Text]" custT="1"/>
      <dgm:spPr/>
      <dgm:t>
        <a:bodyPr/>
        <a:lstStyle/>
        <a:p>
          <a:r>
            <a:rPr lang="en-US" sz="1200" i="0" dirty="0"/>
            <a:t>Put up Promotion banners on Fruitoholic products and subscription Plans in the Common Areas.</a:t>
          </a:r>
          <a:endParaRPr lang="en-IN" sz="1200" dirty="0"/>
        </a:p>
      </dgm:t>
    </dgm:pt>
    <dgm:pt modelId="{4DCE5D10-0B1D-4452-8EE3-B250324BFC16}" type="parTrans" cxnId="{4BB3E2C5-8BA9-439B-9E4E-1C3707341B6C}">
      <dgm:prSet/>
      <dgm:spPr/>
      <dgm:t>
        <a:bodyPr/>
        <a:lstStyle/>
        <a:p>
          <a:endParaRPr lang="en-IN"/>
        </a:p>
      </dgm:t>
    </dgm:pt>
    <dgm:pt modelId="{FB5F95F9-13B8-4A3F-B95A-6471864933C8}" type="sibTrans" cxnId="{4BB3E2C5-8BA9-439B-9E4E-1C3707341B6C}">
      <dgm:prSet/>
      <dgm:spPr/>
      <dgm:t>
        <a:bodyPr/>
        <a:lstStyle/>
        <a:p>
          <a:endParaRPr lang="en-IN"/>
        </a:p>
      </dgm:t>
    </dgm:pt>
    <dgm:pt modelId="{7503A7F7-8670-4FE6-A1FD-588369023DA5}" type="pres">
      <dgm:prSet presAssocID="{5DCE90E9-F374-4AB7-9A65-7E0956224062}" presName="linear" presStyleCnt="0">
        <dgm:presLayoutVars>
          <dgm:dir/>
          <dgm:resizeHandles val="exact"/>
        </dgm:presLayoutVars>
      </dgm:prSet>
      <dgm:spPr/>
    </dgm:pt>
    <dgm:pt modelId="{F2DEC8DB-46F8-45DA-B26A-70EF57DCC311}" type="pres">
      <dgm:prSet presAssocID="{A84A3A1D-43C8-4B89-A59A-91796E76FA8B}" presName="comp" presStyleCnt="0"/>
      <dgm:spPr/>
    </dgm:pt>
    <dgm:pt modelId="{B8E6D0C8-8B34-4BE1-A259-427BC35567C7}" type="pres">
      <dgm:prSet presAssocID="{A84A3A1D-43C8-4B89-A59A-91796E76FA8B}" presName="box" presStyleLbl="node1" presStyleIdx="0" presStyleCnt="5"/>
      <dgm:spPr/>
    </dgm:pt>
    <dgm:pt modelId="{88A82B11-EE78-4B1E-8FF9-D5B735DF0968}" type="pres">
      <dgm:prSet presAssocID="{A84A3A1D-43C8-4B89-A59A-91796E76FA8B}" presName="img" presStyleLbl="fgImgPlace1" presStyleIdx="0" presStyleCnt="5"/>
      <dgm:spPr>
        <a:blipFill rotWithShape="1">
          <a:blip xmlns:r="http://schemas.openxmlformats.org/officeDocument/2006/relationships" r:embed="rId1"/>
          <a:srcRect/>
          <a:stretch>
            <a:fillRect t="-39000" b="-39000"/>
          </a:stretch>
        </a:blipFill>
      </dgm:spPr>
    </dgm:pt>
    <dgm:pt modelId="{A9EB9775-4257-4A24-A5FD-1CF09C246E8D}" type="pres">
      <dgm:prSet presAssocID="{A84A3A1D-43C8-4B89-A59A-91796E76FA8B}" presName="text" presStyleLbl="node1" presStyleIdx="0" presStyleCnt="5">
        <dgm:presLayoutVars>
          <dgm:bulletEnabled val="1"/>
        </dgm:presLayoutVars>
      </dgm:prSet>
      <dgm:spPr/>
    </dgm:pt>
    <dgm:pt modelId="{C01F8047-568D-4F6F-AF52-5655AA334E21}" type="pres">
      <dgm:prSet presAssocID="{72F27264-36F3-4DB0-AD82-86E0A5F49D51}" presName="spacer" presStyleCnt="0"/>
      <dgm:spPr/>
    </dgm:pt>
    <dgm:pt modelId="{200038DB-D681-46F5-9E89-48DB046DADC5}" type="pres">
      <dgm:prSet presAssocID="{13FC8051-1BA4-4602-AE70-C572E735EADA}" presName="comp" presStyleCnt="0"/>
      <dgm:spPr/>
    </dgm:pt>
    <dgm:pt modelId="{6F0C2638-0DF2-4E8C-98A5-2F23A14A8865}" type="pres">
      <dgm:prSet presAssocID="{13FC8051-1BA4-4602-AE70-C572E735EADA}" presName="box" presStyleLbl="node1" presStyleIdx="1" presStyleCnt="5"/>
      <dgm:spPr/>
    </dgm:pt>
    <dgm:pt modelId="{97B83C5F-A984-4EC0-9EF4-03454680E520}" type="pres">
      <dgm:prSet presAssocID="{13FC8051-1BA4-4602-AE70-C572E735EADA}" presName="img" presStyleLbl="fgImgPlace1" presStyleIdx="1" presStyleCnt="5"/>
      <dgm:spPr>
        <a:blipFill dpi="0" rotWithShape="1">
          <a:blip xmlns:r="http://schemas.openxmlformats.org/officeDocument/2006/relationships" r:embed="rId2"/>
          <a:srcRect/>
          <a:stretch>
            <a:fillRect t="-4226" b="-4226"/>
          </a:stretch>
        </a:blipFill>
      </dgm:spPr>
    </dgm:pt>
    <dgm:pt modelId="{5C1F47B1-A1B6-4D16-9AF3-71984961419B}" type="pres">
      <dgm:prSet presAssocID="{13FC8051-1BA4-4602-AE70-C572E735EADA}" presName="text" presStyleLbl="node1" presStyleIdx="1" presStyleCnt="5">
        <dgm:presLayoutVars>
          <dgm:bulletEnabled val="1"/>
        </dgm:presLayoutVars>
      </dgm:prSet>
      <dgm:spPr/>
    </dgm:pt>
    <dgm:pt modelId="{241677EE-B96C-4825-BE68-1482447772D3}" type="pres">
      <dgm:prSet presAssocID="{13A58104-58F3-4C72-BB82-49C7AF141B5D}" presName="spacer" presStyleCnt="0"/>
      <dgm:spPr/>
    </dgm:pt>
    <dgm:pt modelId="{1BCF237A-DC4E-42EC-AA83-FD9AA30F7AD3}" type="pres">
      <dgm:prSet presAssocID="{BD4F6A6A-A0AC-464B-8C8D-50075F770061}" presName="comp" presStyleCnt="0"/>
      <dgm:spPr/>
    </dgm:pt>
    <dgm:pt modelId="{B2E54526-CB93-4575-B86C-2EC864F80021}" type="pres">
      <dgm:prSet presAssocID="{BD4F6A6A-A0AC-464B-8C8D-50075F770061}" presName="box" presStyleLbl="node1" presStyleIdx="2" presStyleCnt="5"/>
      <dgm:spPr/>
    </dgm:pt>
    <dgm:pt modelId="{7B393B21-7CF0-4123-A72D-A2B8CF84B71B}" type="pres">
      <dgm:prSet presAssocID="{BD4F6A6A-A0AC-464B-8C8D-50075F770061}" presName="img" presStyleLbl="fgImgPlace1" presStyleIdx="2" presStyleCnt="5"/>
      <dgm:spPr>
        <a:blipFill rotWithShape="1">
          <a:blip xmlns:r="http://schemas.openxmlformats.org/officeDocument/2006/relationships" r:embed="rId3">
            <a:extLst>
              <a:ext uri="{28A0092B-C50C-407E-A947-70E740481C1C}">
                <a14:useLocalDpi xmlns:a14="http://schemas.microsoft.com/office/drawing/2010/main" val="0"/>
              </a:ext>
            </a:extLst>
          </a:blip>
          <a:srcRect/>
          <a:stretch>
            <a:fillRect l="-1000" r="-1000"/>
          </a:stretch>
        </a:blipFill>
      </dgm:spPr>
    </dgm:pt>
    <dgm:pt modelId="{38267C90-4F48-4495-B3FC-E393736D1251}" type="pres">
      <dgm:prSet presAssocID="{BD4F6A6A-A0AC-464B-8C8D-50075F770061}" presName="text" presStyleLbl="node1" presStyleIdx="2" presStyleCnt="5">
        <dgm:presLayoutVars>
          <dgm:bulletEnabled val="1"/>
        </dgm:presLayoutVars>
      </dgm:prSet>
      <dgm:spPr/>
    </dgm:pt>
    <dgm:pt modelId="{7FEBA00F-0F50-495D-B75F-F7449B51E727}" type="pres">
      <dgm:prSet presAssocID="{BED572EB-F0C5-45EF-9C29-DFC4FBA9BA0D}" presName="spacer" presStyleCnt="0"/>
      <dgm:spPr/>
    </dgm:pt>
    <dgm:pt modelId="{DD52B398-6A8C-4B7D-8462-2EC473719F3E}" type="pres">
      <dgm:prSet presAssocID="{AEC34F55-5F6C-4C0B-B70F-34B52831FAEE}" presName="comp" presStyleCnt="0"/>
      <dgm:spPr/>
    </dgm:pt>
    <dgm:pt modelId="{2E5FEF1E-199D-4811-A441-2194CAE77B7E}" type="pres">
      <dgm:prSet presAssocID="{AEC34F55-5F6C-4C0B-B70F-34B52831FAEE}" presName="box" presStyleLbl="node1" presStyleIdx="3" presStyleCnt="5"/>
      <dgm:spPr/>
    </dgm:pt>
    <dgm:pt modelId="{533422DB-C321-4472-AA2E-E0675B8E9B27}" type="pres">
      <dgm:prSet presAssocID="{AEC34F55-5F6C-4C0B-B70F-34B52831FAEE}" presName="img" presStyleLbl="fgImgPlace1" presStyleIdx="3" presStyleCnt="5"/>
      <dgm:spPr>
        <a:blipFill rotWithShape="1">
          <a:blip xmlns:r="http://schemas.openxmlformats.org/officeDocument/2006/relationships" r:embed="rId4">
            <a:extLst>
              <a:ext uri="{28A0092B-C50C-407E-A947-70E740481C1C}">
                <a14:useLocalDpi xmlns:a14="http://schemas.microsoft.com/office/drawing/2010/main" val="0"/>
              </a:ext>
            </a:extLst>
          </a:blip>
          <a:srcRect/>
          <a:stretch>
            <a:fillRect/>
          </a:stretch>
        </a:blipFill>
      </dgm:spPr>
    </dgm:pt>
    <dgm:pt modelId="{158AB9D4-D3E9-4783-AF7D-232053627C23}" type="pres">
      <dgm:prSet presAssocID="{AEC34F55-5F6C-4C0B-B70F-34B52831FAEE}" presName="text" presStyleLbl="node1" presStyleIdx="3" presStyleCnt="5">
        <dgm:presLayoutVars>
          <dgm:bulletEnabled val="1"/>
        </dgm:presLayoutVars>
      </dgm:prSet>
      <dgm:spPr/>
    </dgm:pt>
    <dgm:pt modelId="{C29C16F6-09D9-428B-8D3D-BDD016D50C3C}" type="pres">
      <dgm:prSet presAssocID="{F186FAC3-60EF-4DAD-9A7E-E57CB233C553}" presName="spacer" presStyleCnt="0"/>
      <dgm:spPr/>
    </dgm:pt>
    <dgm:pt modelId="{FF559C2F-5626-45CF-846B-F4B61CC6205C}" type="pres">
      <dgm:prSet presAssocID="{B40075B9-7B03-4C2A-9AAF-A71DDBB5D13D}" presName="comp" presStyleCnt="0"/>
      <dgm:spPr/>
    </dgm:pt>
    <dgm:pt modelId="{0AF56C25-CC11-4A63-93B9-7D8A734EF22B}" type="pres">
      <dgm:prSet presAssocID="{B40075B9-7B03-4C2A-9AAF-A71DDBB5D13D}" presName="box" presStyleLbl="node1" presStyleIdx="4" presStyleCnt="5"/>
      <dgm:spPr/>
    </dgm:pt>
    <dgm:pt modelId="{5F859102-86EC-47EC-897C-A9A366E08485}" type="pres">
      <dgm:prSet presAssocID="{B40075B9-7B03-4C2A-9AAF-A71DDBB5D13D}" presName="img" presStyleLbl="fgImgPlace1" presStyleIdx="4" presStyleCnt="5"/>
      <dgm:spPr>
        <a:blipFill rotWithShape="1">
          <a:blip xmlns:r="http://schemas.openxmlformats.org/officeDocument/2006/relationships" r:embed="rId5">
            <a:extLst>
              <a:ext uri="{28A0092B-C50C-407E-A947-70E740481C1C}">
                <a14:useLocalDpi xmlns:a14="http://schemas.microsoft.com/office/drawing/2010/main" val="0"/>
              </a:ext>
            </a:extLst>
          </a:blip>
          <a:srcRect/>
          <a:stretch>
            <a:fillRect l="-11000" r="-11000"/>
          </a:stretch>
        </a:blipFill>
      </dgm:spPr>
    </dgm:pt>
    <dgm:pt modelId="{071E9773-5821-45EF-9ADF-A236FA584519}" type="pres">
      <dgm:prSet presAssocID="{B40075B9-7B03-4C2A-9AAF-A71DDBB5D13D}" presName="text" presStyleLbl="node1" presStyleIdx="4" presStyleCnt="5">
        <dgm:presLayoutVars>
          <dgm:bulletEnabled val="1"/>
        </dgm:presLayoutVars>
      </dgm:prSet>
      <dgm:spPr/>
    </dgm:pt>
  </dgm:ptLst>
  <dgm:cxnLst>
    <dgm:cxn modelId="{DE3A4806-E6CD-4676-BF81-DB4D310C3446}" type="presOf" srcId="{2003C70F-59AC-4C30-9917-7F44713E13DB}" destId="{B8E6D0C8-8B34-4BE1-A259-427BC35567C7}" srcOrd="0" destOrd="3" presId="urn:microsoft.com/office/officeart/2005/8/layout/vList4#1"/>
    <dgm:cxn modelId="{4C76E50D-2142-423A-8F10-DE7FC67A7FFE}" srcId="{13FC8051-1BA4-4602-AE70-C572E735EADA}" destId="{D5548EC0-0650-43C6-8067-4153AB043CB3}" srcOrd="2" destOrd="0" parTransId="{7AB314D7-626B-40C3-8DA3-2E8F48586B81}" sibTransId="{81F15489-952C-4328-AF87-ADDEEC22AACC}"/>
    <dgm:cxn modelId="{70F0220E-507F-4232-BFC4-0BA60AC6320B}" type="presOf" srcId="{A84A3A1D-43C8-4B89-A59A-91796E76FA8B}" destId="{B8E6D0C8-8B34-4BE1-A259-427BC35567C7}" srcOrd="0" destOrd="0" presId="urn:microsoft.com/office/officeart/2005/8/layout/vList4#1"/>
    <dgm:cxn modelId="{30D5E415-8BC6-4A27-8ADE-32C9CD3067B7}" srcId="{A84A3A1D-43C8-4B89-A59A-91796E76FA8B}" destId="{783826F3-D030-4AF4-A3E0-8EA004F2458E}" srcOrd="1" destOrd="0" parTransId="{5844EF21-9B0E-46A9-81E0-4B12ACE5369E}" sibTransId="{98880D09-9F3A-47FB-AF6E-58F1A962967F}"/>
    <dgm:cxn modelId="{8FC54616-88FA-4EC0-ACE5-A4BEC6C3BE87}" srcId="{A84A3A1D-43C8-4B89-A59A-91796E76FA8B}" destId="{2003C70F-59AC-4C30-9917-7F44713E13DB}" srcOrd="2" destOrd="0" parTransId="{EBA67481-09D7-4C11-AD91-627408DE3F11}" sibTransId="{34A91187-6F15-4737-8215-FF938C03268A}"/>
    <dgm:cxn modelId="{FF04F816-4DD4-419E-9EC6-65C4E30720F6}" srcId="{13FC8051-1BA4-4602-AE70-C572E735EADA}" destId="{09E7C25E-ABCF-4B20-BA5D-A3AEC6AC4610}" srcOrd="0" destOrd="0" parTransId="{B863E4B7-D9E7-43D9-B079-C94FB8C213D2}" sibTransId="{643515E2-8C94-4929-944A-0EF9A07B577A}"/>
    <dgm:cxn modelId="{F13FF91A-1FC4-4F4B-92C3-AB76DE92EBDA}" type="presOf" srcId="{D5548EC0-0650-43C6-8067-4153AB043CB3}" destId="{5C1F47B1-A1B6-4D16-9AF3-71984961419B}" srcOrd="1" destOrd="3" presId="urn:microsoft.com/office/officeart/2005/8/layout/vList4#1"/>
    <dgm:cxn modelId="{5EF43D1B-ECE5-43CC-BBA6-53943EB03017}" type="presOf" srcId="{BB90A432-F049-47D3-B652-74A179ED0E96}" destId="{A9EB9775-4257-4A24-A5FD-1CF09C246E8D}" srcOrd="1" destOrd="1" presId="urn:microsoft.com/office/officeart/2005/8/layout/vList4#1"/>
    <dgm:cxn modelId="{D2C9E02A-C192-4F62-B5C7-87EDBD852BE2}" srcId="{5DCE90E9-F374-4AB7-9A65-7E0956224062}" destId="{B40075B9-7B03-4C2A-9AAF-A71DDBB5D13D}" srcOrd="4" destOrd="0" parTransId="{C5651A63-8971-4288-8AE5-0FFE17CA5AB7}" sibTransId="{F2816CEA-A587-4F02-9F71-68E4C21245F4}"/>
    <dgm:cxn modelId="{C27ECC2B-2E46-48AF-88E4-A5229FEEB9CA}" type="presOf" srcId="{34F792CC-98CA-4A3D-9D74-1AA9529B3B82}" destId="{38267C90-4F48-4495-B3FC-E393736D1251}" srcOrd="1" destOrd="1" presId="urn:microsoft.com/office/officeart/2005/8/layout/vList4#1"/>
    <dgm:cxn modelId="{2984F632-33B4-4507-8846-BE9FB1103096}" type="presOf" srcId="{34F792CC-98CA-4A3D-9D74-1AA9529B3B82}" destId="{B2E54526-CB93-4575-B86C-2EC864F80021}" srcOrd="0" destOrd="1" presId="urn:microsoft.com/office/officeart/2005/8/layout/vList4#1"/>
    <dgm:cxn modelId="{2D6A9B3A-1EFE-4B2E-BC3C-3442A7787AD5}" type="presOf" srcId="{13FC8051-1BA4-4602-AE70-C572E735EADA}" destId="{5C1F47B1-A1B6-4D16-9AF3-71984961419B}" srcOrd="1" destOrd="0" presId="urn:microsoft.com/office/officeart/2005/8/layout/vList4#1"/>
    <dgm:cxn modelId="{011D743D-1B0F-4C00-9430-3D63EEEBE3BC}" type="presOf" srcId="{783826F3-D030-4AF4-A3E0-8EA004F2458E}" destId="{A9EB9775-4257-4A24-A5FD-1CF09C246E8D}" srcOrd="1" destOrd="2" presId="urn:microsoft.com/office/officeart/2005/8/layout/vList4#1"/>
    <dgm:cxn modelId="{28565C60-0718-4332-A854-97C88F1BA4E9}" srcId="{A84A3A1D-43C8-4B89-A59A-91796E76FA8B}" destId="{BB90A432-F049-47D3-B652-74A179ED0E96}" srcOrd="0" destOrd="0" parTransId="{FDEA3901-ACBE-4E0E-BFD1-4445CC73B9D7}" sibTransId="{514B3BB5-BBB5-4A07-A21F-AAD5FD6F8243}"/>
    <dgm:cxn modelId="{54DAD041-A431-4CD2-8870-AEE47D4F579C}" type="presOf" srcId="{09E7C25E-ABCF-4B20-BA5D-A3AEC6AC4610}" destId="{6F0C2638-0DF2-4E8C-98A5-2F23A14A8865}" srcOrd="0" destOrd="1" presId="urn:microsoft.com/office/officeart/2005/8/layout/vList4#1"/>
    <dgm:cxn modelId="{1A852B63-5927-4CA5-A3A5-D9E037BB5FD7}" type="presOf" srcId="{151C9E38-9BFD-4871-A1AA-91DABE47EA92}" destId="{38267C90-4F48-4495-B3FC-E393736D1251}" srcOrd="1" destOrd="3" presId="urn:microsoft.com/office/officeart/2005/8/layout/vList4#1"/>
    <dgm:cxn modelId="{174EDC63-267B-40F5-A923-8715CD359FED}" type="presOf" srcId="{2003C70F-59AC-4C30-9917-7F44713E13DB}" destId="{A9EB9775-4257-4A24-A5FD-1CF09C246E8D}" srcOrd="1" destOrd="3" presId="urn:microsoft.com/office/officeart/2005/8/layout/vList4#1"/>
    <dgm:cxn modelId="{0215456D-F151-494A-8A67-17599DAFBE8C}" type="presOf" srcId="{783826F3-D030-4AF4-A3E0-8EA004F2458E}" destId="{B8E6D0C8-8B34-4BE1-A259-427BC35567C7}" srcOrd="0" destOrd="2" presId="urn:microsoft.com/office/officeart/2005/8/layout/vList4#1"/>
    <dgm:cxn modelId="{793F3D53-2CFC-4219-8FFF-6635C27401A4}" srcId="{5DCE90E9-F374-4AB7-9A65-7E0956224062}" destId="{BD4F6A6A-A0AC-464B-8C8D-50075F770061}" srcOrd="2" destOrd="0" parTransId="{2C02CBF8-535C-4070-B3C9-462DF782E249}" sibTransId="{BED572EB-F0C5-45EF-9C29-DFC4FBA9BA0D}"/>
    <dgm:cxn modelId="{F1D21178-C821-4F77-812E-839961387A20}" srcId="{5DCE90E9-F374-4AB7-9A65-7E0956224062}" destId="{13FC8051-1BA4-4602-AE70-C572E735EADA}" srcOrd="1" destOrd="0" parTransId="{0E9D6FA7-385A-4D53-8D9C-C9B5057783E3}" sibTransId="{13A58104-58F3-4C72-BB82-49C7AF141B5D}"/>
    <dgm:cxn modelId="{2CC00C7B-B5F2-449D-9645-6B7FD8AD4638}" type="presOf" srcId="{5DCE90E9-F374-4AB7-9A65-7E0956224062}" destId="{7503A7F7-8670-4FE6-A1FD-588369023DA5}" srcOrd="0" destOrd="0" presId="urn:microsoft.com/office/officeart/2005/8/layout/vList4#1"/>
    <dgm:cxn modelId="{2991647C-6FC0-4C3E-8AD6-AE57DDAEB77A}" type="presOf" srcId="{B40075B9-7B03-4C2A-9AAF-A71DDBB5D13D}" destId="{0AF56C25-CC11-4A63-93B9-7D8A734EF22B}" srcOrd="0" destOrd="0" presId="urn:microsoft.com/office/officeart/2005/8/layout/vList4#1"/>
    <dgm:cxn modelId="{BEF9D98E-06AC-4620-ACCD-8410675179AD}" type="presOf" srcId="{BB90A432-F049-47D3-B652-74A179ED0E96}" destId="{B8E6D0C8-8B34-4BE1-A259-427BC35567C7}" srcOrd="0" destOrd="1" presId="urn:microsoft.com/office/officeart/2005/8/layout/vList4#1"/>
    <dgm:cxn modelId="{CC624E92-FCE4-44D1-B66B-4A16C9AC6730}" type="presOf" srcId="{B40075B9-7B03-4C2A-9AAF-A71DDBB5D13D}" destId="{071E9773-5821-45EF-9ADF-A236FA584519}" srcOrd="1" destOrd="0" presId="urn:microsoft.com/office/officeart/2005/8/layout/vList4#1"/>
    <dgm:cxn modelId="{DBBB86AB-9FE7-41A1-8183-B00DFD1D45AF}" type="presOf" srcId="{13FC8051-1BA4-4602-AE70-C572E735EADA}" destId="{6F0C2638-0DF2-4E8C-98A5-2F23A14A8865}" srcOrd="0" destOrd="0" presId="urn:microsoft.com/office/officeart/2005/8/layout/vList4#1"/>
    <dgm:cxn modelId="{42F6C5B2-BD18-4809-BC25-7A14C886C98D}" type="presOf" srcId="{D5548EC0-0650-43C6-8067-4153AB043CB3}" destId="{6F0C2638-0DF2-4E8C-98A5-2F23A14A8865}" srcOrd="0" destOrd="3" presId="urn:microsoft.com/office/officeart/2005/8/layout/vList4#1"/>
    <dgm:cxn modelId="{34E4FCBA-6AB5-48FE-9450-01EED3FA9EE5}" srcId="{13FC8051-1BA4-4602-AE70-C572E735EADA}" destId="{E4DA9BA8-D40C-4AD7-8DC3-54C3C198403B}" srcOrd="1" destOrd="0" parTransId="{E6EE79A1-6B24-412E-AD8E-B15C7241B589}" sibTransId="{C55FB550-85AF-491F-AD7C-EF7CD4DC04D5}"/>
    <dgm:cxn modelId="{8B8E97BD-417D-4104-89F0-BEA79B3FCAF5}" type="presOf" srcId="{AEC34F55-5F6C-4C0B-B70F-34B52831FAEE}" destId="{2E5FEF1E-199D-4811-A441-2194CAE77B7E}" srcOrd="0" destOrd="0" presId="urn:microsoft.com/office/officeart/2005/8/layout/vList4#1"/>
    <dgm:cxn modelId="{55E846C0-FC44-447E-9E2E-46C2080CD689}" type="presOf" srcId="{BD4F6A6A-A0AC-464B-8C8D-50075F770061}" destId="{B2E54526-CB93-4575-B86C-2EC864F80021}" srcOrd="0" destOrd="0" presId="urn:microsoft.com/office/officeart/2005/8/layout/vList4#1"/>
    <dgm:cxn modelId="{57045FC3-CDC9-4C74-839C-C5CEC335E199}" type="presOf" srcId="{09E7C25E-ABCF-4B20-BA5D-A3AEC6AC4610}" destId="{5C1F47B1-A1B6-4D16-9AF3-71984961419B}" srcOrd="1" destOrd="1" presId="urn:microsoft.com/office/officeart/2005/8/layout/vList4#1"/>
    <dgm:cxn modelId="{358C46C3-1686-4CC0-B2CD-D3AE9BB4B166}" type="presOf" srcId="{A84A3A1D-43C8-4B89-A59A-91796E76FA8B}" destId="{A9EB9775-4257-4A24-A5FD-1CF09C246E8D}" srcOrd="1" destOrd="0" presId="urn:microsoft.com/office/officeart/2005/8/layout/vList4#1"/>
    <dgm:cxn modelId="{FBD16CC5-F87D-4EC1-B9EB-73DEF85FE350}" srcId="{BD4F6A6A-A0AC-464B-8C8D-50075F770061}" destId="{151C9E38-9BFD-4871-A1AA-91DABE47EA92}" srcOrd="2" destOrd="0" parTransId="{FE722D55-09CF-432F-8EA7-8BE66D2A313D}" sibTransId="{05862BF7-6A24-482E-99B5-7B3138E7D775}"/>
    <dgm:cxn modelId="{4BB3E2C5-8BA9-439B-9E4E-1C3707341B6C}" srcId="{BD4F6A6A-A0AC-464B-8C8D-50075F770061}" destId="{1D29329A-EAD3-418E-89C2-CA5CB9A24075}" srcOrd="1" destOrd="0" parTransId="{4DCE5D10-0B1D-4452-8EE3-B250324BFC16}" sibTransId="{FB5F95F9-13B8-4A3F-B95A-6471864933C8}"/>
    <dgm:cxn modelId="{8ED1D9C6-1FC8-4AA3-8AC5-4987C799BF01}" type="presOf" srcId="{E4DA9BA8-D40C-4AD7-8DC3-54C3C198403B}" destId="{5C1F47B1-A1B6-4D16-9AF3-71984961419B}" srcOrd="1" destOrd="2" presId="urn:microsoft.com/office/officeart/2005/8/layout/vList4#1"/>
    <dgm:cxn modelId="{CFC75DC8-1750-442B-B0DA-3757450E90C1}" type="presOf" srcId="{AEC34F55-5F6C-4C0B-B70F-34B52831FAEE}" destId="{158AB9D4-D3E9-4783-AF7D-232053627C23}" srcOrd="1" destOrd="0" presId="urn:microsoft.com/office/officeart/2005/8/layout/vList4#1"/>
    <dgm:cxn modelId="{8641B8CB-679F-476D-BFD2-3F54B8DF9B48}" srcId="{BD4F6A6A-A0AC-464B-8C8D-50075F770061}" destId="{34F792CC-98CA-4A3D-9D74-1AA9529B3B82}" srcOrd="0" destOrd="0" parTransId="{A27AAA04-C828-4957-BFBA-DF1AF80B78D2}" sibTransId="{5A4FCF65-C9E3-4B5F-8999-64C7703C9BB9}"/>
    <dgm:cxn modelId="{F17621DB-8336-493A-8C82-304A0AAE88F7}" type="presOf" srcId="{1D29329A-EAD3-418E-89C2-CA5CB9A24075}" destId="{38267C90-4F48-4495-B3FC-E393736D1251}" srcOrd="1" destOrd="2" presId="urn:microsoft.com/office/officeart/2005/8/layout/vList4#1"/>
    <dgm:cxn modelId="{8F7D79DE-41D5-4A75-A694-AF912470092B}" type="presOf" srcId="{1D29329A-EAD3-418E-89C2-CA5CB9A24075}" destId="{B2E54526-CB93-4575-B86C-2EC864F80021}" srcOrd="0" destOrd="2" presId="urn:microsoft.com/office/officeart/2005/8/layout/vList4#1"/>
    <dgm:cxn modelId="{241337E1-360D-48F4-AAA2-D23464CDFB0B}" srcId="{5DCE90E9-F374-4AB7-9A65-7E0956224062}" destId="{AEC34F55-5F6C-4C0B-B70F-34B52831FAEE}" srcOrd="3" destOrd="0" parTransId="{838AC406-D155-4138-99D9-4C70FCFF9823}" sibTransId="{F186FAC3-60EF-4DAD-9A7E-E57CB233C553}"/>
    <dgm:cxn modelId="{441F06E4-4602-4C25-B3AB-EDFB371C624F}" type="presOf" srcId="{E4DA9BA8-D40C-4AD7-8DC3-54C3C198403B}" destId="{6F0C2638-0DF2-4E8C-98A5-2F23A14A8865}" srcOrd="0" destOrd="2" presId="urn:microsoft.com/office/officeart/2005/8/layout/vList4#1"/>
    <dgm:cxn modelId="{029622F8-8FAB-4E4A-91E7-6EF0A2FB3191}" srcId="{5DCE90E9-F374-4AB7-9A65-7E0956224062}" destId="{A84A3A1D-43C8-4B89-A59A-91796E76FA8B}" srcOrd="0" destOrd="0" parTransId="{C80C8C41-5D0E-40A0-9BA6-6AE6C5229B09}" sibTransId="{72F27264-36F3-4DB0-AD82-86E0A5F49D51}"/>
    <dgm:cxn modelId="{1B868EF8-97B1-46D0-85AA-F1839C8A888F}" type="presOf" srcId="{151C9E38-9BFD-4871-A1AA-91DABE47EA92}" destId="{B2E54526-CB93-4575-B86C-2EC864F80021}" srcOrd="0" destOrd="3" presId="urn:microsoft.com/office/officeart/2005/8/layout/vList4#1"/>
    <dgm:cxn modelId="{34CFC3FE-BC39-4284-BD31-CA0ACC01B286}" type="presOf" srcId="{BD4F6A6A-A0AC-464B-8C8D-50075F770061}" destId="{38267C90-4F48-4495-B3FC-E393736D1251}" srcOrd="1" destOrd="0" presId="urn:microsoft.com/office/officeart/2005/8/layout/vList4#1"/>
    <dgm:cxn modelId="{EEB6EB8F-95E6-48DC-8E76-F87210A4945F}" type="presParOf" srcId="{7503A7F7-8670-4FE6-A1FD-588369023DA5}" destId="{F2DEC8DB-46F8-45DA-B26A-70EF57DCC311}" srcOrd="0" destOrd="0" presId="urn:microsoft.com/office/officeart/2005/8/layout/vList4#1"/>
    <dgm:cxn modelId="{D07AB683-2948-4A36-B995-26736861D49A}" type="presParOf" srcId="{F2DEC8DB-46F8-45DA-B26A-70EF57DCC311}" destId="{B8E6D0C8-8B34-4BE1-A259-427BC35567C7}" srcOrd="0" destOrd="0" presId="urn:microsoft.com/office/officeart/2005/8/layout/vList4#1"/>
    <dgm:cxn modelId="{CA0480A2-942A-4428-8FAB-9E16C3B56D1D}" type="presParOf" srcId="{F2DEC8DB-46F8-45DA-B26A-70EF57DCC311}" destId="{88A82B11-EE78-4B1E-8FF9-D5B735DF0968}" srcOrd="1" destOrd="0" presId="urn:microsoft.com/office/officeart/2005/8/layout/vList4#1"/>
    <dgm:cxn modelId="{D78BD556-138A-4717-B3AF-BDDB29FA26E0}" type="presParOf" srcId="{F2DEC8DB-46F8-45DA-B26A-70EF57DCC311}" destId="{A9EB9775-4257-4A24-A5FD-1CF09C246E8D}" srcOrd="2" destOrd="0" presId="urn:microsoft.com/office/officeart/2005/8/layout/vList4#1"/>
    <dgm:cxn modelId="{EE0A6809-F96E-49A1-B1F3-E11D1B25E6E8}" type="presParOf" srcId="{7503A7F7-8670-4FE6-A1FD-588369023DA5}" destId="{C01F8047-568D-4F6F-AF52-5655AA334E21}" srcOrd="1" destOrd="0" presId="urn:microsoft.com/office/officeart/2005/8/layout/vList4#1"/>
    <dgm:cxn modelId="{289D6BCD-CF0B-407B-B8B2-FE6E85AF08F0}" type="presParOf" srcId="{7503A7F7-8670-4FE6-A1FD-588369023DA5}" destId="{200038DB-D681-46F5-9E89-48DB046DADC5}" srcOrd="2" destOrd="0" presId="urn:microsoft.com/office/officeart/2005/8/layout/vList4#1"/>
    <dgm:cxn modelId="{371F7CD4-3515-42B5-88C7-43A413A2F3EF}" type="presParOf" srcId="{200038DB-D681-46F5-9E89-48DB046DADC5}" destId="{6F0C2638-0DF2-4E8C-98A5-2F23A14A8865}" srcOrd="0" destOrd="0" presId="urn:microsoft.com/office/officeart/2005/8/layout/vList4#1"/>
    <dgm:cxn modelId="{2B19E74E-75D9-4DA2-A5B4-AC9E80002BDA}" type="presParOf" srcId="{200038DB-D681-46F5-9E89-48DB046DADC5}" destId="{97B83C5F-A984-4EC0-9EF4-03454680E520}" srcOrd="1" destOrd="0" presId="urn:microsoft.com/office/officeart/2005/8/layout/vList4#1"/>
    <dgm:cxn modelId="{AF5C6747-D927-4F4C-9723-B904E2479F7F}" type="presParOf" srcId="{200038DB-D681-46F5-9E89-48DB046DADC5}" destId="{5C1F47B1-A1B6-4D16-9AF3-71984961419B}" srcOrd="2" destOrd="0" presId="urn:microsoft.com/office/officeart/2005/8/layout/vList4#1"/>
    <dgm:cxn modelId="{35C0572C-9711-41E5-93DB-EA54322A23B8}" type="presParOf" srcId="{7503A7F7-8670-4FE6-A1FD-588369023DA5}" destId="{241677EE-B96C-4825-BE68-1482447772D3}" srcOrd="3" destOrd="0" presId="urn:microsoft.com/office/officeart/2005/8/layout/vList4#1"/>
    <dgm:cxn modelId="{73DF2CC2-044C-4A65-93DA-E2586AA55110}" type="presParOf" srcId="{7503A7F7-8670-4FE6-A1FD-588369023DA5}" destId="{1BCF237A-DC4E-42EC-AA83-FD9AA30F7AD3}" srcOrd="4" destOrd="0" presId="urn:microsoft.com/office/officeart/2005/8/layout/vList4#1"/>
    <dgm:cxn modelId="{5B9C12A1-C558-4E94-B45F-DD2D25B72115}" type="presParOf" srcId="{1BCF237A-DC4E-42EC-AA83-FD9AA30F7AD3}" destId="{B2E54526-CB93-4575-B86C-2EC864F80021}" srcOrd="0" destOrd="0" presId="urn:microsoft.com/office/officeart/2005/8/layout/vList4#1"/>
    <dgm:cxn modelId="{7D978EF7-72E1-4AD7-BE2B-117CACE65BCD}" type="presParOf" srcId="{1BCF237A-DC4E-42EC-AA83-FD9AA30F7AD3}" destId="{7B393B21-7CF0-4123-A72D-A2B8CF84B71B}" srcOrd="1" destOrd="0" presId="urn:microsoft.com/office/officeart/2005/8/layout/vList4#1"/>
    <dgm:cxn modelId="{CB24A945-4848-4316-AFD3-131F73F1DFC5}" type="presParOf" srcId="{1BCF237A-DC4E-42EC-AA83-FD9AA30F7AD3}" destId="{38267C90-4F48-4495-B3FC-E393736D1251}" srcOrd="2" destOrd="0" presId="urn:microsoft.com/office/officeart/2005/8/layout/vList4#1"/>
    <dgm:cxn modelId="{6A46A71A-1F30-436E-AF62-E7C80539C326}" type="presParOf" srcId="{7503A7F7-8670-4FE6-A1FD-588369023DA5}" destId="{7FEBA00F-0F50-495D-B75F-F7449B51E727}" srcOrd="5" destOrd="0" presId="urn:microsoft.com/office/officeart/2005/8/layout/vList4#1"/>
    <dgm:cxn modelId="{94244E67-921E-4EEA-9296-36BEADC51302}" type="presParOf" srcId="{7503A7F7-8670-4FE6-A1FD-588369023DA5}" destId="{DD52B398-6A8C-4B7D-8462-2EC473719F3E}" srcOrd="6" destOrd="0" presId="urn:microsoft.com/office/officeart/2005/8/layout/vList4#1"/>
    <dgm:cxn modelId="{BA0BCC0E-E0D9-463A-B904-114943D56086}" type="presParOf" srcId="{DD52B398-6A8C-4B7D-8462-2EC473719F3E}" destId="{2E5FEF1E-199D-4811-A441-2194CAE77B7E}" srcOrd="0" destOrd="0" presId="urn:microsoft.com/office/officeart/2005/8/layout/vList4#1"/>
    <dgm:cxn modelId="{04A9A5C4-0B8E-47C8-A3AA-3EE7C111D020}" type="presParOf" srcId="{DD52B398-6A8C-4B7D-8462-2EC473719F3E}" destId="{533422DB-C321-4472-AA2E-E0675B8E9B27}" srcOrd="1" destOrd="0" presId="urn:microsoft.com/office/officeart/2005/8/layout/vList4#1"/>
    <dgm:cxn modelId="{F526CD35-4F57-4B0A-9955-188E40FE90FC}" type="presParOf" srcId="{DD52B398-6A8C-4B7D-8462-2EC473719F3E}" destId="{158AB9D4-D3E9-4783-AF7D-232053627C23}" srcOrd="2" destOrd="0" presId="urn:microsoft.com/office/officeart/2005/8/layout/vList4#1"/>
    <dgm:cxn modelId="{ED9CDBDC-9CF2-4512-AAB4-EF7BD43F9F89}" type="presParOf" srcId="{7503A7F7-8670-4FE6-A1FD-588369023DA5}" destId="{C29C16F6-09D9-428B-8D3D-BDD016D50C3C}" srcOrd="7" destOrd="0" presId="urn:microsoft.com/office/officeart/2005/8/layout/vList4#1"/>
    <dgm:cxn modelId="{49482D03-38C9-465A-9402-FCBF458A8B7C}" type="presParOf" srcId="{7503A7F7-8670-4FE6-A1FD-588369023DA5}" destId="{FF559C2F-5626-45CF-846B-F4B61CC6205C}" srcOrd="8" destOrd="0" presId="urn:microsoft.com/office/officeart/2005/8/layout/vList4#1"/>
    <dgm:cxn modelId="{027FB6CA-4F58-48AF-959F-422EEBE2E43E}" type="presParOf" srcId="{FF559C2F-5626-45CF-846B-F4B61CC6205C}" destId="{0AF56C25-CC11-4A63-93B9-7D8A734EF22B}" srcOrd="0" destOrd="0" presId="urn:microsoft.com/office/officeart/2005/8/layout/vList4#1"/>
    <dgm:cxn modelId="{D8DEE5C7-FEF5-4E6B-853D-247688CF2C1E}" type="presParOf" srcId="{FF559C2F-5626-45CF-846B-F4B61CC6205C}" destId="{5F859102-86EC-47EC-897C-A9A366E08485}" srcOrd="1" destOrd="0" presId="urn:microsoft.com/office/officeart/2005/8/layout/vList4#1"/>
    <dgm:cxn modelId="{4A059839-3D66-4FEB-A70C-3349CB0FD1BE}" type="presParOf" srcId="{FF559C2F-5626-45CF-846B-F4B61CC6205C}" destId="{071E9773-5821-45EF-9ADF-A236FA584519}" srcOrd="2" destOrd="0" presId="urn:microsoft.com/office/officeart/2005/8/layout/vList4#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A181063-15B6-49FB-8F70-86B3BADB3B0F}">
      <dsp:nvSpPr>
        <dsp:cNvPr id="0" name=""/>
        <dsp:cNvSpPr/>
      </dsp:nvSpPr>
      <dsp:spPr>
        <a:xfrm>
          <a:off x="314878" y="0"/>
          <a:ext cx="3527180" cy="1096564"/>
        </a:xfrm>
        <a:prstGeom prst="leftRightRibb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AE3E2E-FB9F-4F2A-BF6E-2ACCB5C5674A}">
      <dsp:nvSpPr>
        <dsp:cNvPr id="0" name=""/>
        <dsp:cNvSpPr/>
      </dsp:nvSpPr>
      <dsp:spPr>
        <a:xfrm>
          <a:off x="1071221" y="191898"/>
          <a:ext cx="823571" cy="53731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5560" rIns="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solidFill>
                <a:schemeClr val="accent1">
                  <a:lumMod val="50000"/>
                </a:schemeClr>
              </a:solidFill>
            </a:rPr>
            <a:t>Market Research</a:t>
          </a:r>
          <a:endParaRPr lang="en-IN" sz="1000" b="1" kern="1200" dirty="0">
            <a:solidFill>
              <a:schemeClr val="accent1">
                <a:lumMod val="50000"/>
              </a:schemeClr>
            </a:solidFill>
          </a:endParaRPr>
        </a:p>
      </dsp:txBody>
      <dsp:txXfrm>
        <a:off x="1071221" y="191898"/>
        <a:ext cx="823571" cy="537316"/>
      </dsp:txXfrm>
    </dsp:sp>
    <dsp:sp modelId="{03E301B6-74D8-40B4-A57A-27C6C5C70D64}">
      <dsp:nvSpPr>
        <dsp:cNvPr id="0" name=""/>
        <dsp:cNvSpPr/>
      </dsp:nvSpPr>
      <dsp:spPr>
        <a:xfrm>
          <a:off x="2224668" y="367348"/>
          <a:ext cx="764634" cy="537316"/>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5560" rIns="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solidFill>
                <a:schemeClr val="accent1">
                  <a:lumMod val="50000"/>
                </a:schemeClr>
              </a:solidFill>
            </a:rPr>
            <a:t>Primary Research</a:t>
          </a:r>
          <a:endParaRPr lang="en-IN" sz="1000" b="1" kern="1200" dirty="0">
            <a:solidFill>
              <a:schemeClr val="accent1">
                <a:lumMod val="50000"/>
              </a:schemeClr>
            </a:solidFill>
          </a:endParaRPr>
        </a:p>
      </dsp:txBody>
      <dsp:txXfrm>
        <a:off x="2224668" y="367348"/>
        <a:ext cx="764634" cy="5373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281B51-12A7-4900-A75D-84F644B70D79}">
      <dsp:nvSpPr>
        <dsp:cNvPr id="0" name=""/>
        <dsp:cNvSpPr/>
      </dsp:nvSpPr>
      <dsp:spPr>
        <a:xfrm>
          <a:off x="70607" y="0"/>
          <a:ext cx="3459558" cy="1050173"/>
        </a:xfrm>
        <a:prstGeom prst="leftRightRibbon">
          <a:avLst/>
        </a:prstGeom>
        <a:solidFill>
          <a:schemeClr val="accent1">
            <a:lumMod val="40000"/>
            <a:lumOff val="6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B5F235-089B-40F3-A24A-47E7C7DC8C8D}">
      <dsp:nvSpPr>
        <dsp:cNvPr id="0" name=""/>
        <dsp:cNvSpPr/>
      </dsp:nvSpPr>
      <dsp:spPr>
        <a:xfrm>
          <a:off x="802722" y="183780"/>
          <a:ext cx="866392" cy="51458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5560" rIns="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solidFill>
                <a:schemeClr val="tx2">
                  <a:lumMod val="75000"/>
                </a:schemeClr>
              </a:solidFill>
            </a:rPr>
            <a:t>Market Research</a:t>
          </a:r>
          <a:endParaRPr lang="en-IN" sz="1000" b="1" kern="1200" dirty="0">
            <a:solidFill>
              <a:schemeClr val="tx2">
                <a:lumMod val="75000"/>
              </a:schemeClr>
            </a:solidFill>
          </a:endParaRPr>
        </a:p>
      </dsp:txBody>
      <dsp:txXfrm>
        <a:off x="802722" y="183780"/>
        <a:ext cx="866392" cy="514584"/>
      </dsp:txXfrm>
    </dsp:sp>
    <dsp:sp modelId="{4F47B45F-9021-4AB8-BD82-858FC1A152BE}">
      <dsp:nvSpPr>
        <dsp:cNvPr id="0" name=""/>
        <dsp:cNvSpPr/>
      </dsp:nvSpPr>
      <dsp:spPr>
        <a:xfrm>
          <a:off x="1800386" y="351807"/>
          <a:ext cx="1023918" cy="51458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35560" rIns="0" bIns="38100" numCol="1" spcCol="1270" anchor="ctr" anchorCtr="0">
          <a:noAutofit/>
        </a:bodyPr>
        <a:lstStyle/>
        <a:p>
          <a:pPr marL="0" lvl="0" indent="0" algn="ctr" defTabSz="444500">
            <a:lnSpc>
              <a:spcPct val="90000"/>
            </a:lnSpc>
            <a:spcBef>
              <a:spcPct val="0"/>
            </a:spcBef>
            <a:spcAft>
              <a:spcPct val="35000"/>
            </a:spcAft>
            <a:buNone/>
          </a:pPr>
          <a:r>
            <a:rPr lang="en-GB" sz="1000" b="1" kern="1200" dirty="0">
              <a:solidFill>
                <a:schemeClr val="tx2">
                  <a:lumMod val="75000"/>
                </a:schemeClr>
              </a:solidFill>
            </a:rPr>
            <a:t>Secondary Research</a:t>
          </a:r>
          <a:endParaRPr lang="en-IN" sz="1000" b="1" kern="1200" dirty="0">
            <a:solidFill>
              <a:schemeClr val="tx2">
                <a:lumMod val="75000"/>
              </a:schemeClr>
            </a:solidFill>
          </a:endParaRPr>
        </a:p>
      </dsp:txBody>
      <dsp:txXfrm>
        <a:off x="1800386" y="351807"/>
        <a:ext cx="1023918" cy="5145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341325-C59F-4B82-8005-6D40F6656A73}">
      <dsp:nvSpPr>
        <dsp:cNvPr id="0" name=""/>
        <dsp:cNvSpPr/>
      </dsp:nvSpPr>
      <dsp:spPr>
        <a:xfrm>
          <a:off x="1310143" y="628"/>
          <a:ext cx="976460" cy="634699"/>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Health/Fitness Clubs</a:t>
          </a:r>
          <a:endParaRPr lang="en-IN" sz="1000" kern="1200" dirty="0"/>
        </a:p>
      </dsp:txBody>
      <dsp:txXfrm>
        <a:off x="1341126" y="31611"/>
        <a:ext cx="914494" cy="572733"/>
      </dsp:txXfrm>
    </dsp:sp>
    <dsp:sp modelId="{0FB37381-E689-4D8B-BE5A-3E459ABA6983}">
      <dsp:nvSpPr>
        <dsp:cNvPr id="0" name=""/>
        <dsp:cNvSpPr/>
      </dsp:nvSpPr>
      <dsp:spPr>
        <a:xfrm>
          <a:off x="529559" y="317978"/>
          <a:ext cx="2537628" cy="2537628"/>
        </a:xfrm>
        <a:custGeom>
          <a:avLst/>
          <a:gdLst/>
          <a:ahLst/>
          <a:cxnLst/>
          <a:rect l="0" t="0" r="0" b="0"/>
          <a:pathLst>
            <a:path>
              <a:moveTo>
                <a:pt x="1763761" y="100517"/>
              </a:moveTo>
              <a:arcTo wR="1268814" hR="1268814" stAng="17577594" swAng="1962915"/>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D052F286-9FED-44AA-B905-45E1B380504A}">
      <dsp:nvSpPr>
        <dsp:cNvPr id="0" name=""/>
        <dsp:cNvSpPr/>
      </dsp:nvSpPr>
      <dsp:spPr>
        <a:xfrm>
          <a:off x="2516857" y="877357"/>
          <a:ext cx="976460" cy="634699"/>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Lunch Box Services</a:t>
          </a:r>
          <a:endParaRPr lang="en-IN" sz="1000" kern="1200" dirty="0"/>
        </a:p>
      </dsp:txBody>
      <dsp:txXfrm>
        <a:off x="2547840" y="908340"/>
        <a:ext cx="914494" cy="572733"/>
      </dsp:txXfrm>
    </dsp:sp>
    <dsp:sp modelId="{88EB2733-1C83-496A-832A-268949EFD633}">
      <dsp:nvSpPr>
        <dsp:cNvPr id="0" name=""/>
        <dsp:cNvSpPr/>
      </dsp:nvSpPr>
      <dsp:spPr>
        <a:xfrm>
          <a:off x="529559" y="317978"/>
          <a:ext cx="2537628" cy="2537628"/>
        </a:xfrm>
        <a:custGeom>
          <a:avLst/>
          <a:gdLst/>
          <a:ahLst/>
          <a:cxnLst/>
          <a:rect l="0" t="0" r="0" b="0"/>
          <a:pathLst>
            <a:path>
              <a:moveTo>
                <a:pt x="2535878" y="1202193"/>
              </a:moveTo>
              <a:arcTo wR="1268814" hR="1268814" stAng="21419413" swAng="219736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F385DE2F-535D-4C49-B808-5B1A23710F5C}">
      <dsp:nvSpPr>
        <dsp:cNvPr id="0" name=""/>
        <dsp:cNvSpPr/>
      </dsp:nvSpPr>
      <dsp:spPr>
        <a:xfrm>
          <a:off x="2055933" y="2295934"/>
          <a:ext cx="976460" cy="634699"/>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Detoxification Centers</a:t>
          </a:r>
          <a:endParaRPr lang="en-IN" sz="1000" kern="1200" dirty="0"/>
        </a:p>
      </dsp:txBody>
      <dsp:txXfrm>
        <a:off x="2086916" y="2326917"/>
        <a:ext cx="914494" cy="572733"/>
      </dsp:txXfrm>
    </dsp:sp>
    <dsp:sp modelId="{9B59F29B-D124-4155-AEA1-99652276AEB5}">
      <dsp:nvSpPr>
        <dsp:cNvPr id="0" name=""/>
        <dsp:cNvSpPr/>
      </dsp:nvSpPr>
      <dsp:spPr>
        <a:xfrm>
          <a:off x="529559" y="317978"/>
          <a:ext cx="2537628" cy="2537628"/>
        </a:xfrm>
        <a:custGeom>
          <a:avLst/>
          <a:gdLst/>
          <a:ahLst/>
          <a:cxnLst/>
          <a:rect l="0" t="0" r="0" b="0"/>
          <a:pathLst>
            <a:path>
              <a:moveTo>
                <a:pt x="1521327" y="2512247"/>
              </a:moveTo>
              <a:arcTo wR="1268814" hR="1268814" stAng="4711236" swAng="1377528"/>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5F9FF563-4735-42AB-9E9B-BD305836EC01}">
      <dsp:nvSpPr>
        <dsp:cNvPr id="0" name=""/>
        <dsp:cNvSpPr/>
      </dsp:nvSpPr>
      <dsp:spPr>
        <a:xfrm>
          <a:off x="564353" y="2295934"/>
          <a:ext cx="976460" cy="634699"/>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Cinema Halls/</a:t>
          </a:r>
        </a:p>
        <a:p>
          <a:pPr marL="0" lvl="0" indent="0" algn="ctr" defTabSz="444500">
            <a:lnSpc>
              <a:spcPct val="90000"/>
            </a:lnSpc>
            <a:spcBef>
              <a:spcPct val="0"/>
            </a:spcBef>
            <a:spcAft>
              <a:spcPct val="35000"/>
            </a:spcAft>
            <a:buNone/>
          </a:pPr>
          <a:r>
            <a:rPr lang="en-US" sz="1000" kern="1200" dirty="0"/>
            <a:t>Auditoriums</a:t>
          </a:r>
          <a:endParaRPr lang="en-IN" sz="1000" kern="1200" dirty="0"/>
        </a:p>
      </dsp:txBody>
      <dsp:txXfrm>
        <a:off x="595336" y="2326917"/>
        <a:ext cx="914494" cy="572733"/>
      </dsp:txXfrm>
    </dsp:sp>
    <dsp:sp modelId="{B4A08CD8-C5D9-46D1-B028-466418CB3BCD}">
      <dsp:nvSpPr>
        <dsp:cNvPr id="0" name=""/>
        <dsp:cNvSpPr/>
      </dsp:nvSpPr>
      <dsp:spPr>
        <a:xfrm>
          <a:off x="529559" y="317978"/>
          <a:ext cx="2537628" cy="2537628"/>
        </a:xfrm>
        <a:custGeom>
          <a:avLst/>
          <a:gdLst/>
          <a:ahLst/>
          <a:cxnLst/>
          <a:rect l="0" t="0" r="0" b="0"/>
          <a:pathLst>
            <a:path>
              <a:moveTo>
                <a:pt x="212149" y="1971203"/>
              </a:moveTo>
              <a:arcTo wR="1268814" hR="1268814" stAng="8783226" swAng="2197361"/>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86AE3C8E-A702-42B5-9720-2AC3EA72BB1C}">
      <dsp:nvSpPr>
        <dsp:cNvPr id="0" name=""/>
        <dsp:cNvSpPr/>
      </dsp:nvSpPr>
      <dsp:spPr>
        <a:xfrm>
          <a:off x="103429" y="877357"/>
          <a:ext cx="976460" cy="634699"/>
        </a:xfrm>
        <a:prstGeom prst="roundRect">
          <a:avLst/>
        </a:prstGeom>
        <a:solidFill>
          <a:schemeClr val="tx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 Societies with High Target Consumer Occupancy.</a:t>
          </a:r>
          <a:endParaRPr lang="en-IN" sz="1000" kern="1200" dirty="0"/>
        </a:p>
      </dsp:txBody>
      <dsp:txXfrm>
        <a:off x="134412" y="908340"/>
        <a:ext cx="914494" cy="572733"/>
      </dsp:txXfrm>
    </dsp:sp>
    <dsp:sp modelId="{0DF87BA2-3745-42C9-A1B7-5AF1D3D95D46}">
      <dsp:nvSpPr>
        <dsp:cNvPr id="0" name=""/>
        <dsp:cNvSpPr/>
      </dsp:nvSpPr>
      <dsp:spPr>
        <a:xfrm>
          <a:off x="529559" y="317978"/>
          <a:ext cx="2537628" cy="2537628"/>
        </a:xfrm>
        <a:custGeom>
          <a:avLst/>
          <a:gdLst/>
          <a:ahLst/>
          <a:cxnLst/>
          <a:rect l="0" t="0" r="0" b="0"/>
          <a:pathLst>
            <a:path>
              <a:moveTo>
                <a:pt x="220959" y="553349"/>
              </a:moveTo>
              <a:arcTo wR="1268814" hR="1268814" stAng="12859491" swAng="1962915"/>
            </a:path>
          </a:pathLst>
        </a:custGeom>
        <a:noFill/>
        <a:ln w="6350" cap="flat" cmpd="sng" algn="ctr">
          <a:solidFill>
            <a:schemeClr val="accent1">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F9091D-1184-487A-BCB0-B732A49340F9}">
      <dsp:nvSpPr>
        <dsp:cNvPr id="0" name=""/>
        <dsp:cNvSpPr/>
      </dsp:nvSpPr>
      <dsp:spPr>
        <a:xfrm rot="10800000">
          <a:off x="2156909" y="170"/>
          <a:ext cx="7946490" cy="621401"/>
        </a:xfrm>
        <a:prstGeom prst="homePlate">
          <a:avLst/>
        </a:prstGeom>
        <a:solidFill>
          <a:schemeClr val="accent6">
            <a:alpha val="9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4021"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Farmery</a:t>
          </a:r>
          <a:r>
            <a:rPr lang="en-US" sz="1700" kern="1200" dirty="0"/>
            <a:t> has introduced a subscription based model in Delhi NCR which has increased their revenue to $5 million.</a:t>
          </a:r>
        </a:p>
      </dsp:txBody>
      <dsp:txXfrm rot="10800000">
        <a:off x="2312259" y="170"/>
        <a:ext cx="7791140" cy="621401"/>
      </dsp:txXfrm>
    </dsp:sp>
    <dsp:sp modelId="{2DB2ED0D-7501-4E34-B823-5800A39E1529}">
      <dsp:nvSpPr>
        <dsp:cNvPr id="0" name=""/>
        <dsp:cNvSpPr/>
      </dsp:nvSpPr>
      <dsp:spPr>
        <a:xfrm>
          <a:off x="1846209" y="170"/>
          <a:ext cx="621401" cy="621401"/>
        </a:xfrm>
        <a:prstGeom prst="ellipse">
          <a:avLst/>
        </a:prstGeom>
        <a:blipFill rotWithShape="0">
          <a:blip xmlns:r="http://schemas.openxmlformats.org/officeDocument/2006/relationships" r:embed="rId1"/>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920970D-8BBB-46FB-A0A6-00CF11213946}">
      <dsp:nvSpPr>
        <dsp:cNvPr id="0" name=""/>
        <dsp:cNvSpPr/>
      </dsp:nvSpPr>
      <dsp:spPr>
        <a:xfrm rot="10800000">
          <a:off x="2156909" y="776922"/>
          <a:ext cx="7946490" cy="621401"/>
        </a:xfrm>
        <a:prstGeom prst="homePlate">
          <a:avLst/>
        </a:prstGeom>
        <a:solidFill>
          <a:schemeClr val="accent5">
            <a:lumMod val="50000"/>
            <a:alpha val="87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4021" tIns="64770" rIns="120904" bIns="64770" numCol="1" spcCol="1270" anchor="ctr" anchorCtr="0">
          <a:noAutofit/>
        </a:bodyPr>
        <a:lstStyle/>
        <a:p>
          <a:pPr marL="0" lvl="0" indent="0" algn="ctr" defTabSz="755650">
            <a:lnSpc>
              <a:spcPct val="90000"/>
            </a:lnSpc>
            <a:spcBef>
              <a:spcPct val="0"/>
            </a:spcBef>
            <a:spcAft>
              <a:spcPct val="35000"/>
            </a:spcAft>
            <a:buNone/>
          </a:pPr>
          <a:r>
            <a:rPr lang="en-US" sz="1700" kern="1200" dirty="0" err="1"/>
            <a:t>FruitBox</a:t>
          </a:r>
          <a:r>
            <a:rPr lang="en-US" sz="1700" kern="1200" dirty="0"/>
            <a:t> and Co.( an app based model) was launched in 2018, with an investment of just Rs 10 </a:t>
          </a:r>
          <a:r>
            <a:rPr lang="en-US" sz="1700" kern="1200" dirty="0" err="1"/>
            <a:t>lakh</a:t>
          </a:r>
          <a:r>
            <a:rPr lang="en-US" sz="1700" kern="1200" dirty="0"/>
            <a:t> is now raking in Rs 1.25 </a:t>
          </a:r>
          <a:r>
            <a:rPr lang="en-US" sz="1700" kern="1200" dirty="0" err="1"/>
            <a:t>lakh</a:t>
          </a:r>
          <a:r>
            <a:rPr lang="en-US" sz="1700" kern="1200" dirty="0"/>
            <a:t> in daily revenue. </a:t>
          </a:r>
        </a:p>
      </dsp:txBody>
      <dsp:txXfrm rot="10800000">
        <a:off x="2312259" y="776922"/>
        <a:ext cx="7791140" cy="621401"/>
      </dsp:txXfrm>
    </dsp:sp>
    <dsp:sp modelId="{D49DEFF5-66FE-415F-B76B-E5FF59ECE0A9}">
      <dsp:nvSpPr>
        <dsp:cNvPr id="0" name=""/>
        <dsp:cNvSpPr/>
      </dsp:nvSpPr>
      <dsp:spPr>
        <a:xfrm>
          <a:off x="1846209" y="776922"/>
          <a:ext cx="621401" cy="621401"/>
        </a:xfrm>
        <a:prstGeom prst="ellipse">
          <a:avLst/>
        </a:prstGeom>
        <a:blipFill rotWithShape="0">
          <a:blip xmlns:r="http://schemas.openxmlformats.org/officeDocument/2006/relationships" r:embed="rId2"/>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E6D0C8-8B34-4BE1-A259-427BC35567C7}">
      <dsp:nvSpPr>
        <dsp:cNvPr id="0" name=""/>
        <dsp:cNvSpPr/>
      </dsp:nvSpPr>
      <dsp:spPr>
        <a:xfrm>
          <a:off x="0" y="0"/>
          <a:ext cx="8269270" cy="1016241"/>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u="sng" kern="1200" dirty="0"/>
            <a:t>Fitness Centers</a:t>
          </a:r>
          <a:endParaRPr lang="en-IN" sz="1200" u="sng" kern="1200" dirty="0"/>
        </a:p>
        <a:p>
          <a:pPr marL="114300" lvl="1" indent="-114300" algn="l" defTabSz="533400">
            <a:lnSpc>
              <a:spcPct val="90000"/>
            </a:lnSpc>
            <a:spcBef>
              <a:spcPct val="0"/>
            </a:spcBef>
            <a:spcAft>
              <a:spcPct val="15000"/>
            </a:spcAft>
            <a:buChar char="•"/>
          </a:pPr>
          <a:r>
            <a:rPr lang="en-US" sz="1200" i="0" kern="1200" dirty="0"/>
            <a:t>Create Awareness on relevant benefits of fruits through Seminars/Webinars.</a:t>
          </a:r>
          <a:endParaRPr lang="en-IN" sz="1200" kern="1200" dirty="0"/>
        </a:p>
        <a:p>
          <a:pPr marL="114300" lvl="1" indent="-114300" algn="l" defTabSz="533400">
            <a:lnSpc>
              <a:spcPct val="90000"/>
            </a:lnSpc>
            <a:spcBef>
              <a:spcPct val="0"/>
            </a:spcBef>
            <a:spcAft>
              <a:spcPct val="15000"/>
            </a:spcAft>
            <a:buChar char="•"/>
          </a:pPr>
          <a:r>
            <a:rPr lang="en-US" sz="1200" kern="1200" dirty="0"/>
            <a:t>Promotion of Fruitoholic Products and Subscription plans through Banners in gym area.</a:t>
          </a:r>
          <a:endParaRPr lang="en-IN" sz="1200" kern="1200" dirty="0"/>
        </a:p>
        <a:p>
          <a:pPr marL="114300" lvl="1" indent="-114300" algn="l" defTabSz="533400">
            <a:lnSpc>
              <a:spcPct val="90000"/>
            </a:lnSpc>
            <a:spcBef>
              <a:spcPct val="0"/>
            </a:spcBef>
            <a:spcAft>
              <a:spcPct val="15000"/>
            </a:spcAft>
            <a:buChar char="•"/>
          </a:pPr>
          <a:r>
            <a:rPr lang="en-US" sz="1200" kern="1200" dirty="0"/>
            <a:t>Provide Products at discounted price for subscription orders in bulk.</a:t>
          </a:r>
          <a:endParaRPr lang="en-IN" sz="1200" kern="1200" dirty="0"/>
        </a:p>
      </dsp:txBody>
      <dsp:txXfrm>
        <a:off x="1755478" y="0"/>
        <a:ext cx="6513791" cy="1016241"/>
      </dsp:txXfrm>
    </dsp:sp>
    <dsp:sp modelId="{88A82B11-EE78-4B1E-8FF9-D5B735DF0968}">
      <dsp:nvSpPr>
        <dsp:cNvPr id="0" name=""/>
        <dsp:cNvSpPr/>
      </dsp:nvSpPr>
      <dsp:spPr>
        <a:xfrm>
          <a:off x="101624" y="101624"/>
          <a:ext cx="1653854" cy="812992"/>
        </a:xfrm>
        <a:prstGeom prst="roundRect">
          <a:avLst>
            <a:gd name="adj" fmla="val 10000"/>
          </a:avLst>
        </a:prstGeom>
        <a:blipFill rotWithShape="1">
          <a:blip xmlns:r="http://schemas.openxmlformats.org/officeDocument/2006/relationships" r:embed="rId1"/>
          <a:srcRect/>
          <a:stretch>
            <a:fillRect t="-39000" b="-3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0C2638-0DF2-4E8C-98A5-2F23A14A8865}">
      <dsp:nvSpPr>
        <dsp:cNvPr id="0" name=""/>
        <dsp:cNvSpPr/>
      </dsp:nvSpPr>
      <dsp:spPr>
        <a:xfrm>
          <a:off x="0" y="1117865"/>
          <a:ext cx="8269270" cy="1016241"/>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u="sng" kern="1200" dirty="0"/>
            <a:t>Lunch Box Services</a:t>
          </a:r>
          <a:endParaRPr lang="en-IN" sz="1200" u="sng" kern="1200" dirty="0"/>
        </a:p>
        <a:p>
          <a:pPr marL="114300" lvl="1" indent="-114300" algn="l" defTabSz="533400">
            <a:lnSpc>
              <a:spcPct val="90000"/>
            </a:lnSpc>
            <a:spcBef>
              <a:spcPct val="0"/>
            </a:spcBef>
            <a:spcAft>
              <a:spcPct val="15000"/>
            </a:spcAft>
            <a:buChar char="•"/>
          </a:pPr>
          <a:r>
            <a:rPr lang="en-US" sz="1200" i="0" kern="1200" dirty="0"/>
            <a:t>Use Fruitoholic Ads on Lunchbox carrying vehicles to gain attention.</a:t>
          </a:r>
          <a:endParaRPr lang="en-IN" sz="1200" kern="1200" dirty="0"/>
        </a:p>
        <a:p>
          <a:pPr marL="114300" lvl="1" indent="-114300" algn="l" defTabSz="533400">
            <a:lnSpc>
              <a:spcPct val="90000"/>
            </a:lnSpc>
            <a:spcBef>
              <a:spcPct val="0"/>
            </a:spcBef>
            <a:spcAft>
              <a:spcPct val="15000"/>
            </a:spcAft>
            <a:buChar char="•"/>
          </a:pPr>
          <a:r>
            <a:rPr lang="en-US" sz="1200" i="0" kern="1200" dirty="0"/>
            <a:t>Use Lunch Box Services to circulate Pamphlets on Fruitoholic products to their Consumers.</a:t>
          </a:r>
          <a:endParaRPr lang="en-IN" sz="1200" kern="1200" dirty="0"/>
        </a:p>
        <a:p>
          <a:pPr marL="114300" lvl="1" indent="-114300" algn="l" defTabSz="533400">
            <a:lnSpc>
              <a:spcPct val="90000"/>
            </a:lnSpc>
            <a:spcBef>
              <a:spcPct val="0"/>
            </a:spcBef>
            <a:spcAft>
              <a:spcPct val="15000"/>
            </a:spcAft>
            <a:buChar char="•"/>
          </a:pPr>
          <a:r>
            <a:rPr lang="en-US" sz="1200" i="0" kern="1200" dirty="0"/>
            <a:t>Give Discounts on Bulk Subscription Model for Consumers of the Lunchbox Services Chain.</a:t>
          </a:r>
          <a:endParaRPr lang="en-IN" sz="1200" kern="1200" dirty="0"/>
        </a:p>
      </dsp:txBody>
      <dsp:txXfrm>
        <a:off x="1755478" y="1117865"/>
        <a:ext cx="6513791" cy="1016241"/>
      </dsp:txXfrm>
    </dsp:sp>
    <dsp:sp modelId="{97B83C5F-A984-4EC0-9EF4-03454680E520}">
      <dsp:nvSpPr>
        <dsp:cNvPr id="0" name=""/>
        <dsp:cNvSpPr/>
      </dsp:nvSpPr>
      <dsp:spPr>
        <a:xfrm>
          <a:off x="101624" y="1219489"/>
          <a:ext cx="1653854" cy="812992"/>
        </a:xfrm>
        <a:prstGeom prst="roundRect">
          <a:avLst>
            <a:gd name="adj" fmla="val 10000"/>
          </a:avLst>
        </a:prstGeom>
        <a:blipFill dpi="0" rotWithShape="1">
          <a:blip xmlns:r="http://schemas.openxmlformats.org/officeDocument/2006/relationships" r:embed="rId2"/>
          <a:srcRect/>
          <a:stretch>
            <a:fillRect t="-4226" b="-4226"/>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2E54526-CB93-4575-B86C-2EC864F80021}">
      <dsp:nvSpPr>
        <dsp:cNvPr id="0" name=""/>
        <dsp:cNvSpPr/>
      </dsp:nvSpPr>
      <dsp:spPr>
        <a:xfrm>
          <a:off x="0" y="2235730"/>
          <a:ext cx="8269270" cy="1016241"/>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t" anchorCtr="0">
          <a:noAutofit/>
        </a:bodyPr>
        <a:lstStyle/>
        <a:p>
          <a:pPr marL="0" lvl="0" indent="0" algn="l" defTabSz="533400">
            <a:lnSpc>
              <a:spcPct val="90000"/>
            </a:lnSpc>
            <a:spcBef>
              <a:spcPct val="0"/>
            </a:spcBef>
            <a:spcAft>
              <a:spcPct val="35000"/>
            </a:spcAft>
            <a:buNone/>
          </a:pPr>
          <a:r>
            <a:rPr lang="en-US" sz="1200" u="sng" kern="1200" dirty="0"/>
            <a:t>Society/Apartment Complexes</a:t>
          </a:r>
          <a:endParaRPr lang="en-IN" sz="1200" u="sng" kern="1200" dirty="0"/>
        </a:p>
        <a:p>
          <a:pPr marL="114300" lvl="1" indent="-114300" algn="l" defTabSz="533400">
            <a:lnSpc>
              <a:spcPct val="90000"/>
            </a:lnSpc>
            <a:spcBef>
              <a:spcPct val="0"/>
            </a:spcBef>
            <a:spcAft>
              <a:spcPct val="15000"/>
            </a:spcAft>
            <a:buChar char="•"/>
          </a:pPr>
          <a:r>
            <a:rPr lang="en-US" sz="1200" i="0" kern="1200" dirty="0"/>
            <a:t>Create Awareness on relevant benefits of fruits through Seminars/Webinars.</a:t>
          </a:r>
          <a:endParaRPr lang="en-IN" sz="1200" kern="1200" dirty="0"/>
        </a:p>
        <a:p>
          <a:pPr marL="114300" lvl="1" indent="-114300" algn="l" defTabSz="533400">
            <a:lnSpc>
              <a:spcPct val="90000"/>
            </a:lnSpc>
            <a:spcBef>
              <a:spcPct val="0"/>
            </a:spcBef>
            <a:spcAft>
              <a:spcPct val="15000"/>
            </a:spcAft>
            <a:buChar char="•"/>
          </a:pPr>
          <a:r>
            <a:rPr lang="en-US" sz="1200" i="0" kern="1200" dirty="0"/>
            <a:t>Put up Promotion banners on Fruitoholic products and subscription Plans in the Common Areas.</a:t>
          </a:r>
          <a:endParaRPr lang="en-IN" sz="1200" kern="1200" dirty="0"/>
        </a:p>
        <a:p>
          <a:pPr marL="114300" lvl="1" indent="-114300" algn="l" defTabSz="533400">
            <a:lnSpc>
              <a:spcPct val="90000"/>
            </a:lnSpc>
            <a:spcBef>
              <a:spcPct val="0"/>
            </a:spcBef>
            <a:spcAft>
              <a:spcPct val="15000"/>
            </a:spcAft>
            <a:buChar char="•"/>
          </a:pPr>
          <a:r>
            <a:rPr lang="en-US" sz="1200" i="0" kern="1200" dirty="0"/>
            <a:t>Provide Discounted Rates for bulk Subscriptions</a:t>
          </a:r>
          <a:endParaRPr lang="en-IN" sz="1200" kern="1200" dirty="0"/>
        </a:p>
      </dsp:txBody>
      <dsp:txXfrm>
        <a:off x="1755478" y="2235730"/>
        <a:ext cx="6513791" cy="1016241"/>
      </dsp:txXfrm>
    </dsp:sp>
    <dsp:sp modelId="{7B393B21-7CF0-4123-A72D-A2B8CF84B71B}">
      <dsp:nvSpPr>
        <dsp:cNvPr id="0" name=""/>
        <dsp:cNvSpPr/>
      </dsp:nvSpPr>
      <dsp:spPr>
        <a:xfrm>
          <a:off x="101624" y="2337354"/>
          <a:ext cx="1653854" cy="812992"/>
        </a:xfrm>
        <a:prstGeom prst="roundRect">
          <a:avLst>
            <a:gd name="adj" fmla="val 10000"/>
          </a:avLst>
        </a:prstGeom>
        <a:blipFill rotWithShape="1">
          <a:blip xmlns:r="http://schemas.openxmlformats.org/officeDocument/2006/relationships" r:embed="rId3">
            <a:extLst>
              <a:ext uri="{28A0092B-C50C-407E-A947-70E740481C1C}">
                <a14:useLocalDpi xmlns:a14="http://schemas.microsoft.com/office/drawing/2010/main" val="0"/>
              </a:ext>
            </a:extLst>
          </a:blip>
          <a:srcRect/>
          <a:stretch>
            <a:fillRect l="-1000" r="-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E5FEF1E-199D-4811-A441-2194CAE77B7E}">
      <dsp:nvSpPr>
        <dsp:cNvPr id="0" name=""/>
        <dsp:cNvSpPr/>
      </dsp:nvSpPr>
      <dsp:spPr>
        <a:xfrm>
          <a:off x="0" y="3353595"/>
          <a:ext cx="8269270" cy="1016241"/>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endParaRPr lang="en-IN" sz="4700" kern="1200"/>
        </a:p>
      </dsp:txBody>
      <dsp:txXfrm>
        <a:off x="1755478" y="3353595"/>
        <a:ext cx="6513791" cy="1016241"/>
      </dsp:txXfrm>
    </dsp:sp>
    <dsp:sp modelId="{533422DB-C321-4472-AA2E-E0675B8E9B27}">
      <dsp:nvSpPr>
        <dsp:cNvPr id="0" name=""/>
        <dsp:cNvSpPr/>
      </dsp:nvSpPr>
      <dsp:spPr>
        <a:xfrm>
          <a:off x="101624" y="3455219"/>
          <a:ext cx="1653854" cy="812992"/>
        </a:xfrm>
        <a:prstGeom prst="roundRect">
          <a:avLst>
            <a:gd name="adj" fmla="val 10000"/>
          </a:avLst>
        </a:prstGeom>
        <a:blipFill rotWithShape="1">
          <a:blip xmlns:r="http://schemas.openxmlformats.org/officeDocument/2006/relationships" r:embed="rId4">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AF56C25-CC11-4A63-93B9-7D8A734EF22B}">
      <dsp:nvSpPr>
        <dsp:cNvPr id="0" name=""/>
        <dsp:cNvSpPr/>
      </dsp:nvSpPr>
      <dsp:spPr>
        <a:xfrm>
          <a:off x="0" y="4471460"/>
          <a:ext cx="8269270" cy="1016241"/>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l" defTabSz="2089150">
            <a:lnSpc>
              <a:spcPct val="90000"/>
            </a:lnSpc>
            <a:spcBef>
              <a:spcPct val="0"/>
            </a:spcBef>
            <a:spcAft>
              <a:spcPct val="35000"/>
            </a:spcAft>
            <a:buNone/>
          </a:pPr>
          <a:endParaRPr lang="en-IN" sz="4700" kern="1200"/>
        </a:p>
      </dsp:txBody>
      <dsp:txXfrm>
        <a:off x="1755478" y="4471460"/>
        <a:ext cx="6513791" cy="1016241"/>
      </dsp:txXfrm>
    </dsp:sp>
    <dsp:sp modelId="{5F859102-86EC-47EC-897C-A9A366E08485}">
      <dsp:nvSpPr>
        <dsp:cNvPr id="0" name=""/>
        <dsp:cNvSpPr/>
      </dsp:nvSpPr>
      <dsp:spPr>
        <a:xfrm>
          <a:off x="101624" y="4573085"/>
          <a:ext cx="1653854" cy="812992"/>
        </a:xfrm>
        <a:prstGeom prst="roundRect">
          <a:avLst>
            <a:gd name="adj" fmla="val 10000"/>
          </a:avLst>
        </a:prstGeom>
        <a:blipFill rotWithShape="1">
          <a:blip xmlns:r="http://schemas.openxmlformats.org/officeDocument/2006/relationships" r:embed="rId5">
            <a:extLst>
              <a:ext uri="{28A0092B-C50C-407E-A947-70E740481C1C}">
                <a14:useLocalDpi xmlns:a14="http://schemas.microsoft.com/office/drawing/2010/main" val="0"/>
              </a:ext>
            </a:extLst>
          </a:blip>
          <a:srcRect/>
          <a:stretch>
            <a:fillRect l="-11000" r="-11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2.xml><?xml version="1.0" encoding="utf-8"?>
<dgm:layoutDef xmlns:dgm="http://schemas.openxmlformats.org/drawingml/2006/diagram" xmlns:a="http://schemas.openxmlformats.org/drawingml/2006/main" uniqueId="urn:microsoft.com/office/officeart/2005/8/layout/arrow6">
  <dgm:title val=""/>
  <dgm:desc val=""/>
  <dgm:catLst>
    <dgm:cat type="relationship" pri="4000"/>
    <dgm:cat type="process" pri="29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ctr"/>
      <dgm:param type="vertAlign" val="mid"/>
      <dgm:param type="ar" val="2.5"/>
    </dgm:alg>
    <dgm:shape xmlns:r="http://schemas.openxmlformats.org/officeDocument/2006/relationships" r:blip="">
      <dgm:adjLst/>
    </dgm:shape>
    <dgm:presOf/>
    <dgm:constrLst>
      <dgm:constr type="primFontSz" for="des" ptType="node" op="equ"/>
      <dgm:constr type="w" for="ch" forName="ribbon" refType="h" refFor="ch" refForName="ribbon" fact="2.5"/>
      <dgm:constr type="h" for="ch" forName="leftArrowText" refType="h" fact="0.49"/>
      <dgm:constr type="ctrY" for="ch" forName="leftArrowText" refType="ctrY" refFor="ch" refForName="ribbon"/>
      <dgm:constr type="ctrYOff" for="ch" forName="leftArrowText" refType="h" refFor="ch" refForName="ribbon" fact="-0.08"/>
      <dgm:constr type="l" for="ch" forName="leftArrowText" refType="w" refFor="ch" refForName="ribbon" fact="0.12"/>
      <dgm:constr type="r" for="ch" forName="leftArrowText" refType="w" refFor="ch" refForName="ribbon" fact="0.45"/>
      <dgm:constr type="h" for="ch" forName="rightArrowText" refType="h" fact="0.49"/>
      <dgm:constr type="ctrY" for="ch" forName="rightArrowText" refType="ctrY" refFor="ch" refForName="ribbon"/>
      <dgm:constr type="ctrYOff" for="ch" forName="rightArrowText" refType="h" refFor="ch" refForName="ribbon" fact="0.08"/>
      <dgm:constr type="l" for="ch" forName="rightArrowText" refType="w" refFor="ch" refForName="ribbon" fact="0.5"/>
      <dgm:constr type="r" for="ch" forName="rightArrowText" refType="w" refFor="ch" refForName="ribbon" fact="0.89"/>
    </dgm:constrLst>
    <dgm:ruleLst/>
    <dgm:choose name="Name0">
      <dgm:if name="Name1" axis="ch" ptType="node" func="cnt" op="gte" val="1">
        <dgm:layoutNode name="ribbon" styleLbl="node1">
          <dgm:alg type="sp"/>
          <dgm:shape xmlns:r="http://schemas.openxmlformats.org/officeDocument/2006/relationships" type="leftRightRibbon" r:blip="">
            <dgm:adjLst/>
          </dgm:shape>
          <dgm:presOf/>
          <dgm:constrLst/>
          <dgm:ruleLst/>
        </dgm:layoutNode>
        <dgm:layoutNode name="leftArrowText" styleLbl="node1">
          <dgm:varLst>
            <dgm:chMax val="0"/>
            <dgm:bulletEnabled val="1"/>
          </dgm:varLst>
          <dgm:alg type="tx">
            <dgm:param type="txAnchorVertCh" val="mid"/>
          </dgm:alg>
          <dgm:shape xmlns:r="http://schemas.openxmlformats.org/officeDocument/2006/relationships" type="rect" r:blip="" hideGeom="1">
            <dgm:adjLst/>
          </dgm:shape>
          <dgm:choose name="Name2">
            <dgm:if name="Name3" func="var" arg="dir" op="equ" val="norm">
              <dgm:presOf axis="ch desOrSelf" ptType="node node" st="1 1" cnt="1 0"/>
            </dgm:if>
            <dgm:else name="Name4">
              <dgm:presOf axis="ch desOrSelf" ptType="node node" st="2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layoutNode name="rightArrowText" styleLbl="node1">
          <dgm:varLst>
            <dgm:chMax val="0"/>
            <dgm:bulletEnabled val="1"/>
          </dgm:varLst>
          <dgm:alg type="tx">
            <dgm:param type="txAnchorVertCh" val="mid"/>
          </dgm:alg>
          <dgm:shape xmlns:r="http://schemas.openxmlformats.org/officeDocument/2006/relationships" type="rect" r:blip="" hideGeom="1">
            <dgm:adjLst/>
          </dgm:shape>
          <dgm:choose name="Name5">
            <dgm:if name="Name6" func="var" arg="dir" op="equ" val="norm">
              <dgm:presOf axis="ch desOrSelf" ptType="node node" st="2 1" cnt="1 0"/>
            </dgm:if>
            <dgm:else name="Name7">
              <dgm:presOf axis="ch desOrSelf" ptType="node node" st="1 1" cnt="1 0"/>
            </dgm:else>
          </dgm:choose>
          <dgm:constrLst>
            <dgm:constr type="primFontSz" val="65"/>
            <dgm:constr type="tMarg" refType="primFontSz" fact="0.28"/>
            <dgm:constr type="lMarg"/>
            <dgm:constr type="bMarg" refType="primFontSz" fact="0.3"/>
            <dgm:constr type="rMarg"/>
          </dgm:constrLst>
          <dgm:ruleLst>
            <dgm:rule type="primFontSz" val="5" fact="NaN" max="NaN"/>
          </dgm:ruleLst>
        </dgm:layoutNode>
      </dgm:if>
      <dgm:else name="Name8"/>
    </dgm:choose>
  </dgm:layoutNode>
</dgm:layoutDef>
</file>

<file path=ppt/diagrams/layout3.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3#1">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4#1">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933BE-D5C5-43B5-B94F-8A72D3F4F6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105D1DC-2687-43F9-AEA4-47ABCF65B4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4795C26-9937-405D-8BE0-9C3BA89AF6D7}"/>
              </a:ext>
            </a:extLst>
          </p:cNvPr>
          <p:cNvSpPr>
            <a:spLocks noGrp="1"/>
          </p:cNvSpPr>
          <p:nvPr>
            <p:ph type="dt" sz="half" idx="10"/>
          </p:nvPr>
        </p:nvSpPr>
        <p:spPr/>
        <p:txBody>
          <a:bodyPr/>
          <a:lstStyle/>
          <a:p>
            <a:fld id="{D737D3E1-7C08-4BE4-958B-6B3789B72337}" type="datetimeFigureOut">
              <a:rPr lang="en-IN" smtClean="0"/>
              <a:pPr/>
              <a:t>13-08-2021</a:t>
            </a:fld>
            <a:endParaRPr lang="en-IN"/>
          </a:p>
        </p:txBody>
      </p:sp>
      <p:sp>
        <p:nvSpPr>
          <p:cNvPr id="5" name="Footer Placeholder 4">
            <a:extLst>
              <a:ext uri="{FF2B5EF4-FFF2-40B4-BE49-F238E27FC236}">
                <a16:creationId xmlns:a16="http://schemas.microsoft.com/office/drawing/2014/main" id="{C2F7DB07-4446-456C-97C5-30962EABD2B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13F100-7168-40B4-917E-8E0A61996BC6}"/>
              </a:ext>
            </a:extLst>
          </p:cNvPr>
          <p:cNvSpPr>
            <a:spLocks noGrp="1"/>
          </p:cNvSpPr>
          <p:nvPr>
            <p:ph type="sldNum" sz="quarter" idx="12"/>
          </p:nvPr>
        </p:nvSpPr>
        <p:spPr/>
        <p:txBody>
          <a:bodyPr/>
          <a:lstStyle/>
          <a:p>
            <a:fld id="{6D00F14C-D6EC-44C7-A035-898C903498A5}" type="slidenum">
              <a:rPr lang="en-IN" smtClean="0"/>
              <a:pPr/>
              <a:t>‹#›</a:t>
            </a:fld>
            <a:endParaRPr lang="en-IN"/>
          </a:p>
        </p:txBody>
      </p:sp>
    </p:spTree>
    <p:extLst>
      <p:ext uri="{BB962C8B-B14F-4D97-AF65-F5344CB8AC3E}">
        <p14:creationId xmlns:p14="http://schemas.microsoft.com/office/powerpoint/2010/main" val="447542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81B7-A3D3-4DE5-A18D-AEF9B8C5D0F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1C0A6AC-E2F2-40CB-8EC7-24D928581D4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283776-BDBB-41D8-AC79-1725155E169E}"/>
              </a:ext>
            </a:extLst>
          </p:cNvPr>
          <p:cNvSpPr>
            <a:spLocks noGrp="1"/>
          </p:cNvSpPr>
          <p:nvPr>
            <p:ph type="dt" sz="half" idx="10"/>
          </p:nvPr>
        </p:nvSpPr>
        <p:spPr/>
        <p:txBody>
          <a:bodyPr/>
          <a:lstStyle/>
          <a:p>
            <a:fld id="{D737D3E1-7C08-4BE4-958B-6B3789B72337}" type="datetimeFigureOut">
              <a:rPr lang="en-IN" smtClean="0"/>
              <a:pPr/>
              <a:t>13-08-2021</a:t>
            </a:fld>
            <a:endParaRPr lang="en-IN"/>
          </a:p>
        </p:txBody>
      </p:sp>
      <p:sp>
        <p:nvSpPr>
          <p:cNvPr id="5" name="Footer Placeholder 4">
            <a:extLst>
              <a:ext uri="{FF2B5EF4-FFF2-40B4-BE49-F238E27FC236}">
                <a16:creationId xmlns:a16="http://schemas.microsoft.com/office/drawing/2014/main" id="{1FB39C45-1F5F-4860-8366-6731CB21BBC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70A9B3-E4A3-4C13-AD6E-DEE07CA425EA}"/>
              </a:ext>
            </a:extLst>
          </p:cNvPr>
          <p:cNvSpPr>
            <a:spLocks noGrp="1"/>
          </p:cNvSpPr>
          <p:nvPr>
            <p:ph type="sldNum" sz="quarter" idx="12"/>
          </p:nvPr>
        </p:nvSpPr>
        <p:spPr/>
        <p:txBody>
          <a:bodyPr/>
          <a:lstStyle/>
          <a:p>
            <a:fld id="{6D00F14C-D6EC-44C7-A035-898C903498A5}" type="slidenum">
              <a:rPr lang="en-IN" smtClean="0"/>
              <a:pPr/>
              <a:t>‹#›</a:t>
            </a:fld>
            <a:endParaRPr lang="en-IN"/>
          </a:p>
        </p:txBody>
      </p:sp>
    </p:spTree>
    <p:extLst>
      <p:ext uri="{BB962C8B-B14F-4D97-AF65-F5344CB8AC3E}">
        <p14:creationId xmlns:p14="http://schemas.microsoft.com/office/powerpoint/2010/main" val="3577644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2174D-114E-4A6D-B596-DBC22044BD7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5E1C915-8132-49D3-8E97-7968F6CDC47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5D03E4-A2CF-4EC1-93F0-90465DFA325F}"/>
              </a:ext>
            </a:extLst>
          </p:cNvPr>
          <p:cNvSpPr>
            <a:spLocks noGrp="1"/>
          </p:cNvSpPr>
          <p:nvPr>
            <p:ph type="dt" sz="half" idx="10"/>
          </p:nvPr>
        </p:nvSpPr>
        <p:spPr/>
        <p:txBody>
          <a:bodyPr/>
          <a:lstStyle/>
          <a:p>
            <a:fld id="{D737D3E1-7C08-4BE4-958B-6B3789B72337}" type="datetimeFigureOut">
              <a:rPr lang="en-IN" smtClean="0"/>
              <a:pPr/>
              <a:t>13-08-2021</a:t>
            </a:fld>
            <a:endParaRPr lang="en-IN"/>
          </a:p>
        </p:txBody>
      </p:sp>
      <p:sp>
        <p:nvSpPr>
          <p:cNvPr id="5" name="Footer Placeholder 4">
            <a:extLst>
              <a:ext uri="{FF2B5EF4-FFF2-40B4-BE49-F238E27FC236}">
                <a16:creationId xmlns:a16="http://schemas.microsoft.com/office/drawing/2014/main" id="{613CE4F4-6C4B-4391-811D-25392EE011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B7B74B-32B3-4D03-9DD9-5FAA1B72AEE3}"/>
              </a:ext>
            </a:extLst>
          </p:cNvPr>
          <p:cNvSpPr>
            <a:spLocks noGrp="1"/>
          </p:cNvSpPr>
          <p:nvPr>
            <p:ph type="sldNum" sz="quarter" idx="12"/>
          </p:nvPr>
        </p:nvSpPr>
        <p:spPr/>
        <p:txBody>
          <a:bodyPr/>
          <a:lstStyle/>
          <a:p>
            <a:fld id="{6D00F14C-D6EC-44C7-A035-898C903498A5}" type="slidenum">
              <a:rPr lang="en-IN" smtClean="0"/>
              <a:pPr/>
              <a:t>‹#›</a:t>
            </a:fld>
            <a:endParaRPr lang="en-IN"/>
          </a:p>
        </p:txBody>
      </p:sp>
    </p:spTree>
    <p:extLst>
      <p:ext uri="{BB962C8B-B14F-4D97-AF65-F5344CB8AC3E}">
        <p14:creationId xmlns:p14="http://schemas.microsoft.com/office/powerpoint/2010/main" val="904064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F93FD-D045-4CDC-8A34-066A9E89BC4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4346B7-1C86-4DCA-B5E1-B972DB3918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4994E11-CEB0-4ECC-8538-C95061E334B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B9029DB-C420-445A-9992-3FA34601ED72}"/>
              </a:ext>
            </a:extLst>
          </p:cNvPr>
          <p:cNvSpPr>
            <a:spLocks noGrp="1"/>
          </p:cNvSpPr>
          <p:nvPr>
            <p:ph type="dt" sz="half" idx="10"/>
          </p:nvPr>
        </p:nvSpPr>
        <p:spPr/>
        <p:txBody>
          <a:bodyPr/>
          <a:lstStyle/>
          <a:p>
            <a:fld id="{D737D3E1-7C08-4BE4-958B-6B3789B72337}" type="datetimeFigureOut">
              <a:rPr lang="en-IN" smtClean="0"/>
              <a:pPr/>
              <a:t>13-08-2021</a:t>
            </a:fld>
            <a:endParaRPr lang="en-IN"/>
          </a:p>
        </p:txBody>
      </p:sp>
      <p:sp>
        <p:nvSpPr>
          <p:cNvPr id="6" name="Footer Placeholder 5">
            <a:extLst>
              <a:ext uri="{FF2B5EF4-FFF2-40B4-BE49-F238E27FC236}">
                <a16:creationId xmlns:a16="http://schemas.microsoft.com/office/drawing/2014/main" id="{BA1603FD-6AB0-4125-B2FE-E9304A3D1B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1ECB55-DC9E-4689-A001-B14A4D4A91ED}"/>
              </a:ext>
            </a:extLst>
          </p:cNvPr>
          <p:cNvSpPr>
            <a:spLocks noGrp="1"/>
          </p:cNvSpPr>
          <p:nvPr>
            <p:ph type="sldNum" sz="quarter" idx="12"/>
          </p:nvPr>
        </p:nvSpPr>
        <p:spPr/>
        <p:txBody>
          <a:bodyPr/>
          <a:lstStyle/>
          <a:p>
            <a:fld id="{6D00F14C-D6EC-44C7-A035-898C903498A5}" type="slidenum">
              <a:rPr lang="en-IN" smtClean="0"/>
              <a:pPr/>
              <a:t>‹#›</a:t>
            </a:fld>
            <a:endParaRPr lang="en-IN"/>
          </a:p>
        </p:txBody>
      </p:sp>
    </p:spTree>
    <p:extLst>
      <p:ext uri="{BB962C8B-B14F-4D97-AF65-F5344CB8AC3E}">
        <p14:creationId xmlns:p14="http://schemas.microsoft.com/office/powerpoint/2010/main" val="31941817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52508-6869-4ADB-A9F5-ED9EC58228A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CC1925E-4279-4E3E-AA4C-D697356308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580EC4-6819-495C-91A5-B859249FCB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EFB9C4-D2CE-4291-9D57-F614A79F93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A73A18F-F89D-48D3-A817-094866E647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440743B-ADF9-4386-9099-9F567F1DDB2F}"/>
              </a:ext>
            </a:extLst>
          </p:cNvPr>
          <p:cNvSpPr>
            <a:spLocks noGrp="1"/>
          </p:cNvSpPr>
          <p:nvPr>
            <p:ph type="dt" sz="half" idx="10"/>
          </p:nvPr>
        </p:nvSpPr>
        <p:spPr/>
        <p:txBody>
          <a:bodyPr/>
          <a:lstStyle/>
          <a:p>
            <a:fld id="{D737D3E1-7C08-4BE4-958B-6B3789B72337}" type="datetimeFigureOut">
              <a:rPr lang="en-IN" smtClean="0"/>
              <a:pPr/>
              <a:t>13-08-2021</a:t>
            </a:fld>
            <a:endParaRPr lang="en-IN"/>
          </a:p>
        </p:txBody>
      </p:sp>
      <p:sp>
        <p:nvSpPr>
          <p:cNvPr id="8" name="Footer Placeholder 7">
            <a:extLst>
              <a:ext uri="{FF2B5EF4-FFF2-40B4-BE49-F238E27FC236}">
                <a16:creationId xmlns:a16="http://schemas.microsoft.com/office/drawing/2014/main" id="{08FD5AC0-5853-42B9-A1EB-769B45D4FF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91D86BC-0092-47E0-BAE1-E95F9897D4A5}"/>
              </a:ext>
            </a:extLst>
          </p:cNvPr>
          <p:cNvSpPr>
            <a:spLocks noGrp="1"/>
          </p:cNvSpPr>
          <p:nvPr>
            <p:ph type="sldNum" sz="quarter" idx="12"/>
          </p:nvPr>
        </p:nvSpPr>
        <p:spPr/>
        <p:txBody>
          <a:bodyPr/>
          <a:lstStyle/>
          <a:p>
            <a:fld id="{6D00F14C-D6EC-44C7-A035-898C903498A5}" type="slidenum">
              <a:rPr lang="en-IN" smtClean="0"/>
              <a:pPr/>
              <a:t>‹#›</a:t>
            </a:fld>
            <a:endParaRPr lang="en-IN"/>
          </a:p>
        </p:txBody>
      </p:sp>
    </p:spTree>
    <p:extLst>
      <p:ext uri="{BB962C8B-B14F-4D97-AF65-F5344CB8AC3E}">
        <p14:creationId xmlns:p14="http://schemas.microsoft.com/office/powerpoint/2010/main" val="3540006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9E370-3003-43EB-AC9E-AEF4358E1EF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7ABE120-53CA-4339-916C-32E69F54DF97}"/>
              </a:ext>
            </a:extLst>
          </p:cNvPr>
          <p:cNvSpPr>
            <a:spLocks noGrp="1"/>
          </p:cNvSpPr>
          <p:nvPr>
            <p:ph type="dt" sz="half" idx="10"/>
          </p:nvPr>
        </p:nvSpPr>
        <p:spPr/>
        <p:txBody>
          <a:bodyPr/>
          <a:lstStyle/>
          <a:p>
            <a:fld id="{D737D3E1-7C08-4BE4-958B-6B3789B72337}" type="datetimeFigureOut">
              <a:rPr lang="en-IN" smtClean="0"/>
              <a:pPr/>
              <a:t>13-08-2021</a:t>
            </a:fld>
            <a:endParaRPr lang="en-IN"/>
          </a:p>
        </p:txBody>
      </p:sp>
      <p:sp>
        <p:nvSpPr>
          <p:cNvPr id="4" name="Footer Placeholder 3">
            <a:extLst>
              <a:ext uri="{FF2B5EF4-FFF2-40B4-BE49-F238E27FC236}">
                <a16:creationId xmlns:a16="http://schemas.microsoft.com/office/drawing/2014/main" id="{1C2BBBD2-136D-4E99-B7CE-7DE570357CE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2401DE8-811F-4F9C-AAC1-5BF50987C7F0}"/>
              </a:ext>
            </a:extLst>
          </p:cNvPr>
          <p:cNvSpPr>
            <a:spLocks noGrp="1"/>
          </p:cNvSpPr>
          <p:nvPr>
            <p:ph type="sldNum" sz="quarter" idx="12"/>
          </p:nvPr>
        </p:nvSpPr>
        <p:spPr/>
        <p:txBody>
          <a:bodyPr/>
          <a:lstStyle/>
          <a:p>
            <a:fld id="{6D00F14C-D6EC-44C7-A035-898C903498A5}" type="slidenum">
              <a:rPr lang="en-IN" smtClean="0"/>
              <a:pPr/>
              <a:t>‹#›</a:t>
            </a:fld>
            <a:endParaRPr lang="en-IN"/>
          </a:p>
        </p:txBody>
      </p:sp>
    </p:spTree>
    <p:extLst>
      <p:ext uri="{BB962C8B-B14F-4D97-AF65-F5344CB8AC3E}">
        <p14:creationId xmlns:p14="http://schemas.microsoft.com/office/powerpoint/2010/main" val="29368189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AEC2FE-9B60-4B48-8943-5297695E5D99}"/>
              </a:ext>
            </a:extLst>
          </p:cNvPr>
          <p:cNvSpPr>
            <a:spLocks noGrp="1"/>
          </p:cNvSpPr>
          <p:nvPr>
            <p:ph type="dt" sz="half" idx="10"/>
          </p:nvPr>
        </p:nvSpPr>
        <p:spPr/>
        <p:txBody>
          <a:bodyPr/>
          <a:lstStyle/>
          <a:p>
            <a:fld id="{D737D3E1-7C08-4BE4-958B-6B3789B72337}" type="datetimeFigureOut">
              <a:rPr lang="en-IN" smtClean="0"/>
              <a:pPr/>
              <a:t>13-08-2021</a:t>
            </a:fld>
            <a:endParaRPr lang="en-IN"/>
          </a:p>
        </p:txBody>
      </p:sp>
      <p:sp>
        <p:nvSpPr>
          <p:cNvPr id="3" name="Footer Placeholder 2">
            <a:extLst>
              <a:ext uri="{FF2B5EF4-FFF2-40B4-BE49-F238E27FC236}">
                <a16:creationId xmlns:a16="http://schemas.microsoft.com/office/drawing/2014/main" id="{29E3CD0C-E4E5-4D22-8C90-B27911DDFD7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EF44BA6-E985-4742-B09A-5FA5FDBAF45E}"/>
              </a:ext>
            </a:extLst>
          </p:cNvPr>
          <p:cNvSpPr>
            <a:spLocks noGrp="1"/>
          </p:cNvSpPr>
          <p:nvPr>
            <p:ph type="sldNum" sz="quarter" idx="12"/>
          </p:nvPr>
        </p:nvSpPr>
        <p:spPr/>
        <p:txBody>
          <a:bodyPr/>
          <a:lstStyle/>
          <a:p>
            <a:fld id="{6D00F14C-D6EC-44C7-A035-898C903498A5}" type="slidenum">
              <a:rPr lang="en-IN" smtClean="0"/>
              <a:pPr/>
              <a:t>‹#›</a:t>
            </a:fld>
            <a:endParaRPr lang="en-IN"/>
          </a:p>
        </p:txBody>
      </p:sp>
    </p:spTree>
    <p:extLst>
      <p:ext uri="{BB962C8B-B14F-4D97-AF65-F5344CB8AC3E}">
        <p14:creationId xmlns:p14="http://schemas.microsoft.com/office/powerpoint/2010/main" val="31558874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EDC48-FC45-437E-9DE4-D63D28E14A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30303D1-A2B8-4BCB-B31F-BDF1A08884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2998C2D-3ACC-44C8-A5D0-D9934B8E98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677534-29E5-4861-8DF6-3DBD9A40F47D}"/>
              </a:ext>
            </a:extLst>
          </p:cNvPr>
          <p:cNvSpPr>
            <a:spLocks noGrp="1"/>
          </p:cNvSpPr>
          <p:nvPr>
            <p:ph type="dt" sz="half" idx="10"/>
          </p:nvPr>
        </p:nvSpPr>
        <p:spPr/>
        <p:txBody>
          <a:bodyPr/>
          <a:lstStyle/>
          <a:p>
            <a:fld id="{D737D3E1-7C08-4BE4-958B-6B3789B72337}" type="datetimeFigureOut">
              <a:rPr lang="en-IN" smtClean="0"/>
              <a:pPr/>
              <a:t>13-08-2021</a:t>
            </a:fld>
            <a:endParaRPr lang="en-IN"/>
          </a:p>
        </p:txBody>
      </p:sp>
      <p:sp>
        <p:nvSpPr>
          <p:cNvPr id="6" name="Footer Placeholder 5">
            <a:extLst>
              <a:ext uri="{FF2B5EF4-FFF2-40B4-BE49-F238E27FC236}">
                <a16:creationId xmlns:a16="http://schemas.microsoft.com/office/drawing/2014/main" id="{D30DDA5C-87FF-4CF5-AF04-1BA17942D2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0891C0-60C2-40D9-8B53-390FCB1D9039}"/>
              </a:ext>
            </a:extLst>
          </p:cNvPr>
          <p:cNvSpPr>
            <a:spLocks noGrp="1"/>
          </p:cNvSpPr>
          <p:nvPr>
            <p:ph type="sldNum" sz="quarter" idx="12"/>
          </p:nvPr>
        </p:nvSpPr>
        <p:spPr/>
        <p:txBody>
          <a:bodyPr/>
          <a:lstStyle/>
          <a:p>
            <a:fld id="{6D00F14C-D6EC-44C7-A035-898C903498A5}" type="slidenum">
              <a:rPr lang="en-IN" smtClean="0"/>
              <a:pPr/>
              <a:t>‹#›</a:t>
            </a:fld>
            <a:endParaRPr lang="en-IN"/>
          </a:p>
        </p:txBody>
      </p:sp>
    </p:spTree>
    <p:extLst>
      <p:ext uri="{BB962C8B-B14F-4D97-AF65-F5344CB8AC3E}">
        <p14:creationId xmlns:p14="http://schemas.microsoft.com/office/powerpoint/2010/main" val="2493186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E82E9-C490-4DF5-8324-44881361B3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DF3EA7D-4E01-46B2-9920-701453BC21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684F9F-8F37-4E48-93FD-B986015182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C829B0-5A1A-4F53-8FD2-7CE5B6FB8958}"/>
              </a:ext>
            </a:extLst>
          </p:cNvPr>
          <p:cNvSpPr>
            <a:spLocks noGrp="1"/>
          </p:cNvSpPr>
          <p:nvPr>
            <p:ph type="dt" sz="half" idx="10"/>
          </p:nvPr>
        </p:nvSpPr>
        <p:spPr/>
        <p:txBody>
          <a:bodyPr/>
          <a:lstStyle/>
          <a:p>
            <a:fld id="{D737D3E1-7C08-4BE4-958B-6B3789B72337}" type="datetimeFigureOut">
              <a:rPr lang="en-IN" smtClean="0"/>
              <a:pPr/>
              <a:t>13-08-2021</a:t>
            </a:fld>
            <a:endParaRPr lang="en-IN"/>
          </a:p>
        </p:txBody>
      </p:sp>
      <p:sp>
        <p:nvSpPr>
          <p:cNvPr id="6" name="Footer Placeholder 5">
            <a:extLst>
              <a:ext uri="{FF2B5EF4-FFF2-40B4-BE49-F238E27FC236}">
                <a16:creationId xmlns:a16="http://schemas.microsoft.com/office/drawing/2014/main" id="{4AB29E56-C620-4594-8A6F-F86DB92FBBA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6284E83-D077-4BA6-9EB2-3C2C0C2BF1FA}"/>
              </a:ext>
            </a:extLst>
          </p:cNvPr>
          <p:cNvSpPr>
            <a:spLocks noGrp="1"/>
          </p:cNvSpPr>
          <p:nvPr>
            <p:ph type="sldNum" sz="quarter" idx="12"/>
          </p:nvPr>
        </p:nvSpPr>
        <p:spPr/>
        <p:txBody>
          <a:bodyPr/>
          <a:lstStyle/>
          <a:p>
            <a:fld id="{6D00F14C-D6EC-44C7-A035-898C903498A5}" type="slidenum">
              <a:rPr lang="en-IN" smtClean="0"/>
              <a:pPr/>
              <a:t>‹#›</a:t>
            </a:fld>
            <a:endParaRPr lang="en-IN"/>
          </a:p>
        </p:txBody>
      </p:sp>
    </p:spTree>
    <p:extLst>
      <p:ext uri="{BB962C8B-B14F-4D97-AF65-F5344CB8AC3E}">
        <p14:creationId xmlns:p14="http://schemas.microsoft.com/office/powerpoint/2010/main" val="24245294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5933D-F3FC-4930-9D94-8754AA69AD6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34D92B8-C3EC-4462-A9E9-1307797299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689CBE-A3A9-4DEC-8903-EFC00F36AE0E}"/>
              </a:ext>
            </a:extLst>
          </p:cNvPr>
          <p:cNvSpPr>
            <a:spLocks noGrp="1"/>
          </p:cNvSpPr>
          <p:nvPr>
            <p:ph type="dt" sz="half" idx="10"/>
          </p:nvPr>
        </p:nvSpPr>
        <p:spPr/>
        <p:txBody>
          <a:bodyPr/>
          <a:lstStyle/>
          <a:p>
            <a:fld id="{D737D3E1-7C08-4BE4-958B-6B3789B72337}" type="datetimeFigureOut">
              <a:rPr lang="en-IN" smtClean="0"/>
              <a:pPr/>
              <a:t>13-08-2021</a:t>
            </a:fld>
            <a:endParaRPr lang="en-IN"/>
          </a:p>
        </p:txBody>
      </p:sp>
      <p:sp>
        <p:nvSpPr>
          <p:cNvPr id="5" name="Footer Placeholder 4">
            <a:extLst>
              <a:ext uri="{FF2B5EF4-FFF2-40B4-BE49-F238E27FC236}">
                <a16:creationId xmlns:a16="http://schemas.microsoft.com/office/drawing/2014/main" id="{E5F966FC-A6EA-46EA-8BE1-143CD56ACC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9B71A1-54E0-442F-9841-51DF383551F2}"/>
              </a:ext>
            </a:extLst>
          </p:cNvPr>
          <p:cNvSpPr>
            <a:spLocks noGrp="1"/>
          </p:cNvSpPr>
          <p:nvPr>
            <p:ph type="sldNum" sz="quarter" idx="12"/>
          </p:nvPr>
        </p:nvSpPr>
        <p:spPr/>
        <p:txBody>
          <a:bodyPr/>
          <a:lstStyle/>
          <a:p>
            <a:fld id="{6D00F14C-D6EC-44C7-A035-898C903498A5}" type="slidenum">
              <a:rPr lang="en-IN" smtClean="0"/>
              <a:pPr/>
              <a:t>‹#›</a:t>
            </a:fld>
            <a:endParaRPr lang="en-IN"/>
          </a:p>
        </p:txBody>
      </p:sp>
    </p:spTree>
    <p:extLst>
      <p:ext uri="{BB962C8B-B14F-4D97-AF65-F5344CB8AC3E}">
        <p14:creationId xmlns:p14="http://schemas.microsoft.com/office/powerpoint/2010/main" val="35778006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906DF6-9C35-4B0F-BD24-C2B4B0B459F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1857EC-DB0E-4CBA-B88B-BEE0B079256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CDC96D-7BA5-477B-BC93-F1D92F052812}"/>
              </a:ext>
            </a:extLst>
          </p:cNvPr>
          <p:cNvSpPr>
            <a:spLocks noGrp="1"/>
          </p:cNvSpPr>
          <p:nvPr>
            <p:ph type="dt" sz="half" idx="10"/>
          </p:nvPr>
        </p:nvSpPr>
        <p:spPr/>
        <p:txBody>
          <a:bodyPr/>
          <a:lstStyle/>
          <a:p>
            <a:fld id="{D737D3E1-7C08-4BE4-958B-6B3789B72337}" type="datetimeFigureOut">
              <a:rPr lang="en-IN" smtClean="0"/>
              <a:pPr/>
              <a:t>13-08-2021</a:t>
            </a:fld>
            <a:endParaRPr lang="en-IN"/>
          </a:p>
        </p:txBody>
      </p:sp>
      <p:sp>
        <p:nvSpPr>
          <p:cNvPr id="5" name="Footer Placeholder 4">
            <a:extLst>
              <a:ext uri="{FF2B5EF4-FFF2-40B4-BE49-F238E27FC236}">
                <a16:creationId xmlns:a16="http://schemas.microsoft.com/office/drawing/2014/main" id="{C1CC6FF0-0552-467A-9056-FCADACA982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D95A40A-89AC-48A2-AAFF-4C2875A7E1A5}"/>
              </a:ext>
            </a:extLst>
          </p:cNvPr>
          <p:cNvSpPr>
            <a:spLocks noGrp="1"/>
          </p:cNvSpPr>
          <p:nvPr>
            <p:ph type="sldNum" sz="quarter" idx="12"/>
          </p:nvPr>
        </p:nvSpPr>
        <p:spPr/>
        <p:txBody>
          <a:bodyPr/>
          <a:lstStyle/>
          <a:p>
            <a:fld id="{6D00F14C-D6EC-44C7-A035-898C903498A5}" type="slidenum">
              <a:rPr lang="en-IN" smtClean="0"/>
              <a:pPr/>
              <a:t>‹#›</a:t>
            </a:fld>
            <a:endParaRPr lang="en-IN"/>
          </a:p>
        </p:txBody>
      </p:sp>
    </p:spTree>
    <p:extLst>
      <p:ext uri="{BB962C8B-B14F-4D97-AF65-F5344CB8AC3E}">
        <p14:creationId xmlns:p14="http://schemas.microsoft.com/office/powerpoint/2010/main" val="963533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D6DBE3-BE10-4DE7-9F9B-809F84E7F2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5E38C87-BF37-46E8-AF6C-5E9E942D33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FC0BC1-6DFE-463F-8D94-DE1606CA5A4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37D3E1-7C08-4BE4-958B-6B3789B72337}" type="datetimeFigureOut">
              <a:rPr lang="en-IN" smtClean="0"/>
              <a:pPr/>
              <a:t>13-08-2021</a:t>
            </a:fld>
            <a:endParaRPr lang="en-IN"/>
          </a:p>
        </p:txBody>
      </p:sp>
      <p:sp>
        <p:nvSpPr>
          <p:cNvPr id="5" name="Footer Placeholder 4">
            <a:extLst>
              <a:ext uri="{FF2B5EF4-FFF2-40B4-BE49-F238E27FC236}">
                <a16:creationId xmlns:a16="http://schemas.microsoft.com/office/drawing/2014/main" id="{1314013E-FE7E-4783-94DC-A68AE554F4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BF8E286-6ED0-457E-89AA-2C140A090D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00F14C-D6EC-44C7-A035-898C903498A5}" type="slidenum">
              <a:rPr lang="en-IN" smtClean="0"/>
              <a:pPr/>
              <a:t>‹#›</a:t>
            </a:fld>
            <a:endParaRPr lang="en-IN"/>
          </a:p>
        </p:txBody>
      </p:sp>
    </p:spTree>
    <p:extLst>
      <p:ext uri="{BB962C8B-B14F-4D97-AF65-F5344CB8AC3E}">
        <p14:creationId xmlns:p14="http://schemas.microsoft.com/office/powerpoint/2010/main" val="3068299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chart" Target="../charts/chart2.xml"/><Relationship Id="rId13" Type="http://schemas.openxmlformats.org/officeDocument/2006/relationships/image" Target="../media/image5.png"/><Relationship Id="rId3" Type="http://schemas.openxmlformats.org/officeDocument/2006/relationships/diagramLayout" Target="../diagrams/layout1.xml"/><Relationship Id="rId7" Type="http://schemas.openxmlformats.org/officeDocument/2006/relationships/chart" Target="../charts/chart1.xml"/><Relationship Id="rId12" Type="http://schemas.openxmlformats.org/officeDocument/2006/relationships/image" Target="../media/image4.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chart" Target="../charts/chart5.xml"/><Relationship Id="rId5" Type="http://schemas.openxmlformats.org/officeDocument/2006/relationships/diagramColors" Target="../diagrams/colors1.xml"/><Relationship Id="rId10" Type="http://schemas.openxmlformats.org/officeDocument/2006/relationships/chart" Target="../charts/chart4.xml"/><Relationship Id="rId4" Type="http://schemas.openxmlformats.org/officeDocument/2006/relationships/diagramQuickStyle" Target="../diagrams/quickStyle1.xml"/><Relationship Id="rId9" Type="http://schemas.openxmlformats.org/officeDocument/2006/relationships/chart" Target="../charts/chart3.xml"/></Relationships>
</file>

<file path=ppt/slides/_rels/slide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chart" Target="../charts/chart6.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chart" Target="../charts/chart8.xml"/></Relationships>
</file>

<file path=ppt/slides/_rels/slide4.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diagramLayout" Target="../diagrams/layout2.xml"/><Relationship Id="rId12"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diagramData" Target="../diagrams/data2.xml"/><Relationship Id="rId11" Type="http://schemas.openxmlformats.org/officeDocument/2006/relationships/image" Target="../media/image10.png"/><Relationship Id="rId5" Type="http://schemas.openxmlformats.org/officeDocument/2006/relationships/image" Target="../media/image9.png"/><Relationship Id="rId15" Type="http://schemas.openxmlformats.org/officeDocument/2006/relationships/image" Target="../media/image4.png"/><Relationship Id="rId10" Type="http://schemas.microsoft.com/office/2007/relationships/diagramDrawing" Target="../diagrams/drawing2.xml"/><Relationship Id="rId4" Type="http://schemas.openxmlformats.org/officeDocument/2006/relationships/image" Target="../media/image8.png"/><Relationship Id="rId9" Type="http://schemas.openxmlformats.org/officeDocument/2006/relationships/diagramColors" Target="../diagrams/colors2.xml"/><Relationship Id="rId1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8" Type="http://schemas.microsoft.com/office/2007/relationships/diagramDrawing" Target="../diagrams/drawing3.xml"/><Relationship Id="rId13" Type="http://schemas.openxmlformats.org/officeDocument/2006/relationships/image" Target="../media/image25.png"/><Relationship Id="rId3" Type="http://schemas.openxmlformats.org/officeDocument/2006/relationships/image" Target="../media/image20.jpeg"/><Relationship Id="rId7" Type="http://schemas.openxmlformats.org/officeDocument/2006/relationships/diagramColors" Target="../diagrams/colors3.xml"/><Relationship Id="rId12"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diagramQuickStyle" Target="../diagrams/quickStyle3.xml"/><Relationship Id="rId11" Type="http://schemas.openxmlformats.org/officeDocument/2006/relationships/image" Target="../media/image23.png"/><Relationship Id="rId5" Type="http://schemas.openxmlformats.org/officeDocument/2006/relationships/diagramLayout" Target="../diagrams/layout3.xml"/><Relationship Id="rId10" Type="http://schemas.openxmlformats.org/officeDocument/2006/relationships/image" Target="../media/image22.png"/><Relationship Id="rId4" Type="http://schemas.openxmlformats.org/officeDocument/2006/relationships/diagramData" Target="../diagrams/data3.xml"/><Relationship Id="rId9" Type="http://schemas.openxmlformats.org/officeDocument/2006/relationships/image" Target="../media/image21.png"/><Relationship Id="rId1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9.xml.rels><?xml version="1.0" encoding="UTF-8" standalone="yes"?>
<Relationships xmlns="http://schemas.openxmlformats.org/package/2006/relationships"><Relationship Id="rId8" Type="http://schemas.openxmlformats.org/officeDocument/2006/relationships/image" Target="../media/image40.png"/><Relationship Id="rId13" Type="http://schemas.openxmlformats.org/officeDocument/2006/relationships/image" Target="../media/image44.png"/><Relationship Id="rId18" Type="http://schemas.openxmlformats.org/officeDocument/2006/relationships/image" Target="../media/image49.png"/><Relationship Id="rId26" Type="http://schemas.openxmlformats.org/officeDocument/2006/relationships/image" Target="../media/image57.png"/><Relationship Id="rId3" Type="http://schemas.openxmlformats.org/officeDocument/2006/relationships/diagramLayout" Target="../diagrams/layout5.xml"/><Relationship Id="rId21" Type="http://schemas.openxmlformats.org/officeDocument/2006/relationships/image" Target="../media/image52.png"/><Relationship Id="rId7" Type="http://schemas.openxmlformats.org/officeDocument/2006/relationships/image" Target="../media/image39.jpeg"/><Relationship Id="rId12" Type="http://schemas.openxmlformats.org/officeDocument/2006/relationships/image" Target="../media/image43.png"/><Relationship Id="rId17" Type="http://schemas.openxmlformats.org/officeDocument/2006/relationships/image" Target="../media/image48.png"/><Relationship Id="rId25" Type="http://schemas.openxmlformats.org/officeDocument/2006/relationships/image" Target="../media/image56.png"/><Relationship Id="rId2" Type="http://schemas.openxmlformats.org/officeDocument/2006/relationships/diagramData" Target="../diagrams/data5.xml"/><Relationship Id="rId16" Type="http://schemas.openxmlformats.org/officeDocument/2006/relationships/image" Target="../media/image47.png"/><Relationship Id="rId20" Type="http://schemas.openxmlformats.org/officeDocument/2006/relationships/image" Target="../media/image51.png"/><Relationship Id="rId1" Type="http://schemas.openxmlformats.org/officeDocument/2006/relationships/slideLayout" Target="../slideLayouts/slideLayout2.xml"/><Relationship Id="rId6" Type="http://schemas.microsoft.com/office/2007/relationships/diagramDrawing" Target="../diagrams/drawing5.xml"/><Relationship Id="rId11" Type="http://schemas.openxmlformats.org/officeDocument/2006/relationships/image" Target="../media/image42.png"/><Relationship Id="rId24" Type="http://schemas.openxmlformats.org/officeDocument/2006/relationships/image" Target="../media/image55.png"/><Relationship Id="rId5" Type="http://schemas.openxmlformats.org/officeDocument/2006/relationships/diagramColors" Target="../diagrams/colors5.xml"/><Relationship Id="rId15" Type="http://schemas.openxmlformats.org/officeDocument/2006/relationships/image" Target="../media/image46.png"/><Relationship Id="rId23" Type="http://schemas.openxmlformats.org/officeDocument/2006/relationships/image" Target="../media/image54.png"/><Relationship Id="rId10" Type="http://schemas.openxmlformats.org/officeDocument/2006/relationships/image" Target="../media/image41.jpeg"/><Relationship Id="rId19" Type="http://schemas.openxmlformats.org/officeDocument/2006/relationships/image" Target="../media/image50.png"/><Relationship Id="rId4" Type="http://schemas.openxmlformats.org/officeDocument/2006/relationships/diagramQuickStyle" Target="../diagrams/quickStyle5.xml"/><Relationship Id="rId9" Type="http://schemas.openxmlformats.org/officeDocument/2006/relationships/image" Target="../media/image22.png"/><Relationship Id="rId14" Type="http://schemas.openxmlformats.org/officeDocument/2006/relationships/image" Target="../media/image45.png"/><Relationship Id="rId22" Type="http://schemas.openxmlformats.org/officeDocument/2006/relationships/image" Target="../media/image53.png"/></Relationships>
</file>

<file path=ppt/slides/_rels/slide1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chart" Target="../charts/chart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Fresh Fruits Moving On White Stock Footage Video (100% Royalty-free)  11521715 | Shutterstock">
            <a:extLst>
              <a:ext uri="{FF2B5EF4-FFF2-40B4-BE49-F238E27FC236}">
                <a16:creationId xmlns:a16="http://schemas.microsoft.com/office/drawing/2014/main" id="{E35D460C-142A-4A6F-A29F-992DCDED38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8296"/>
            <a:ext cx="12192000" cy="6809704"/>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ruitoholic - Order Online">
            <a:extLst>
              <a:ext uri="{FF2B5EF4-FFF2-40B4-BE49-F238E27FC236}">
                <a16:creationId xmlns:a16="http://schemas.microsoft.com/office/drawing/2014/main" id="{7459E794-C8BB-413A-B46B-9DFB8E6EDC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
            <a:ext cx="2247901" cy="160972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NavKiran - Your Virtual Career Guide | LinkedIn">
            <a:extLst>
              <a:ext uri="{FF2B5EF4-FFF2-40B4-BE49-F238E27FC236}">
                <a16:creationId xmlns:a16="http://schemas.microsoft.com/office/drawing/2014/main" id="{D6ADDF5F-04BF-49E9-B5CB-2D722957AA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8475" y="48296"/>
            <a:ext cx="1409028" cy="140902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902C3A6-8442-45A0-B612-2B99D27198ED}"/>
              </a:ext>
            </a:extLst>
          </p:cNvPr>
          <p:cNvSpPr txBox="1"/>
          <p:nvPr/>
        </p:nvSpPr>
        <p:spPr>
          <a:xfrm>
            <a:off x="2314575" y="671511"/>
            <a:ext cx="7105650" cy="1200329"/>
          </a:xfrm>
          <a:prstGeom prst="rect">
            <a:avLst/>
          </a:prstGeom>
          <a:noFill/>
        </p:spPr>
        <p:txBody>
          <a:bodyPr wrap="square" rtlCol="0">
            <a:spAutoFit/>
          </a:bodyPr>
          <a:lstStyle/>
          <a:p>
            <a:pPr algn="ctr"/>
            <a:r>
              <a:rPr lang="en-US" sz="3600" b="1" dirty="0">
                <a:solidFill>
                  <a:schemeClr val="accent5">
                    <a:lumMod val="50000"/>
                  </a:schemeClr>
                </a:solidFill>
                <a:latin typeface="Biome" panose="020B0503030204020804" pitchFamily="34" charset="0"/>
                <a:cs typeface="Biome" panose="020B0503030204020804" pitchFamily="34" charset="0"/>
              </a:rPr>
              <a:t>  </a:t>
            </a:r>
            <a:r>
              <a:rPr lang="en-US" sz="3600" b="1" dirty="0" err="1">
                <a:solidFill>
                  <a:schemeClr val="accent5">
                    <a:lumMod val="50000"/>
                  </a:schemeClr>
                </a:solidFill>
                <a:latin typeface="Biome" panose="020B0503030204020804" pitchFamily="34" charset="0"/>
                <a:cs typeface="Biome" panose="020B0503030204020804" pitchFamily="34" charset="0"/>
              </a:rPr>
              <a:t>Fruitoholic</a:t>
            </a:r>
            <a:endParaRPr lang="en-US" sz="3600" b="1" dirty="0">
              <a:solidFill>
                <a:schemeClr val="accent5">
                  <a:lumMod val="50000"/>
                </a:schemeClr>
              </a:solidFill>
              <a:latin typeface="Biome" panose="020B0503030204020804" pitchFamily="34" charset="0"/>
              <a:cs typeface="Biome" panose="020B0503030204020804" pitchFamily="34" charset="0"/>
            </a:endParaRPr>
          </a:p>
          <a:p>
            <a:pPr algn="ctr"/>
            <a:r>
              <a:rPr lang="en-US" sz="3600" b="1" dirty="0">
                <a:solidFill>
                  <a:schemeClr val="accent5">
                    <a:lumMod val="50000"/>
                  </a:schemeClr>
                </a:solidFill>
                <a:latin typeface="Biome" panose="020B0503030204020804" pitchFamily="34" charset="0"/>
                <a:cs typeface="Biome" panose="020B0503030204020804" pitchFamily="34" charset="0"/>
              </a:rPr>
              <a:t> Case Study Competition</a:t>
            </a:r>
            <a:endParaRPr lang="en-IN" sz="3600" b="1" dirty="0">
              <a:solidFill>
                <a:schemeClr val="accent5">
                  <a:lumMod val="50000"/>
                </a:schemeClr>
              </a:solidFill>
              <a:latin typeface="Biome" panose="020B0503030204020804" pitchFamily="34" charset="0"/>
              <a:cs typeface="Biome" panose="020B0503030204020804" pitchFamily="34" charset="0"/>
            </a:endParaRPr>
          </a:p>
        </p:txBody>
      </p:sp>
      <p:sp>
        <p:nvSpPr>
          <p:cNvPr id="8" name="TextBox 7">
            <a:extLst>
              <a:ext uri="{FF2B5EF4-FFF2-40B4-BE49-F238E27FC236}">
                <a16:creationId xmlns:a16="http://schemas.microsoft.com/office/drawing/2014/main" id="{4E17C8FD-1A72-4050-A53B-45677134DCB3}"/>
              </a:ext>
            </a:extLst>
          </p:cNvPr>
          <p:cNvSpPr txBox="1"/>
          <p:nvPr/>
        </p:nvSpPr>
        <p:spPr>
          <a:xfrm>
            <a:off x="3192462" y="3164590"/>
            <a:ext cx="5045075" cy="1200329"/>
          </a:xfrm>
          <a:prstGeom prst="rect">
            <a:avLst/>
          </a:prstGeom>
          <a:noFill/>
        </p:spPr>
        <p:txBody>
          <a:bodyPr wrap="square" rtlCol="0">
            <a:spAutoFit/>
          </a:bodyPr>
          <a:lstStyle/>
          <a:p>
            <a:r>
              <a:rPr lang="en-US" sz="2400" b="1" dirty="0">
                <a:solidFill>
                  <a:schemeClr val="accent2">
                    <a:lumMod val="50000"/>
                  </a:schemeClr>
                </a:solidFill>
              </a:rPr>
              <a:t>Akash Gupta, SCMHRD, Pune</a:t>
            </a:r>
          </a:p>
          <a:p>
            <a:r>
              <a:rPr lang="en-US" sz="2400" b="1" dirty="0">
                <a:solidFill>
                  <a:schemeClr val="accent2">
                    <a:lumMod val="50000"/>
                  </a:schemeClr>
                </a:solidFill>
              </a:rPr>
              <a:t>Devesh Sinha, TAPMI, Manipal</a:t>
            </a:r>
          </a:p>
          <a:p>
            <a:r>
              <a:rPr lang="en-US" sz="2400" b="1" dirty="0" err="1">
                <a:solidFill>
                  <a:schemeClr val="accent2">
                    <a:lumMod val="50000"/>
                  </a:schemeClr>
                </a:solidFill>
              </a:rPr>
              <a:t>Rajvi</a:t>
            </a:r>
            <a:r>
              <a:rPr lang="en-US" sz="2400" b="1" dirty="0">
                <a:solidFill>
                  <a:schemeClr val="accent2">
                    <a:lumMod val="50000"/>
                  </a:schemeClr>
                </a:solidFill>
              </a:rPr>
              <a:t> </a:t>
            </a:r>
            <a:r>
              <a:rPr lang="en-US" sz="2400" b="1" dirty="0" err="1">
                <a:solidFill>
                  <a:schemeClr val="accent2">
                    <a:lumMod val="50000"/>
                  </a:schemeClr>
                </a:solidFill>
              </a:rPr>
              <a:t>Sheth</a:t>
            </a:r>
            <a:r>
              <a:rPr lang="en-US" sz="2400" b="1" dirty="0">
                <a:solidFill>
                  <a:schemeClr val="accent2">
                    <a:lumMod val="50000"/>
                  </a:schemeClr>
                </a:solidFill>
              </a:rPr>
              <a:t>, SCMHRD, Pune</a:t>
            </a:r>
            <a:endParaRPr lang="en-IN" sz="2400" b="1" dirty="0">
              <a:solidFill>
                <a:schemeClr val="accent2">
                  <a:lumMod val="50000"/>
                </a:schemeClr>
              </a:solidFill>
            </a:endParaRPr>
          </a:p>
        </p:txBody>
      </p:sp>
      <p:sp>
        <p:nvSpPr>
          <p:cNvPr id="9" name="Rectangle 8">
            <a:extLst>
              <a:ext uri="{FF2B5EF4-FFF2-40B4-BE49-F238E27FC236}">
                <a16:creationId xmlns:a16="http://schemas.microsoft.com/office/drawing/2014/main" id="{B5B256FB-B1D8-455B-A253-1C320ABB80B4}"/>
              </a:ext>
            </a:extLst>
          </p:cNvPr>
          <p:cNvSpPr/>
          <p:nvPr/>
        </p:nvSpPr>
        <p:spPr>
          <a:xfrm>
            <a:off x="3192462" y="2494110"/>
            <a:ext cx="3110339" cy="646331"/>
          </a:xfrm>
          <a:prstGeom prst="rect">
            <a:avLst/>
          </a:prstGeom>
          <a:noFill/>
        </p:spPr>
        <p:txBody>
          <a:bodyPr wrap="none" lIns="91440" tIns="45720" rIns="91440" bIns="45720">
            <a:spAutoFit/>
          </a:bodyPr>
          <a:lstStyle/>
          <a:p>
            <a:pPr algn="ctr"/>
            <a:r>
              <a:rPr lang="en-US" sz="3600" b="1" cap="none" spc="0" dirty="0">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rPr>
              <a:t>Team Aspirants</a:t>
            </a:r>
          </a:p>
        </p:txBody>
      </p:sp>
    </p:spTree>
    <p:extLst>
      <p:ext uri="{BB962C8B-B14F-4D97-AF65-F5344CB8AC3E}">
        <p14:creationId xmlns:p14="http://schemas.microsoft.com/office/powerpoint/2010/main" val="24719198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Diagram 16">
            <a:extLst>
              <a:ext uri="{FF2B5EF4-FFF2-40B4-BE49-F238E27FC236}">
                <a16:creationId xmlns:a16="http://schemas.microsoft.com/office/drawing/2014/main" id="{0F5E9224-03C9-4012-9390-69F20CDEE970}"/>
              </a:ext>
            </a:extLst>
          </p:cNvPr>
          <p:cNvGraphicFramePr/>
          <p:nvPr>
            <p:extLst>
              <p:ext uri="{D42A27DB-BD31-4B8C-83A1-F6EECF244321}">
                <p14:modId xmlns:p14="http://schemas.microsoft.com/office/powerpoint/2010/main" val="3140629195"/>
              </p:ext>
            </p:extLst>
          </p:nvPr>
        </p:nvGraphicFramePr>
        <p:xfrm>
          <a:off x="-293789" y="522343"/>
          <a:ext cx="4144821" cy="10965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9" name="Group 48">
            <a:extLst>
              <a:ext uri="{FF2B5EF4-FFF2-40B4-BE49-F238E27FC236}">
                <a16:creationId xmlns:a16="http://schemas.microsoft.com/office/drawing/2014/main" id="{40FC1126-95C1-4197-A878-4C0EE72C0E98}"/>
              </a:ext>
            </a:extLst>
          </p:cNvPr>
          <p:cNvGrpSpPr/>
          <p:nvPr/>
        </p:nvGrpSpPr>
        <p:grpSpPr>
          <a:xfrm>
            <a:off x="3672625" y="630917"/>
            <a:ext cx="4529266" cy="3211764"/>
            <a:chOff x="3672625" y="630917"/>
            <a:chExt cx="4529266" cy="3211764"/>
          </a:xfrm>
        </p:grpSpPr>
        <p:graphicFrame>
          <p:nvGraphicFramePr>
            <p:cNvPr id="26" name="Chart 25">
              <a:extLst>
                <a:ext uri="{FF2B5EF4-FFF2-40B4-BE49-F238E27FC236}">
                  <a16:creationId xmlns:a16="http://schemas.microsoft.com/office/drawing/2014/main" id="{C744E322-AFEB-4936-A12B-3B2808DD070A}"/>
                </a:ext>
              </a:extLst>
            </p:cNvPr>
            <p:cNvGraphicFramePr>
              <a:graphicFrameLocks/>
            </p:cNvGraphicFramePr>
            <p:nvPr>
              <p:extLst>
                <p:ext uri="{D42A27DB-BD31-4B8C-83A1-F6EECF244321}">
                  <p14:modId xmlns:p14="http://schemas.microsoft.com/office/powerpoint/2010/main" val="36048982"/>
                </p:ext>
              </p:extLst>
            </p:nvPr>
          </p:nvGraphicFramePr>
          <p:xfrm>
            <a:off x="3672625" y="630917"/>
            <a:ext cx="4529266" cy="3204302"/>
          </p:xfrm>
          <a:graphic>
            <a:graphicData uri="http://schemas.openxmlformats.org/drawingml/2006/chart">
              <c:chart xmlns:c="http://schemas.openxmlformats.org/drawingml/2006/chart" xmlns:r="http://schemas.openxmlformats.org/officeDocument/2006/relationships" r:id="rId7"/>
            </a:graphicData>
          </a:graphic>
        </p:graphicFrame>
        <p:sp>
          <p:nvSpPr>
            <p:cNvPr id="21" name="Rectangle 20">
              <a:extLst>
                <a:ext uri="{FF2B5EF4-FFF2-40B4-BE49-F238E27FC236}">
                  <a16:creationId xmlns:a16="http://schemas.microsoft.com/office/drawing/2014/main" id="{F841F449-4BF9-4C92-8995-3404ECB80462}"/>
                </a:ext>
              </a:extLst>
            </p:cNvPr>
            <p:cNvSpPr/>
            <p:nvPr/>
          </p:nvSpPr>
          <p:spPr>
            <a:xfrm>
              <a:off x="4287521" y="638379"/>
              <a:ext cx="3524885" cy="3204302"/>
            </a:xfrm>
            <a:prstGeom prst="rect">
              <a:avLst/>
            </a:prstGeom>
            <a:noFill/>
            <a:ln>
              <a:solidFill>
                <a:schemeClr val="bg1">
                  <a:lumMod val="8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aphicFrame>
        <p:nvGraphicFramePr>
          <p:cNvPr id="24" name="Chart 23">
            <a:extLst>
              <a:ext uri="{FF2B5EF4-FFF2-40B4-BE49-F238E27FC236}">
                <a16:creationId xmlns:a16="http://schemas.microsoft.com/office/drawing/2014/main" id="{278974A3-E211-4BF3-B555-54CA813EA5E5}"/>
              </a:ext>
            </a:extLst>
          </p:cNvPr>
          <p:cNvGraphicFramePr>
            <a:graphicFrameLocks/>
          </p:cNvGraphicFramePr>
          <p:nvPr>
            <p:extLst>
              <p:ext uri="{D42A27DB-BD31-4B8C-83A1-F6EECF244321}">
                <p14:modId xmlns:p14="http://schemas.microsoft.com/office/powerpoint/2010/main" val="273720073"/>
              </p:ext>
            </p:extLst>
          </p:nvPr>
        </p:nvGraphicFramePr>
        <p:xfrm>
          <a:off x="3952239" y="4011069"/>
          <a:ext cx="4287521" cy="2654300"/>
        </p:xfrm>
        <a:graphic>
          <a:graphicData uri="http://schemas.openxmlformats.org/drawingml/2006/chart">
            <c:chart xmlns:c="http://schemas.openxmlformats.org/drawingml/2006/chart" xmlns:r="http://schemas.openxmlformats.org/officeDocument/2006/relationships" r:id="rId8"/>
          </a:graphicData>
        </a:graphic>
      </p:graphicFrame>
      <p:sp>
        <p:nvSpPr>
          <p:cNvPr id="43" name="Rectangle 42">
            <a:extLst>
              <a:ext uri="{FF2B5EF4-FFF2-40B4-BE49-F238E27FC236}">
                <a16:creationId xmlns:a16="http://schemas.microsoft.com/office/drawing/2014/main" id="{E2B4A3C6-5F32-4AE6-9BAA-1B84A5C25331}"/>
              </a:ext>
            </a:extLst>
          </p:cNvPr>
          <p:cNvSpPr/>
          <p:nvPr/>
        </p:nvSpPr>
        <p:spPr>
          <a:xfrm>
            <a:off x="4287521" y="3939662"/>
            <a:ext cx="3524885" cy="2764151"/>
          </a:xfrm>
          <a:prstGeom prst="rect">
            <a:avLst/>
          </a:prstGeom>
          <a:noFill/>
          <a:ln>
            <a:solidFill>
              <a:schemeClr val="bg1">
                <a:lumMod val="8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7" name="Group 46">
            <a:extLst>
              <a:ext uri="{FF2B5EF4-FFF2-40B4-BE49-F238E27FC236}">
                <a16:creationId xmlns:a16="http://schemas.microsoft.com/office/drawing/2014/main" id="{D4768FDB-C583-40C2-9026-82B8F823D3E3}"/>
              </a:ext>
            </a:extLst>
          </p:cNvPr>
          <p:cNvGrpSpPr/>
          <p:nvPr/>
        </p:nvGrpSpPr>
        <p:grpSpPr>
          <a:xfrm>
            <a:off x="7857406" y="612988"/>
            <a:ext cx="4632325" cy="3294434"/>
            <a:chOff x="7904480" y="638377"/>
            <a:chExt cx="4632325" cy="3294434"/>
          </a:xfrm>
        </p:grpSpPr>
        <p:graphicFrame>
          <p:nvGraphicFramePr>
            <p:cNvPr id="22" name="Chart 21">
              <a:extLst>
                <a:ext uri="{FF2B5EF4-FFF2-40B4-BE49-F238E27FC236}">
                  <a16:creationId xmlns:a16="http://schemas.microsoft.com/office/drawing/2014/main" id="{1E524157-FB53-4691-909E-696A9D6B3EA8}"/>
                </a:ext>
              </a:extLst>
            </p:cNvPr>
            <p:cNvGraphicFramePr>
              <a:graphicFrameLocks/>
            </p:cNvGraphicFramePr>
            <p:nvPr>
              <p:extLst>
                <p:ext uri="{D42A27DB-BD31-4B8C-83A1-F6EECF244321}">
                  <p14:modId xmlns:p14="http://schemas.microsoft.com/office/powerpoint/2010/main" val="2394101971"/>
                </p:ext>
              </p:extLst>
            </p:nvPr>
          </p:nvGraphicFramePr>
          <p:xfrm>
            <a:off x="7904480" y="638377"/>
            <a:ext cx="4632325" cy="3294434"/>
          </p:xfrm>
          <a:graphic>
            <a:graphicData uri="http://schemas.openxmlformats.org/drawingml/2006/chart">
              <c:chart xmlns:c="http://schemas.openxmlformats.org/drawingml/2006/chart" xmlns:r="http://schemas.openxmlformats.org/officeDocument/2006/relationships" r:id="rId9"/>
            </a:graphicData>
          </a:graphic>
        </p:graphicFrame>
        <p:sp>
          <p:nvSpPr>
            <p:cNvPr id="44" name="Rectangle 43">
              <a:extLst>
                <a:ext uri="{FF2B5EF4-FFF2-40B4-BE49-F238E27FC236}">
                  <a16:creationId xmlns:a16="http://schemas.microsoft.com/office/drawing/2014/main" id="{6A5DC03F-6B65-41A0-8757-66658756F1E7}"/>
                </a:ext>
              </a:extLst>
            </p:cNvPr>
            <p:cNvSpPr/>
            <p:nvPr/>
          </p:nvSpPr>
          <p:spPr>
            <a:xfrm>
              <a:off x="8154818" y="652286"/>
              <a:ext cx="3990108" cy="3215784"/>
            </a:xfrm>
            <a:prstGeom prst="rect">
              <a:avLst/>
            </a:prstGeom>
            <a:noFill/>
            <a:ln>
              <a:solidFill>
                <a:schemeClr val="bg1">
                  <a:lumMod val="8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6" name="Group 45">
            <a:extLst>
              <a:ext uri="{FF2B5EF4-FFF2-40B4-BE49-F238E27FC236}">
                <a16:creationId xmlns:a16="http://schemas.microsoft.com/office/drawing/2014/main" id="{4A4E4F43-9003-4018-8E48-3E6D53E96C37}"/>
              </a:ext>
            </a:extLst>
          </p:cNvPr>
          <p:cNvGrpSpPr/>
          <p:nvPr/>
        </p:nvGrpSpPr>
        <p:grpSpPr>
          <a:xfrm>
            <a:off x="8029809" y="3937828"/>
            <a:ext cx="4287520" cy="2772190"/>
            <a:chOff x="8076882" y="3937828"/>
            <a:chExt cx="4287520" cy="2772190"/>
          </a:xfrm>
        </p:grpSpPr>
        <p:graphicFrame>
          <p:nvGraphicFramePr>
            <p:cNvPr id="27" name="Chart 26">
              <a:extLst>
                <a:ext uri="{FF2B5EF4-FFF2-40B4-BE49-F238E27FC236}">
                  <a16:creationId xmlns:a16="http://schemas.microsoft.com/office/drawing/2014/main" id="{F296DA92-05DB-4436-BC78-E698E6F67438}"/>
                </a:ext>
              </a:extLst>
            </p:cNvPr>
            <p:cNvGraphicFramePr>
              <a:graphicFrameLocks/>
            </p:cNvGraphicFramePr>
            <p:nvPr>
              <p:extLst>
                <p:ext uri="{D42A27DB-BD31-4B8C-83A1-F6EECF244321}">
                  <p14:modId xmlns:p14="http://schemas.microsoft.com/office/powerpoint/2010/main" val="15545501"/>
                </p:ext>
              </p:extLst>
            </p:nvPr>
          </p:nvGraphicFramePr>
          <p:xfrm>
            <a:off x="8076882" y="3937828"/>
            <a:ext cx="4287520" cy="2726383"/>
          </p:xfrm>
          <a:graphic>
            <a:graphicData uri="http://schemas.openxmlformats.org/drawingml/2006/chart">
              <c:chart xmlns:c="http://schemas.openxmlformats.org/drawingml/2006/chart" xmlns:r="http://schemas.openxmlformats.org/officeDocument/2006/relationships" r:id="rId10"/>
            </a:graphicData>
          </a:graphic>
        </p:graphicFrame>
        <p:sp>
          <p:nvSpPr>
            <p:cNvPr id="45" name="Rectangle 44">
              <a:extLst>
                <a:ext uri="{FF2B5EF4-FFF2-40B4-BE49-F238E27FC236}">
                  <a16:creationId xmlns:a16="http://schemas.microsoft.com/office/drawing/2014/main" id="{50A91A5F-7912-452F-BFF1-31665CB665B8}"/>
                </a:ext>
              </a:extLst>
            </p:cNvPr>
            <p:cNvSpPr/>
            <p:nvPr/>
          </p:nvSpPr>
          <p:spPr>
            <a:xfrm>
              <a:off x="8154817" y="3945867"/>
              <a:ext cx="3990109" cy="2764151"/>
            </a:xfrm>
            <a:prstGeom prst="rect">
              <a:avLst/>
            </a:prstGeom>
            <a:noFill/>
            <a:ln>
              <a:solidFill>
                <a:schemeClr val="bg1">
                  <a:lumMod val="8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pSp>
        <p:nvGrpSpPr>
          <p:cNvPr id="51" name="Group 50">
            <a:extLst>
              <a:ext uri="{FF2B5EF4-FFF2-40B4-BE49-F238E27FC236}">
                <a16:creationId xmlns:a16="http://schemas.microsoft.com/office/drawing/2014/main" id="{FB370F21-0731-40B6-8A2A-4242AABD8DDB}"/>
              </a:ext>
            </a:extLst>
          </p:cNvPr>
          <p:cNvGrpSpPr/>
          <p:nvPr/>
        </p:nvGrpSpPr>
        <p:grpSpPr>
          <a:xfrm>
            <a:off x="-38966" y="3937829"/>
            <a:ext cx="4287520" cy="2765985"/>
            <a:chOff x="-122218" y="3939663"/>
            <a:chExt cx="4287520" cy="2764151"/>
          </a:xfrm>
        </p:grpSpPr>
        <p:graphicFrame>
          <p:nvGraphicFramePr>
            <p:cNvPr id="20" name="Chart 19">
              <a:extLst>
                <a:ext uri="{FF2B5EF4-FFF2-40B4-BE49-F238E27FC236}">
                  <a16:creationId xmlns:a16="http://schemas.microsoft.com/office/drawing/2014/main" id="{ADA22873-0112-4DB2-8528-FE24E21BC926}"/>
                </a:ext>
              </a:extLst>
            </p:cNvPr>
            <p:cNvGraphicFramePr/>
            <p:nvPr>
              <p:extLst>
                <p:ext uri="{D42A27DB-BD31-4B8C-83A1-F6EECF244321}">
                  <p14:modId xmlns:p14="http://schemas.microsoft.com/office/powerpoint/2010/main" val="4103277058"/>
                </p:ext>
              </p:extLst>
            </p:nvPr>
          </p:nvGraphicFramePr>
          <p:xfrm>
            <a:off x="-122218" y="4011069"/>
            <a:ext cx="4287520" cy="2654301"/>
          </p:xfrm>
          <a:graphic>
            <a:graphicData uri="http://schemas.openxmlformats.org/drawingml/2006/chart">
              <c:chart xmlns:c="http://schemas.openxmlformats.org/drawingml/2006/chart" xmlns:r="http://schemas.openxmlformats.org/officeDocument/2006/relationships" r:id="rId11"/>
            </a:graphicData>
          </a:graphic>
        </p:graphicFrame>
        <p:sp>
          <p:nvSpPr>
            <p:cNvPr id="50" name="Rectangle 49">
              <a:extLst>
                <a:ext uri="{FF2B5EF4-FFF2-40B4-BE49-F238E27FC236}">
                  <a16:creationId xmlns:a16="http://schemas.microsoft.com/office/drawing/2014/main" id="{84E35D75-8710-44C0-8000-B8A3012D6469}"/>
                </a:ext>
              </a:extLst>
            </p:cNvPr>
            <p:cNvSpPr/>
            <p:nvPr/>
          </p:nvSpPr>
          <p:spPr>
            <a:xfrm>
              <a:off x="218910" y="3939663"/>
              <a:ext cx="3733329" cy="2764151"/>
            </a:xfrm>
            <a:prstGeom prst="rect">
              <a:avLst/>
            </a:prstGeom>
            <a:noFill/>
            <a:ln>
              <a:solidFill>
                <a:schemeClr val="bg1">
                  <a:lumMod val="8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54" name="Group 53">
            <a:extLst>
              <a:ext uri="{FF2B5EF4-FFF2-40B4-BE49-F238E27FC236}">
                <a16:creationId xmlns:a16="http://schemas.microsoft.com/office/drawing/2014/main" id="{D4C685CF-41DD-488B-BFE4-6A93AB59E62A}"/>
              </a:ext>
            </a:extLst>
          </p:cNvPr>
          <p:cNvGrpSpPr/>
          <p:nvPr/>
        </p:nvGrpSpPr>
        <p:grpSpPr>
          <a:xfrm>
            <a:off x="17480" y="23333"/>
            <a:ext cx="12174520" cy="533258"/>
            <a:chOff x="17480" y="23333"/>
            <a:chExt cx="12174520" cy="533258"/>
          </a:xfrm>
        </p:grpSpPr>
        <p:sp>
          <p:nvSpPr>
            <p:cNvPr id="55" name="Pentagon 18">
              <a:extLst>
                <a:ext uri="{FF2B5EF4-FFF2-40B4-BE49-F238E27FC236}">
                  <a16:creationId xmlns:a16="http://schemas.microsoft.com/office/drawing/2014/main" id="{749D7006-B887-4932-A0AE-3AA58B6A614E}"/>
                </a:ext>
              </a:extLst>
            </p:cNvPr>
            <p:cNvSpPr/>
            <p:nvPr/>
          </p:nvSpPr>
          <p:spPr>
            <a:xfrm>
              <a:off x="9516890" y="23333"/>
              <a:ext cx="2675110"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M</a:t>
              </a:r>
              <a:r>
                <a:rPr lang="en-IN" b="1" dirty="0"/>
                <a:t>arket Expansion</a:t>
              </a:r>
            </a:p>
          </p:txBody>
        </p:sp>
        <p:sp>
          <p:nvSpPr>
            <p:cNvPr id="56" name="Pentagon 18">
              <a:extLst>
                <a:ext uri="{FF2B5EF4-FFF2-40B4-BE49-F238E27FC236}">
                  <a16:creationId xmlns:a16="http://schemas.microsoft.com/office/drawing/2014/main" id="{9E859F3A-F9E0-4BE3-BAC4-AAB477BDB70F}"/>
                </a:ext>
              </a:extLst>
            </p:cNvPr>
            <p:cNvSpPr/>
            <p:nvPr/>
          </p:nvSpPr>
          <p:spPr>
            <a:xfrm>
              <a:off x="7584471"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   Go To Market</a:t>
              </a:r>
            </a:p>
          </p:txBody>
        </p:sp>
        <p:sp>
          <p:nvSpPr>
            <p:cNvPr id="57" name="Pentagon 18">
              <a:extLst>
                <a:ext uri="{FF2B5EF4-FFF2-40B4-BE49-F238E27FC236}">
                  <a16:creationId xmlns:a16="http://schemas.microsoft.com/office/drawing/2014/main" id="{FF038766-93AB-4D5D-8C1E-5AD4E769D3C0}"/>
                </a:ext>
              </a:extLst>
            </p:cNvPr>
            <p:cNvSpPr/>
            <p:nvPr/>
          </p:nvSpPr>
          <p:spPr>
            <a:xfrm>
              <a:off x="5762297"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Product</a:t>
              </a:r>
            </a:p>
          </p:txBody>
        </p:sp>
        <p:sp>
          <p:nvSpPr>
            <p:cNvPr id="58" name="Pentagon 18">
              <a:extLst>
                <a:ext uri="{FF2B5EF4-FFF2-40B4-BE49-F238E27FC236}">
                  <a16:creationId xmlns:a16="http://schemas.microsoft.com/office/drawing/2014/main" id="{AB55CBB0-60DE-4419-BC13-2905C8D78EA4}"/>
                </a:ext>
              </a:extLst>
            </p:cNvPr>
            <p:cNvSpPr/>
            <p:nvPr/>
          </p:nvSpPr>
          <p:spPr>
            <a:xfrm>
              <a:off x="3847358" y="23333"/>
              <a:ext cx="2242406"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S</a:t>
              </a:r>
              <a:r>
                <a:rPr lang="en-IN" b="1" dirty="0"/>
                <a:t>olutions</a:t>
              </a:r>
            </a:p>
          </p:txBody>
        </p:sp>
        <p:sp>
          <p:nvSpPr>
            <p:cNvPr id="59" name="Pentagon 18">
              <a:extLst>
                <a:ext uri="{FF2B5EF4-FFF2-40B4-BE49-F238E27FC236}">
                  <a16:creationId xmlns:a16="http://schemas.microsoft.com/office/drawing/2014/main" id="{9F4DFBDF-63A7-4754-91BC-8340483A6FBC}"/>
                </a:ext>
              </a:extLst>
            </p:cNvPr>
            <p:cNvSpPr/>
            <p:nvPr/>
          </p:nvSpPr>
          <p:spPr>
            <a:xfrm>
              <a:off x="1932418" y="23333"/>
              <a:ext cx="2440799"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T</a:t>
              </a:r>
              <a:r>
                <a:rPr lang="en-IN" b="1" dirty="0"/>
                <a:t>arget Customers</a:t>
              </a:r>
            </a:p>
          </p:txBody>
        </p:sp>
        <p:sp>
          <p:nvSpPr>
            <p:cNvPr id="60" name="Pentagon 18">
              <a:extLst>
                <a:ext uri="{FF2B5EF4-FFF2-40B4-BE49-F238E27FC236}">
                  <a16:creationId xmlns:a16="http://schemas.microsoft.com/office/drawing/2014/main" id="{80CA37AD-1099-4B69-AA2D-7DA541718FC1}"/>
                </a:ext>
              </a:extLst>
            </p:cNvPr>
            <p:cNvSpPr/>
            <p:nvPr/>
          </p:nvSpPr>
          <p:spPr>
            <a:xfrm>
              <a:off x="17480" y="23333"/>
              <a:ext cx="2242406"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Research</a:t>
              </a:r>
            </a:p>
          </p:txBody>
        </p:sp>
      </p:grpSp>
      <p:grpSp>
        <p:nvGrpSpPr>
          <p:cNvPr id="62" name="Group 61">
            <a:extLst>
              <a:ext uri="{FF2B5EF4-FFF2-40B4-BE49-F238E27FC236}">
                <a16:creationId xmlns:a16="http://schemas.microsoft.com/office/drawing/2014/main" id="{F3A22977-2091-466C-8842-D2458982B7F9}"/>
              </a:ext>
            </a:extLst>
          </p:cNvPr>
          <p:cNvGrpSpPr/>
          <p:nvPr/>
        </p:nvGrpSpPr>
        <p:grpSpPr>
          <a:xfrm>
            <a:off x="297192" y="2117917"/>
            <a:ext cx="3832940" cy="2718017"/>
            <a:chOff x="302162" y="1533187"/>
            <a:chExt cx="3832940" cy="2718017"/>
          </a:xfrm>
        </p:grpSpPr>
        <p:grpSp>
          <p:nvGrpSpPr>
            <p:cNvPr id="61" name="Group 60">
              <a:extLst>
                <a:ext uri="{FF2B5EF4-FFF2-40B4-BE49-F238E27FC236}">
                  <a16:creationId xmlns:a16="http://schemas.microsoft.com/office/drawing/2014/main" id="{4F1148A2-9544-4CF1-B6AA-B885725F8AF1}"/>
                </a:ext>
              </a:extLst>
            </p:cNvPr>
            <p:cNvGrpSpPr/>
            <p:nvPr/>
          </p:nvGrpSpPr>
          <p:grpSpPr>
            <a:xfrm>
              <a:off x="302162" y="1533187"/>
              <a:ext cx="3832940" cy="1713282"/>
              <a:chOff x="302162" y="1533187"/>
              <a:chExt cx="3832940" cy="1713282"/>
            </a:xfrm>
          </p:grpSpPr>
          <p:sp>
            <p:nvSpPr>
              <p:cNvPr id="52" name="Rectangle: Single Corner Snipped 51">
                <a:extLst>
                  <a:ext uri="{FF2B5EF4-FFF2-40B4-BE49-F238E27FC236}">
                    <a16:creationId xmlns:a16="http://schemas.microsoft.com/office/drawing/2014/main" id="{F039ED91-93FF-468F-952A-DD042739097F}"/>
                  </a:ext>
                </a:extLst>
              </p:cNvPr>
              <p:cNvSpPr/>
              <p:nvPr/>
            </p:nvSpPr>
            <p:spPr>
              <a:xfrm>
                <a:off x="302162" y="1618907"/>
                <a:ext cx="3733329" cy="1627562"/>
              </a:xfrm>
              <a:prstGeom prst="snip1Rect">
                <a:avLst/>
              </a:prstGeom>
              <a:noFill/>
              <a:ln>
                <a:solidFill>
                  <a:schemeClr val="bg1">
                    <a:lumMod val="8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50" name="Picture 2" descr="Lens free icon">
                <a:extLst>
                  <a:ext uri="{FF2B5EF4-FFF2-40B4-BE49-F238E27FC236}">
                    <a16:creationId xmlns:a16="http://schemas.microsoft.com/office/drawing/2014/main" id="{8BC95EFA-2DD5-431A-AC43-5C75E92D1BBC}"/>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611963" y="1533187"/>
                <a:ext cx="523139" cy="523139"/>
              </a:xfrm>
              <a:prstGeom prst="rect">
                <a:avLst/>
              </a:prstGeom>
              <a:noFill/>
              <a:extLst>
                <a:ext uri="{909E8E84-426E-40DD-AFC4-6F175D3DCCD1}">
                  <a14:hiddenFill xmlns:a14="http://schemas.microsoft.com/office/drawing/2010/main">
                    <a:solidFill>
                      <a:srgbClr val="FFFFFF"/>
                    </a:solidFill>
                  </a14:hiddenFill>
                </a:ext>
              </a:extLst>
            </p:spPr>
          </p:pic>
        </p:grpSp>
        <p:sp>
          <p:nvSpPr>
            <p:cNvPr id="53" name="TextBox 52">
              <a:extLst>
                <a:ext uri="{FF2B5EF4-FFF2-40B4-BE49-F238E27FC236}">
                  <a16:creationId xmlns:a16="http://schemas.microsoft.com/office/drawing/2014/main" id="{366CD6D8-A0D7-4DC5-8C26-A9BDABDDAFD1}"/>
                </a:ext>
              </a:extLst>
            </p:cNvPr>
            <p:cNvSpPr txBox="1"/>
            <p:nvPr/>
          </p:nvSpPr>
          <p:spPr>
            <a:xfrm>
              <a:off x="424647" y="1758214"/>
              <a:ext cx="3357028" cy="2492990"/>
            </a:xfrm>
            <a:prstGeom prst="rect">
              <a:avLst/>
            </a:prstGeom>
            <a:noFill/>
          </p:spPr>
          <p:txBody>
            <a:bodyPr wrap="square" rtlCol="0">
              <a:spAutoFit/>
            </a:bodyPr>
            <a:lstStyle/>
            <a:p>
              <a:pPr marL="171450" indent="-171450">
                <a:buFont typeface="Wingdings" panose="05000000000000000000" pitchFamily="2" charset="2"/>
                <a:buChar char="ü"/>
              </a:pPr>
              <a:r>
                <a:rPr lang="en-GB" sz="1200" b="1" dirty="0"/>
                <a:t>51% </a:t>
              </a:r>
              <a:r>
                <a:rPr lang="en-GB" sz="1200" dirty="0"/>
                <a:t>respondents buy fruits </a:t>
              </a:r>
              <a:r>
                <a:rPr lang="en-GB" sz="1200" b="1" dirty="0"/>
                <a:t>4 times/month</a:t>
              </a:r>
              <a:r>
                <a:rPr lang="en-GB" sz="1200" dirty="0"/>
                <a:t>.</a:t>
              </a:r>
            </a:p>
            <a:p>
              <a:pPr marL="171450" indent="-171450">
                <a:buFont typeface="Wingdings" panose="05000000000000000000" pitchFamily="2" charset="2"/>
                <a:buChar char="ü"/>
              </a:pPr>
              <a:r>
                <a:rPr lang="en-GB" sz="1200" b="1" dirty="0"/>
                <a:t>70% </a:t>
              </a:r>
              <a:r>
                <a:rPr lang="en-GB" sz="1200" dirty="0"/>
                <a:t>respondents are </a:t>
              </a:r>
              <a:r>
                <a:rPr lang="en-GB" sz="1200" b="1" dirty="0"/>
                <a:t>unaware </a:t>
              </a:r>
              <a:r>
                <a:rPr lang="en-GB" sz="1200" dirty="0"/>
                <a:t>of </a:t>
              </a:r>
              <a:r>
                <a:rPr lang="en-GB" sz="1200" b="1" dirty="0"/>
                <a:t>WHO recommendation</a:t>
              </a:r>
              <a:r>
                <a:rPr lang="en-GB" sz="1200" dirty="0"/>
                <a:t>.</a:t>
              </a:r>
            </a:p>
            <a:p>
              <a:pPr marL="171450" indent="-171450">
                <a:buFont typeface="Wingdings" panose="05000000000000000000" pitchFamily="2" charset="2"/>
                <a:buChar char="ü"/>
              </a:pPr>
              <a:r>
                <a:rPr lang="en-GB" sz="1200" dirty="0"/>
                <a:t>About </a:t>
              </a:r>
              <a:r>
                <a:rPr lang="en-GB" sz="1200" b="1" dirty="0"/>
                <a:t>57%</a:t>
              </a:r>
              <a:r>
                <a:rPr lang="en-GB" sz="1200" dirty="0"/>
                <a:t> respondents are confident that a subscription model would benefit them.</a:t>
              </a:r>
            </a:p>
            <a:p>
              <a:pPr marL="171450" indent="-171450">
                <a:buFont typeface="Wingdings" panose="05000000000000000000" pitchFamily="2" charset="2"/>
                <a:buChar char="ü"/>
              </a:pPr>
              <a:r>
                <a:rPr lang="en-GB" sz="1200" b="1" dirty="0"/>
                <a:t>96% </a:t>
              </a:r>
              <a:r>
                <a:rPr lang="en-GB" sz="1200" dirty="0"/>
                <a:t>respondents consume </a:t>
              </a:r>
              <a:r>
                <a:rPr lang="en-GB" sz="1200" b="1" dirty="0"/>
                <a:t>inadequate amount </a:t>
              </a:r>
              <a:r>
                <a:rPr lang="en-GB" sz="1200" dirty="0"/>
                <a:t>of fruits. </a:t>
              </a:r>
            </a:p>
            <a:p>
              <a:endParaRPr lang="en-GB" sz="1200" dirty="0"/>
            </a:p>
            <a:p>
              <a:endParaRPr lang="en-GB" sz="1200" dirty="0"/>
            </a:p>
            <a:p>
              <a:endParaRPr lang="en-GB" sz="1200" dirty="0"/>
            </a:p>
            <a:p>
              <a:endParaRPr lang="en-GB" sz="1200" dirty="0"/>
            </a:p>
            <a:p>
              <a:endParaRPr lang="en-GB" sz="1200" dirty="0"/>
            </a:p>
            <a:p>
              <a:endParaRPr lang="en-IN" sz="1200" dirty="0"/>
            </a:p>
          </p:txBody>
        </p:sp>
      </p:grpSp>
      <p:grpSp>
        <p:nvGrpSpPr>
          <p:cNvPr id="2052" name="Group 2051">
            <a:extLst>
              <a:ext uri="{FF2B5EF4-FFF2-40B4-BE49-F238E27FC236}">
                <a16:creationId xmlns:a16="http://schemas.microsoft.com/office/drawing/2014/main" id="{CF4FBA2A-5AA6-411B-B33C-EE0FF0578C00}"/>
              </a:ext>
            </a:extLst>
          </p:cNvPr>
          <p:cNvGrpSpPr/>
          <p:nvPr/>
        </p:nvGrpSpPr>
        <p:grpSpPr>
          <a:xfrm>
            <a:off x="297192" y="1482216"/>
            <a:ext cx="2589698" cy="672456"/>
            <a:chOff x="297192" y="1530453"/>
            <a:chExt cx="2589698" cy="672456"/>
          </a:xfrm>
        </p:grpSpPr>
        <p:pic>
          <p:nvPicPr>
            <p:cNvPr id="2048" name="Picture 2047">
              <a:extLst>
                <a:ext uri="{FF2B5EF4-FFF2-40B4-BE49-F238E27FC236}">
                  <a16:creationId xmlns:a16="http://schemas.microsoft.com/office/drawing/2014/main" id="{4FD01E63-38F7-4DD6-AD0A-2133A70FF99E}"/>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360834" y="1707220"/>
              <a:ext cx="360620" cy="360620"/>
            </a:xfrm>
            <a:prstGeom prst="rect">
              <a:avLst/>
            </a:prstGeom>
          </p:spPr>
        </p:pic>
        <p:sp>
          <p:nvSpPr>
            <p:cNvPr id="2049" name="TextBox 2048">
              <a:extLst>
                <a:ext uri="{FF2B5EF4-FFF2-40B4-BE49-F238E27FC236}">
                  <a16:creationId xmlns:a16="http://schemas.microsoft.com/office/drawing/2014/main" id="{F7F44D79-9735-4607-BA81-0E2ED6ED12C2}"/>
                </a:ext>
              </a:extLst>
            </p:cNvPr>
            <p:cNvSpPr txBox="1"/>
            <p:nvPr/>
          </p:nvSpPr>
          <p:spPr>
            <a:xfrm>
              <a:off x="648209" y="1556578"/>
              <a:ext cx="2238681" cy="646331"/>
            </a:xfrm>
            <a:prstGeom prst="rect">
              <a:avLst/>
            </a:prstGeom>
            <a:noFill/>
          </p:spPr>
          <p:txBody>
            <a:bodyPr wrap="square" rtlCol="0">
              <a:spAutoFit/>
            </a:bodyPr>
            <a:lstStyle/>
            <a:p>
              <a:r>
                <a:rPr lang="en-GB" sz="1200" dirty="0"/>
                <a:t>127 respondents.</a:t>
              </a:r>
            </a:p>
            <a:p>
              <a:r>
                <a:rPr lang="en-GB" sz="1200" b="1" dirty="0"/>
                <a:t>Hyderabad</a:t>
              </a:r>
              <a:r>
                <a:rPr lang="en-GB" sz="1200" dirty="0"/>
                <a:t> accounts for  a majority of  the responses.</a:t>
              </a:r>
            </a:p>
          </p:txBody>
        </p:sp>
        <p:sp>
          <p:nvSpPr>
            <p:cNvPr id="2051" name="Rectangle 2050">
              <a:extLst>
                <a:ext uri="{FF2B5EF4-FFF2-40B4-BE49-F238E27FC236}">
                  <a16:creationId xmlns:a16="http://schemas.microsoft.com/office/drawing/2014/main" id="{9C09A933-4902-4689-8DED-476C5D94A569}"/>
                </a:ext>
              </a:extLst>
            </p:cNvPr>
            <p:cNvSpPr/>
            <p:nvPr/>
          </p:nvSpPr>
          <p:spPr>
            <a:xfrm>
              <a:off x="297192" y="1530453"/>
              <a:ext cx="2130744" cy="634714"/>
            </a:xfrm>
            <a:prstGeom prst="rect">
              <a:avLst/>
            </a:prstGeom>
            <a:noFill/>
            <a:ln>
              <a:solidFill>
                <a:schemeClr val="bg1">
                  <a:lumMod val="8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453327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Chart 12">
            <a:extLst>
              <a:ext uri="{FF2B5EF4-FFF2-40B4-BE49-F238E27FC236}">
                <a16:creationId xmlns:a16="http://schemas.microsoft.com/office/drawing/2014/main" id="{7C00DA93-1B2A-4A3C-911B-B60794B4C63D}"/>
              </a:ext>
            </a:extLst>
          </p:cNvPr>
          <p:cNvGraphicFramePr>
            <a:graphicFrameLocks/>
          </p:cNvGraphicFramePr>
          <p:nvPr>
            <p:extLst>
              <p:ext uri="{D42A27DB-BD31-4B8C-83A1-F6EECF244321}">
                <p14:modId xmlns:p14="http://schemas.microsoft.com/office/powerpoint/2010/main" val="2093026045"/>
              </p:ext>
            </p:extLst>
          </p:nvPr>
        </p:nvGraphicFramePr>
        <p:xfrm>
          <a:off x="4586755" y="484993"/>
          <a:ext cx="4279940" cy="2686410"/>
        </p:xfrm>
        <a:graphic>
          <a:graphicData uri="http://schemas.openxmlformats.org/drawingml/2006/chart">
            <c:chart xmlns:c="http://schemas.openxmlformats.org/drawingml/2006/chart" xmlns:r="http://schemas.openxmlformats.org/officeDocument/2006/relationships" r:id="rId2"/>
          </a:graphicData>
        </a:graphic>
      </p:graphicFrame>
      <p:grpSp>
        <p:nvGrpSpPr>
          <p:cNvPr id="22" name="Group 21">
            <a:extLst>
              <a:ext uri="{FF2B5EF4-FFF2-40B4-BE49-F238E27FC236}">
                <a16:creationId xmlns:a16="http://schemas.microsoft.com/office/drawing/2014/main" id="{9BC308CC-800B-4FB9-9286-74D8F6F18286}"/>
              </a:ext>
            </a:extLst>
          </p:cNvPr>
          <p:cNvGrpSpPr/>
          <p:nvPr/>
        </p:nvGrpSpPr>
        <p:grpSpPr>
          <a:xfrm>
            <a:off x="17480" y="23333"/>
            <a:ext cx="12174520" cy="533258"/>
            <a:chOff x="17480" y="23333"/>
            <a:chExt cx="12174520" cy="533258"/>
          </a:xfrm>
        </p:grpSpPr>
        <p:sp>
          <p:nvSpPr>
            <p:cNvPr id="23" name="Pentagon 18">
              <a:extLst>
                <a:ext uri="{FF2B5EF4-FFF2-40B4-BE49-F238E27FC236}">
                  <a16:creationId xmlns:a16="http://schemas.microsoft.com/office/drawing/2014/main" id="{27D0CFA8-8A20-4C37-A658-BA2D1F2B0BBD}"/>
                </a:ext>
              </a:extLst>
            </p:cNvPr>
            <p:cNvSpPr/>
            <p:nvPr/>
          </p:nvSpPr>
          <p:spPr>
            <a:xfrm>
              <a:off x="9516890" y="23333"/>
              <a:ext cx="2675110"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M</a:t>
              </a:r>
              <a:r>
                <a:rPr lang="en-IN" b="1" dirty="0"/>
                <a:t>arket Expansion</a:t>
              </a:r>
            </a:p>
          </p:txBody>
        </p:sp>
        <p:sp>
          <p:nvSpPr>
            <p:cNvPr id="24" name="Pentagon 18">
              <a:extLst>
                <a:ext uri="{FF2B5EF4-FFF2-40B4-BE49-F238E27FC236}">
                  <a16:creationId xmlns:a16="http://schemas.microsoft.com/office/drawing/2014/main" id="{47E14B59-0B5A-4445-8758-BF76F30660F3}"/>
                </a:ext>
              </a:extLst>
            </p:cNvPr>
            <p:cNvSpPr/>
            <p:nvPr/>
          </p:nvSpPr>
          <p:spPr>
            <a:xfrm>
              <a:off x="7584471"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     Go To Market</a:t>
              </a:r>
            </a:p>
          </p:txBody>
        </p:sp>
        <p:sp>
          <p:nvSpPr>
            <p:cNvPr id="25" name="Pentagon 18">
              <a:extLst>
                <a:ext uri="{FF2B5EF4-FFF2-40B4-BE49-F238E27FC236}">
                  <a16:creationId xmlns:a16="http://schemas.microsoft.com/office/drawing/2014/main" id="{F3BBB106-9023-421B-8599-86B9DBC37C59}"/>
                </a:ext>
              </a:extLst>
            </p:cNvPr>
            <p:cNvSpPr/>
            <p:nvPr/>
          </p:nvSpPr>
          <p:spPr>
            <a:xfrm>
              <a:off x="5762297"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Product</a:t>
              </a:r>
            </a:p>
          </p:txBody>
        </p:sp>
        <p:sp>
          <p:nvSpPr>
            <p:cNvPr id="26" name="Pentagon 18">
              <a:extLst>
                <a:ext uri="{FF2B5EF4-FFF2-40B4-BE49-F238E27FC236}">
                  <a16:creationId xmlns:a16="http://schemas.microsoft.com/office/drawing/2014/main" id="{9E8214F5-4D44-4D38-8C82-FE52A8C4957E}"/>
                </a:ext>
              </a:extLst>
            </p:cNvPr>
            <p:cNvSpPr/>
            <p:nvPr/>
          </p:nvSpPr>
          <p:spPr>
            <a:xfrm>
              <a:off x="3847358" y="23333"/>
              <a:ext cx="2242406"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S</a:t>
              </a:r>
              <a:r>
                <a:rPr lang="en-IN" b="1" dirty="0"/>
                <a:t>olutions</a:t>
              </a:r>
            </a:p>
          </p:txBody>
        </p:sp>
        <p:sp>
          <p:nvSpPr>
            <p:cNvPr id="27" name="Pentagon 18">
              <a:extLst>
                <a:ext uri="{FF2B5EF4-FFF2-40B4-BE49-F238E27FC236}">
                  <a16:creationId xmlns:a16="http://schemas.microsoft.com/office/drawing/2014/main" id="{060B6C12-9425-41C2-A109-E0C7109375E3}"/>
                </a:ext>
              </a:extLst>
            </p:cNvPr>
            <p:cNvSpPr/>
            <p:nvPr/>
          </p:nvSpPr>
          <p:spPr>
            <a:xfrm>
              <a:off x="1932418" y="23333"/>
              <a:ext cx="2440799"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T</a:t>
              </a:r>
              <a:r>
                <a:rPr lang="en-IN" b="1" dirty="0"/>
                <a:t>arget Customers</a:t>
              </a:r>
            </a:p>
          </p:txBody>
        </p:sp>
        <p:sp>
          <p:nvSpPr>
            <p:cNvPr id="28" name="Pentagon 18">
              <a:extLst>
                <a:ext uri="{FF2B5EF4-FFF2-40B4-BE49-F238E27FC236}">
                  <a16:creationId xmlns:a16="http://schemas.microsoft.com/office/drawing/2014/main" id="{DF8F9D65-2FC2-4E6B-87FF-36544278798C}"/>
                </a:ext>
              </a:extLst>
            </p:cNvPr>
            <p:cNvSpPr/>
            <p:nvPr/>
          </p:nvSpPr>
          <p:spPr>
            <a:xfrm>
              <a:off x="17480" y="23333"/>
              <a:ext cx="2242406"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Research</a:t>
              </a:r>
            </a:p>
          </p:txBody>
        </p:sp>
      </p:grpSp>
      <p:graphicFrame>
        <p:nvGraphicFramePr>
          <p:cNvPr id="11" name="Chart 10">
            <a:extLst>
              <a:ext uri="{FF2B5EF4-FFF2-40B4-BE49-F238E27FC236}">
                <a16:creationId xmlns:a16="http://schemas.microsoft.com/office/drawing/2014/main" id="{A8E302A5-58F5-4287-A375-AE6770290F5E}"/>
              </a:ext>
            </a:extLst>
          </p:cNvPr>
          <p:cNvGraphicFramePr/>
          <p:nvPr>
            <p:extLst>
              <p:ext uri="{D42A27DB-BD31-4B8C-83A1-F6EECF244321}">
                <p14:modId xmlns:p14="http://schemas.microsoft.com/office/powerpoint/2010/main" val="2838939129"/>
              </p:ext>
            </p:extLst>
          </p:nvPr>
        </p:nvGraphicFramePr>
        <p:xfrm>
          <a:off x="8288583" y="778737"/>
          <a:ext cx="3616035" cy="293482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1" name="Chart 30">
            <a:extLst>
              <a:ext uri="{FF2B5EF4-FFF2-40B4-BE49-F238E27FC236}">
                <a16:creationId xmlns:a16="http://schemas.microsoft.com/office/drawing/2014/main" id="{EA71C447-8F48-4332-9BE9-4AC3E1E39B80}"/>
              </a:ext>
            </a:extLst>
          </p:cNvPr>
          <p:cNvGraphicFramePr/>
          <p:nvPr>
            <p:extLst>
              <p:ext uri="{D42A27DB-BD31-4B8C-83A1-F6EECF244321}">
                <p14:modId xmlns:p14="http://schemas.microsoft.com/office/powerpoint/2010/main" val="3282156216"/>
              </p:ext>
            </p:extLst>
          </p:nvPr>
        </p:nvGraphicFramePr>
        <p:xfrm>
          <a:off x="8798876" y="3429000"/>
          <a:ext cx="3664160" cy="2439051"/>
        </p:xfrm>
        <a:graphic>
          <a:graphicData uri="http://schemas.openxmlformats.org/drawingml/2006/chart">
            <c:chart xmlns:c="http://schemas.openxmlformats.org/drawingml/2006/chart" xmlns:r="http://schemas.openxmlformats.org/officeDocument/2006/relationships" r:id="rId4"/>
          </a:graphicData>
        </a:graphic>
      </p:graphicFrame>
      <p:sp>
        <p:nvSpPr>
          <p:cNvPr id="3083" name="Rectangle 3082">
            <a:extLst>
              <a:ext uri="{FF2B5EF4-FFF2-40B4-BE49-F238E27FC236}">
                <a16:creationId xmlns:a16="http://schemas.microsoft.com/office/drawing/2014/main" id="{529C3328-438B-431B-A251-8FD2856C4F92}"/>
              </a:ext>
            </a:extLst>
          </p:cNvPr>
          <p:cNvSpPr/>
          <p:nvPr/>
        </p:nvSpPr>
        <p:spPr>
          <a:xfrm>
            <a:off x="121597" y="3293102"/>
            <a:ext cx="2034172" cy="3370473"/>
          </a:xfrm>
          <a:prstGeom prst="rect">
            <a:avLst/>
          </a:prstGeom>
          <a:noFill/>
          <a:ln>
            <a:solidFill>
              <a:schemeClr val="accent2">
                <a:lumMod val="7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3091" name="Group 3090">
            <a:extLst>
              <a:ext uri="{FF2B5EF4-FFF2-40B4-BE49-F238E27FC236}">
                <a16:creationId xmlns:a16="http://schemas.microsoft.com/office/drawing/2014/main" id="{50149290-18F9-4FAD-B6DD-143AAE67A48F}"/>
              </a:ext>
            </a:extLst>
          </p:cNvPr>
          <p:cNvGrpSpPr/>
          <p:nvPr/>
        </p:nvGrpSpPr>
        <p:grpSpPr>
          <a:xfrm>
            <a:off x="91865" y="1802574"/>
            <a:ext cx="4355737" cy="1384995"/>
            <a:chOff x="17480" y="1802574"/>
            <a:chExt cx="4355737" cy="1384995"/>
          </a:xfrm>
        </p:grpSpPr>
        <p:sp>
          <p:nvSpPr>
            <p:cNvPr id="3072" name="TextBox 3071">
              <a:extLst>
                <a:ext uri="{FF2B5EF4-FFF2-40B4-BE49-F238E27FC236}">
                  <a16:creationId xmlns:a16="http://schemas.microsoft.com/office/drawing/2014/main" id="{9F0AD23B-4480-4824-954C-29AFCC85DB3F}"/>
                </a:ext>
              </a:extLst>
            </p:cNvPr>
            <p:cNvSpPr txBox="1"/>
            <p:nvPr/>
          </p:nvSpPr>
          <p:spPr>
            <a:xfrm>
              <a:off x="17480" y="1802574"/>
              <a:ext cx="4200939" cy="1384995"/>
            </a:xfrm>
            <a:prstGeom prst="rect">
              <a:avLst/>
            </a:prstGeom>
            <a:noFill/>
          </p:spPr>
          <p:txBody>
            <a:bodyPr wrap="square" rtlCol="0">
              <a:spAutoFit/>
            </a:bodyPr>
            <a:lstStyle/>
            <a:p>
              <a:pPr marL="285750" indent="-285750">
                <a:buFont typeface="Wingdings" panose="05000000000000000000" pitchFamily="2" charset="2"/>
                <a:buChar char="ü"/>
              </a:pPr>
              <a:r>
                <a:rPr lang="en-GB" sz="1200" b="1" dirty="0"/>
                <a:t>87.4%</a:t>
              </a:r>
              <a:r>
                <a:rPr lang="en-GB" sz="1200" dirty="0"/>
                <a:t> of respondents feel the need for </a:t>
              </a:r>
              <a:r>
                <a:rPr lang="en-GB" sz="1200" b="1" dirty="0"/>
                <a:t>organic fruits</a:t>
              </a:r>
              <a:r>
                <a:rPr lang="en-GB" sz="1200" dirty="0"/>
                <a:t>.</a:t>
              </a:r>
            </a:p>
            <a:p>
              <a:pPr marL="285750" indent="-285750">
                <a:buFont typeface="Wingdings" panose="05000000000000000000" pitchFamily="2" charset="2"/>
                <a:buChar char="ü"/>
              </a:pPr>
              <a:r>
                <a:rPr lang="en-GB" sz="1200" b="1" dirty="0"/>
                <a:t>Lifestyle issues, high cost and seasonal availability </a:t>
              </a:r>
              <a:r>
                <a:rPr lang="en-GB" sz="1200" dirty="0"/>
                <a:t>are the major reasons for having fruit consumption less than recommended levels.</a:t>
              </a:r>
            </a:p>
            <a:p>
              <a:pPr marL="285750" indent="-285750">
                <a:buFont typeface="Wingdings" panose="05000000000000000000" pitchFamily="2" charset="2"/>
                <a:buChar char="ü"/>
              </a:pPr>
              <a:r>
                <a:rPr lang="en-GB" sz="1200" dirty="0"/>
                <a:t>Approximately </a:t>
              </a:r>
              <a:r>
                <a:rPr lang="en-GB" sz="1200" b="1" dirty="0"/>
                <a:t>50%</a:t>
              </a:r>
              <a:r>
                <a:rPr lang="en-GB" sz="1200" dirty="0"/>
                <a:t> respondents are willing to spend </a:t>
              </a:r>
              <a:r>
                <a:rPr lang="en-GB" sz="1200" b="1" dirty="0"/>
                <a:t>Rs</a:t>
              </a:r>
              <a:r>
                <a:rPr lang="en-GB" sz="1200" dirty="0"/>
                <a:t> </a:t>
              </a:r>
              <a:r>
                <a:rPr lang="en-GB" sz="1200" b="1" dirty="0"/>
                <a:t>2000- Rs 4000 per month </a:t>
              </a:r>
              <a:r>
                <a:rPr lang="en-GB" sz="1200" dirty="0"/>
                <a:t>and </a:t>
              </a:r>
              <a:r>
                <a:rPr lang="en-GB" sz="1200" b="1" dirty="0"/>
                <a:t>34 %</a:t>
              </a:r>
              <a:r>
                <a:rPr lang="en-GB" sz="1200" dirty="0"/>
                <a:t> respondents are willing to spend </a:t>
              </a:r>
              <a:r>
                <a:rPr lang="en-GB" sz="1200" b="1" dirty="0"/>
                <a:t>less than Rs 2000</a:t>
              </a:r>
              <a:r>
                <a:rPr lang="en-GB" sz="1200" dirty="0"/>
                <a:t> </a:t>
              </a:r>
              <a:r>
                <a:rPr lang="en-GB" sz="1200" b="1" dirty="0"/>
                <a:t>per month </a:t>
              </a:r>
              <a:r>
                <a:rPr lang="en-GB" sz="1200" dirty="0"/>
                <a:t>on fruits.</a:t>
              </a:r>
              <a:endParaRPr lang="en-IN" sz="1200" dirty="0"/>
            </a:p>
          </p:txBody>
        </p:sp>
        <p:sp>
          <p:nvSpPr>
            <p:cNvPr id="3090" name="Rectangle 3089">
              <a:extLst>
                <a:ext uri="{FF2B5EF4-FFF2-40B4-BE49-F238E27FC236}">
                  <a16:creationId xmlns:a16="http://schemas.microsoft.com/office/drawing/2014/main" id="{C7390436-8D0A-4741-9635-C6A07B063131}"/>
                </a:ext>
              </a:extLst>
            </p:cNvPr>
            <p:cNvSpPr/>
            <p:nvPr/>
          </p:nvSpPr>
          <p:spPr>
            <a:xfrm>
              <a:off x="17480" y="1802574"/>
              <a:ext cx="4355737" cy="1352183"/>
            </a:xfrm>
            <a:prstGeom prst="rect">
              <a:avLst/>
            </a:prstGeom>
            <a:noFill/>
            <a:ln>
              <a:solidFill>
                <a:schemeClr val="bg1">
                  <a:lumMod val="8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4" name="Group 3">
            <a:extLst>
              <a:ext uri="{FF2B5EF4-FFF2-40B4-BE49-F238E27FC236}">
                <a16:creationId xmlns:a16="http://schemas.microsoft.com/office/drawing/2014/main" id="{6033B15E-67D1-48D1-8630-3D399E0504A9}"/>
              </a:ext>
            </a:extLst>
          </p:cNvPr>
          <p:cNvGrpSpPr/>
          <p:nvPr/>
        </p:nvGrpSpPr>
        <p:grpSpPr>
          <a:xfrm>
            <a:off x="155540" y="3280471"/>
            <a:ext cx="9042526" cy="3565625"/>
            <a:chOff x="155540" y="3280471"/>
            <a:chExt cx="9042526" cy="3565625"/>
          </a:xfrm>
        </p:grpSpPr>
        <p:sp>
          <p:nvSpPr>
            <p:cNvPr id="3075" name="TextBox 3074">
              <a:extLst>
                <a:ext uri="{FF2B5EF4-FFF2-40B4-BE49-F238E27FC236}">
                  <a16:creationId xmlns:a16="http://schemas.microsoft.com/office/drawing/2014/main" id="{8915BED8-CA9C-4628-9281-D4067686D1DE}"/>
                </a:ext>
              </a:extLst>
            </p:cNvPr>
            <p:cNvSpPr txBox="1"/>
            <p:nvPr/>
          </p:nvSpPr>
          <p:spPr>
            <a:xfrm>
              <a:off x="155540" y="3306666"/>
              <a:ext cx="2092951" cy="3539430"/>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GB" sz="1200" dirty="0"/>
                <a:t>For </a:t>
              </a:r>
              <a:r>
                <a:rPr lang="en-GB" sz="1200" b="1" dirty="0"/>
                <a:t>Fitness enthusiasts</a:t>
              </a:r>
              <a:r>
                <a:rPr lang="en-GB" sz="1200" dirty="0"/>
                <a:t>:</a:t>
              </a:r>
            </a:p>
            <a:p>
              <a:r>
                <a:rPr lang="en-GB" sz="1200" dirty="0"/>
                <a:t>	</a:t>
              </a:r>
            </a:p>
            <a:p>
              <a:pPr marL="171450" indent="-171450">
                <a:buFont typeface="Wingdings" panose="05000000000000000000" pitchFamily="2" charset="2"/>
                <a:buChar char="Ø"/>
              </a:pPr>
              <a:r>
                <a:rPr lang="en-GB" sz="1000" b="1" dirty="0"/>
                <a:t>Avocados</a:t>
              </a:r>
              <a:r>
                <a:rPr lang="en-GB" sz="1000" dirty="0"/>
                <a:t>- Help in building protein.	</a:t>
              </a:r>
            </a:p>
            <a:p>
              <a:pPr marL="171450" indent="-171450">
                <a:buFont typeface="Wingdings" panose="05000000000000000000" pitchFamily="2" charset="2"/>
                <a:buChar char="Ø"/>
              </a:pPr>
              <a:r>
                <a:rPr lang="en-GB" sz="1000" b="1" dirty="0"/>
                <a:t>Kiwi</a:t>
              </a:r>
              <a:r>
                <a:rPr lang="en-GB" sz="1000" dirty="0"/>
                <a:t>- Fat burning effect.	</a:t>
              </a:r>
            </a:p>
            <a:p>
              <a:pPr marL="171450" indent="-171450">
                <a:buFont typeface="Wingdings" panose="05000000000000000000" pitchFamily="2" charset="2"/>
                <a:buChar char="Ø"/>
              </a:pPr>
              <a:r>
                <a:rPr lang="en-GB" sz="1000" b="1" dirty="0"/>
                <a:t>Banana</a:t>
              </a:r>
              <a:r>
                <a:rPr lang="en-GB" sz="1000" dirty="0"/>
                <a:t>-Stop muscle breakdown,, source of potassium and electrolytes that help in proper muscle contraction.	</a:t>
              </a:r>
            </a:p>
            <a:p>
              <a:pPr marL="171450" indent="-171450">
                <a:buFont typeface="Wingdings" panose="05000000000000000000" pitchFamily="2" charset="2"/>
                <a:buChar char="Ø"/>
              </a:pPr>
              <a:r>
                <a:rPr lang="en-GB" sz="1000" b="1" dirty="0"/>
                <a:t>Watermelon</a:t>
              </a:r>
              <a:r>
                <a:rPr lang="en-GB" sz="1000" dirty="0"/>
                <a:t>- provides nitric oxide that allows blood flow to reach the muscles, also provide hydration.	</a:t>
              </a:r>
            </a:p>
            <a:p>
              <a:pPr marL="171450" indent="-171450">
                <a:buFont typeface="Wingdings" panose="05000000000000000000" pitchFamily="2" charset="2"/>
                <a:buChar char="Ø"/>
              </a:pPr>
              <a:r>
                <a:rPr lang="en-GB" sz="1000" b="1" dirty="0"/>
                <a:t>Pear, grapes, watermelon, apple- </a:t>
              </a:r>
              <a:r>
                <a:rPr lang="en-GB" sz="1000" dirty="0"/>
                <a:t>Best pre-workout choices.</a:t>
              </a:r>
            </a:p>
            <a:p>
              <a:pPr marL="171450" indent="-171450">
                <a:buFont typeface="Wingdings" panose="05000000000000000000" pitchFamily="2" charset="2"/>
                <a:buChar char="Ø"/>
              </a:pPr>
              <a:r>
                <a:rPr lang="en-GB" sz="1000" b="1" dirty="0"/>
                <a:t>Peach apple, grapes- </a:t>
              </a:r>
              <a:r>
                <a:rPr lang="en-GB" sz="1000" dirty="0"/>
                <a:t>Best post-workout choices.</a:t>
              </a:r>
              <a:r>
                <a:rPr lang="en-GB" sz="1000" b="1" dirty="0"/>
                <a:t>	</a:t>
              </a:r>
            </a:p>
            <a:p>
              <a:pPr marL="171450" indent="-171450">
                <a:buFont typeface="Wingdings" panose="05000000000000000000" pitchFamily="2" charset="2"/>
                <a:buChar char="Ø"/>
              </a:pPr>
              <a:r>
                <a:rPr lang="en-GB" sz="1000" b="1" dirty="0"/>
                <a:t>Grapefruit, apple, orange, watermelon</a:t>
              </a:r>
              <a:r>
                <a:rPr lang="en-GB" sz="1000" dirty="0"/>
                <a:t>- Best supplements.</a:t>
              </a:r>
            </a:p>
            <a:p>
              <a:pPr marL="171450" indent="-171450">
                <a:buFont typeface="Wingdings" panose="05000000000000000000" pitchFamily="2" charset="2"/>
                <a:buChar char="Ø"/>
              </a:pPr>
              <a:r>
                <a:rPr lang="en-GB" sz="1000" b="1" dirty="0"/>
                <a:t>Dates, tamarind, almonds- </a:t>
              </a:r>
              <a:r>
                <a:rPr lang="en-GB" sz="1000" dirty="0"/>
                <a:t>Sources of instant energy.		</a:t>
              </a:r>
              <a:endParaRPr lang="en-IN" sz="1000" dirty="0"/>
            </a:p>
          </p:txBody>
        </p:sp>
        <p:grpSp>
          <p:nvGrpSpPr>
            <p:cNvPr id="3087" name="Group 3086">
              <a:extLst>
                <a:ext uri="{FF2B5EF4-FFF2-40B4-BE49-F238E27FC236}">
                  <a16:creationId xmlns:a16="http://schemas.microsoft.com/office/drawing/2014/main" id="{15554BE7-3D24-4A19-968C-96B468768341}"/>
                </a:ext>
              </a:extLst>
            </p:cNvPr>
            <p:cNvGrpSpPr/>
            <p:nvPr/>
          </p:nvGrpSpPr>
          <p:grpSpPr>
            <a:xfrm>
              <a:off x="2267128" y="3281511"/>
              <a:ext cx="2058724" cy="3395759"/>
              <a:chOff x="2259886" y="3226862"/>
              <a:chExt cx="2058724" cy="3813905"/>
            </a:xfrm>
          </p:grpSpPr>
          <p:sp>
            <p:nvSpPr>
              <p:cNvPr id="3079" name="TextBox 3078">
                <a:extLst>
                  <a:ext uri="{FF2B5EF4-FFF2-40B4-BE49-F238E27FC236}">
                    <a16:creationId xmlns:a16="http://schemas.microsoft.com/office/drawing/2014/main" id="{FD0A71F7-DC29-4F0B-B4F6-8F9C9D647B82}"/>
                  </a:ext>
                </a:extLst>
              </p:cNvPr>
              <p:cNvSpPr txBox="1"/>
              <p:nvPr/>
            </p:nvSpPr>
            <p:spPr>
              <a:xfrm>
                <a:off x="2288587" y="3255115"/>
                <a:ext cx="2011386" cy="3785652"/>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200" dirty="0"/>
                  <a:t>For </a:t>
                </a:r>
                <a:r>
                  <a:rPr lang="en-IN" sz="1200" b="1" dirty="0"/>
                  <a:t>Working professionals</a:t>
                </a:r>
                <a:r>
                  <a:rPr lang="en-IN" sz="1200" dirty="0"/>
                  <a:t>:</a:t>
                </a:r>
              </a:p>
              <a:p>
                <a:endParaRPr lang="en-IN" sz="1200" dirty="0"/>
              </a:p>
              <a:p>
                <a:pPr marL="171450" indent="-171450">
                  <a:buFont typeface="Wingdings" panose="05000000000000000000" pitchFamily="2" charset="2"/>
                  <a:buChar char="Ø"/>
                </a:pPr>
                <a:r>
                  <a:rPr lang="en-IN" sz="1200" b="1" dirty="0"/>
                  <a:t>Bananas</a:t>
                </a:r>
                <a:r>
                  <a:rPr lang="en-IN" sz="1200" dirty="0"/>
                  <a:t>- provide energy, rich in potassium that is essential for muscles, nerves and blood vessels.</a:t>
                </a:r>
              </a:p>
              <a:p>
                <a:pPr marL="171450" indent="-171450">
                  <a:buFont typeface="Wingdings" panose="05000000000000000000" pitchFamily="2" charset="2"/>
                  <a:buChar char="Ø"/>
                </a:pPr>
                <a:r>
                  <a:rPr lang="en-IN" sz="1200" b="1" dirty="0"/>
                  <a:t>Apple</a:t>
                </a:r>
                <a:r>
                  <a:rPr lang="en-IN" sz="1200" dirty="0"/>
                  <a:t>- Builds immunity.</a:t>
                </a:r>
              </a:p>
              <a:p>
                <a:pPr marL="171450" indent="-171450">
                  <a:buFont typeface="Wingdings" panose="05000000000000000000" pitchFamily="2" charset="2"/>
                  <a:buChar char="Ø"/>
                </a:pPr>
                <a:r>
                  <a:rPr lang="en-IN" sz="1200" b="1" dirty="0"/>
                  <a:t>Oranges, grapes, kiwi</a:t>
                </a:r>
                <a:r>
                  <a:rPr lang="en-IN" sz="1200" dirty="0"/>
                  <a:t>- Rich in Vitamin C, helps build immunity.</a:t>
                </a:r>
              </a:p>
              <a:p>
                <a:pPr marL="171450" indent="-171450">
                  <a:buFont typeface="Wingdings" panose="05000000000000000000" pitchFamily="2" charset="2"/>
                  <a:buChar char="Ø"/>
                </a:pPr>
                <a:r>
                  <a:rPr lang="en-IN" sz="1200" b="1" dirty="0"/>
                  <a:t>Watermelon</a:t>
                </a:r>
                <a:r>
                  <a:rPr lang="en-IN" sz="1200" dirty="0"/>
                  <a:t>- Rich in water, has a hydrating effect.</a:t>
                </a:r>
              </a:p>
              <a:p>
                <a:pPr marL="171450" indent="-171450">
                  <a:buFont typeface="Wingdings" panose="05000000000000000000" pitchFamily="2" charset="2"/>
                  <a:buChar char="Ø"/>
                </a:pPr>
                <a:r>
                  <a:rPr lang="en-IN" sz="1200" b="1" dirty="0"/>
                  <a:t>Papaya and muskmelon</a:t>
                </a:r>
                <a:r>
                  <a:rPr lang="en-IN" sz="1200" dirty="0"/>
                  <a:t>- Rich in Vitamin A, also boosts metabolism.</a:t>
                </a:r>
              </a:p>
              <a:p>
                <a:pPr marL="171450" indent="-171450">
                  <a:buFont typeface="Wingdings" panose="05000000000000000000" pitchFamily="2" charset="2"/>
                  <a:buChar char="Ø"/>
                </a:pPr>
                <a:r>
                  <a:rPr lang="en-IN" sz="1200" b="1" dirty="0"/>
                  <a:t>Pomegranate- </a:t>
                </a:r>
                <a:r>
                  <a:rPr lang="en-IN" sz="1200" dirty="0"/>
                  <a:t>Rich in iron and minerals.		</a:t>
                </a:r>
              </a:p>
            </p:txBody>
          </p:sp>
          <p:sp>
            <p:nvSpPr>
              <p:cNvPr id="3086" name="Rectangle 3085">
                <a:extLst>
                  <a:ext uri="{FF2B5EF4-FFF2-40B4-BE49-F238E27FC236}">
                    <a16:creationId xmlns:a16="http://schemas.microsoft.com/office/drawing/2014/main" id="{1223E41D-D7F7-464B-B79C-EAF2E28668B6}"/>
                  </a:ext>
                </a:extLst>
              </p:cNvPr>
              <p:cNvSpPr/>
              <p:nvPr/>
            </p:nvSpPr>
            <p:spPr>
              <a:xfrm>
                <a:off x="2259886" y="3226862"/>
                <a:ext cx="2058724" cy="3813759"/>
              </a:xfrm>
              <a:prstGeom prst="rect">
                <a:avLst/>
              </a:prstGeom>
              <a:noFill/>
              <a:ln>
                <a:solidFill>
                  <a:schemeClr val="accent2">
                    <a:lumMod val="7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3089" name="Group 3088">
              <a:extLst>
                <a:ext uri="{FF2B5EF4-FFF2-40B4-BE49-F238E27FC236}">
                  <a16:creationId xmlns:a16="http://schemas.microsoft.com/office/drawing/2014/main" id="{1936DDFA-B038-45B6-8858-DCAB35781CC5}"/>
                </a:ext>
              </a:extLst>
            </p:cNvPr>
            <p:cNvGrpSpPr/>
            <p:nvPr/>
          </p:nvGrpSpPr>
          <p:grpSpPr>
            <a:xfrm>
              <a:off x="4386736" y="3280471"/>
              <a:ext cx="2281489" cy="3430042"/>
              <a:chOff x="4492487" y="3206138"/>
              <a:chExt cx="2281489" cy="3664627"/>
            </a:xfrm>
          </p:grpSpPr>
          <p:sp>
            <p:nvSpPr>
              <p:cNvPr id="3081" name="TextBox 3080">
                <a:extLst>
                  <a:ext uri="{FF2B5EF4-FFF2-40B4-BE49-F238E27FC236}">
                    <a16:creationId xmlns:a16="http://schemas.microsoft.com/office/drawing/2014/main" id="{34470628-BB76-483F-A788-EEFBBE091930}"/>
                  </a:ext>
                </a:extLst>
              </p:cNvPr>
              <p:cNvSpPr txBox="1"/>
              <p:nvPr/>
            </p:nvSpPr>
            <p:spPr>
              <a:xfrm>
                <a:off x="4535059" y="3269779"/>
                <a:ext cx="2238917" cy="3600986"/>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200" dirty="0"/>
                  <a:t>For </a:t>
                </a:r>
                <a:r>
                  <a:rPr lang="en-IN" sz="1200" b="1" dirty="0"/>
                  <a:t>Detoxification needs</a:t>
                </a:r>
                <a:r>
                  <a:rPr lang="en-IN" sz="1200" dirty="0"/>
                  <a:t>:</a:t>
                </a:r>
              </a:p>
              <a:p>
                <a:endParaRPr lang="en-IN" sz="1200" dirty="0"/>
              </a:p>
              <a:p>
                <a:pPr marL="171450" indent="-171450">
                  <a:buFont typeface="Wingdings" panose="05000000000000000000" pitchFamily="2" charset="2"/>
                  <a:buChar char="Ø"/>
                </a:pPr>
                <a:r>
                  <a:rPr lang="en-IN" sz="1200" b="1" dirty="0"/>
                  <a:t>Bananas- </a:t>
                </a:r>
                <a:r>
                  <a:rPr lang="en-IN" sz="1200" dirty="0"/>
                  <a:t>Rich in potassium and electrolytes, help to rebuild damaged tissues.</a:t>
                </a:r>
              </a:p>
              <a:p>
                <a:pPr marL="171450" indent="-171450">
                  <a:buFont typeface="Wingdings" panose="05000000000000000000" pitchFamily="2" charset="2"/>
                  <a:buChar char="Ø"/>
                </a:pPr>
                <a:r>
                  <a:rPr lang="en-IN" sz="1200" b="1" dirty="0"/>
                  <a:t>Kiwi</a:t>
                </a:r>
                <a:r>
                  <a:rPr lang="en-IN" sz="1200" dirty="0"/>
                  <a:t>-Rich in Vitamins and minerals, ideal for detoxification.</a:t>
                </a:r>
              </a:p>
              <a:p>
                <a:pPr marL="171450" indent="-171450">
                  <a:buFont typeface="Wingdings" panose="05000000000000000000" pitchFamily="2" charset="2"/>
                  <a:buChar char="Ø"/>
                </a:pPr>
                <a:r>
                  <a:rPr lang="en-IN" sz="1200" b="1" dirty="0"/>
                  <a:t>Oranges and grapes-</a:t>
                </a:r>
                <a:r>
                  <a:rPr lang="en-IN" sz="1200" dirty="0"/>
                  <a:t>Help in healing of damaged body tissue.</a:t>
                </a:r>
              </a:p>
              <a:p>
                <a:pPr marL="171450" indent="-171450">
                  <a:buFont typeface="Wingdings" panose="05000000000000000000" pitchFamily="2" charset="2"/>
                  <a:buChar char="Ø"/>
                </a:pPr>
                <a:r>
                  <a:rPr lang="en-IN" sz="1200" b="1" dirty="0"/>
                  <a:t>Watermelon</a:t>
                </a:r>
                <a:r>
                  <a:rPr lang="en-IN" sz="1200" dirty="0"/>
                  <a:t>- Hydrating effect which assists with removal of toxic substances from the body.</a:t>
                </a:r>
              </a:p>
              <a:p>
                <a:pPr marL="171450" indent="-171450">
                  <a:buFont typeface="Wingdings" panose="05000000000000000000" pitchFamily="2" charset="2"/>
                  <a:buChar char="Ø"/>
                </a:pPr>
                <a:r>
                  <a:rPr lang="en-IN" sz="1200" b="1" dirty="0"/>
                  <a:t>Papaya and apples- </a:t>
                </a:r>
                <a:r>
                  <a:rPr lang="en-IN" sz="1200" dirty="0"/>
                  <a:t>Improve metabolism, immunity and overall body health.</a:t>
                </a:r>
              </a:p>
              <a:p>
                <a:pPr marL="171450" indent="-171450"/>
                <a:r>
                  <a:rPr lang="en-IN" sz="1200" dirty="0"/>
                  <a:t>		</a:t>
                </a:r>
              </a:p>
            </p:txBody>
          </p:sp>
          <p:sp>
            <p:nvSpPr>
              <p:cNvPr id="3088" name="Rectangle 3087">
                <a:extLst>
                  <a:ext uri="{FF2B5EF4-FFF2-40B4-BE49-F238E27FC236}">
                    <a16:creationId xmlns:a16="http://schemas.microsoft.com/office/drawing/2014/main" id="{BEA4CE87-F775-4E9F-A78B-1D510DB1CB0D}"/>
                  </a:ext>
                </a:extLst>
              </p:cNvPr>
              <p:cNvSpPr/>
              <p:nvPr/>
            </p:nvSpPr>
            <p:spPr>
              <a:xfrm>
                <a:off x="4492487" y="3206138"/>
                <a:ext cx="2248800" cy="3629110"/>
              </a:xfrm>
              <a:prstGeom prst="rect">
                <a:avLst/>
              </a:prstGeom>
              <a:noFill/>
              <a:ln>
                <a:solidFill>
                  <a:schemeClr val="accent2">
                    <a:lumMod val="7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29" name="Group 28">
              <a:extLst>
                <a:ext uri="{FF2B5EF4-FFF2-40B4-BE49-F238E27FC236}">
                  <a16:creationId xmlns:a16="http://schemas.microsoft.com/office/drawing/2014/main" id="{1936DDFA-B038-45B6-8858-DCAB35781CC5}"/>
                </a:ext>
              </a:extLst>
            </p:cNvPr>
            <p:cNvGrpSpPr/>
            <p:nvPr/>
          </p:nvGrpSpPr>
          <p:grpSpPr>
            <a:xfrm>
              <a:off x="6746760" y="3304446"/>
              <a:ext cx="2451306" cy="3396799"/>
              <a:chOff x="4322670" y="3038662"/>
              <a:chExt cx="2451306" cy="3629110"/>
            </a:xfrm>
          </p:grpSpPr>
          <p:sp>
            <p:nvSpPr>
              <p:cNvPr id="30" name="TextBox 29">
                <a:extLst>
                  <a:ext uri="{FF2B5EF4-FFF2-40B4-BE49-F238E27FC236}">
                    <a16:creationId xmlns:a16="http://schemas.microsoft.com/office/drawing/2014/main" id="{34470628-BB76-483F-A788-EEFBBE091930}"/>
                  </a:ext>
                </a:extLst>
              </p:cNvPr>
              <p:cNvSpPr txBox="1"/>
              <p:nvPr/>
            </p:nvSpPr>
            <p:spPr>
              <a:xfrm>
                <a:off x="4535059" y="3269779"/>
                <a:ext cx="2238917" cy="493239"/>
              </a:xfrm>
              <a:prstGeom prst="rect">
                <a:avLst/>
              </a:prstGeom>
              <a:noFill/>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200" dirty="0"/>
                  <a:t>.</a:t>
                </a:r>
              </a:p>
              <a:p>
                <a:pPr marL="171450" indent="-171450"/>
                <a:r>
                  <a:rPr lang="en-IN" sz="1200" dirty="0"/>
                  <a:t>		</a:t>
                </a:r>
              </a:p>
            </p:txBody>
          </p:sp>
          <p:sp>
            <p:nvSpPr>
              <p:cNvPr id="32" name="Rectangle 31">
                <a:extLst>
                  <a:ext uri="{FF2B5EF4-FFF2-40B4-BE49-F238E27FC236}">
                    <a16:creationId xmlns:a16="http://schemas.microsoft.com/office/drawing/2014/main" id="{BEA4CE87-F775-4E9F-A78B-1D510DB1CB0D}"/>
                  </a:ext>
                </a:extLst>
              </p:cNvPr>
              <p:cNvSpPr/>
              <p:nvPr/>
            </p:nvSpPr>
            <p:spPr>
              <a:xfrm>
                <a:off x="4322670" y="3038662"/>
                <a:ext cx="2248800" cy="3629110"/>
              </a:xfrm>
              <a:prstGeom prst="rect">
                <a:avLst/>
              </a:prstGeom>
              <a:noFill/>
              <a:ln>
                <a:solidFill>
                  <a:schemeClr val="accent2">
                    <a:lumMod val="7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3" name="Rectangle 32"/>
            <p:cNvSpPr/>
            <p:nvPr/>
          </p:nvSpPr>
          <p:spPr>
            <a:xfrm>
              <a:off x="6836229" y="3359731"/>
              <a:ext cx="1981200" cy="3046988"/>
            </a:xfrm>
            <a:prstGeom prst="rect">
              <a:avLst/>
            </a:prstGeom>
          </p:spPr>
          <p:txBody>
            <a:bodyPr wrap="square">
              <a:spAutoFit/>
            </a:bodyPr>
            <a:lstStyle/>
            <a:p>
              <a:r>
                <a:rPr lang="en-IN" sz="1200" b="1" dirty="0"/>
                <a:t>For People with Ailments</a:t>
              </a:r>
              <a:r>
                <a:rPr lang="en-IN" sz="1200" dirty="0"/>
                <a:t>:</a:t>
              </a:r>
            </a:p>
            <a:p>
              <a:endParaRPr lang="en-IN" sz="1200" dirty="0">
                <a:latin typeface="Arial" panose="020B0604020202020204" pitchFamily="34" charset="0"/>
              </a:endParaRPr>
            </a:p>
            <a:p>
              <a:pPr>
                <a:buFont typeface="Wingdings" pitchFamily="2" charset="2"/>
                <a:buChar char="Ø"/>
              </a:pPr>
              <a:r>
                <a:rPr lang="en-IN" sz="1200" b="1" dirty="0"/>
                <a:t>Bananas</a:t>
              </a:r>
              <a:r>
                <a:rPr lang="en-IN" sz="1200" dirty="0"/>
                <a:t>- Healthiest form of sugar</a:t>
              </a:r>
            </a:p>
            <a:p>
              <a:pPr>
                <a:buFont typeface="Wingdings" pitchFamily="2" charset="2"/>
                <a:buChar char="Ø"/>
              </a:pPr>
              <a:r>
                <a:rPr lang="en-IN" sz="1200" b="1" dirty="0"/>
                <a:t>Grapefruit, Orange, Sweet lime</a:t>
              </a:r>
              <a:r>
                <a:rPr lang="en-IN" sz="1200" dirty="0"/>
                <a:t>- Rich in Vitamin C, Help to improve immunity</a:t>
              </a:r>
            </a:p>
            <a:p>
              <a:pPr>
                <a:buFont typeface="Wingdings" pitchFamily="2" charset="2"/>
                <a:buChar char="Ø"/>
              </a:pPr>
              <a:r>
                <a:rPr lang="en-IN" sz="1200" b="1" dirty="0"/>
                <a:t>Guava and Avocado- </a:t>
              </a:r>
              <a:r>
                <a:rPr lang="en-IN" sz="1200" dirty="0"/>
                <a:t>Improves skin and hair</a:t>
              </a:r>
            </a:p>
            <a:p>
              <a:pPr>
                <a:buFont typeface="Wingdings" pitchFamily="2" charset="2"/>
                <a:buChar char="Ø"/>
              </a:pPr>
              <a:r>
                <a:rPr lang="en-IN" sz="1200" b="1" dirty="0"/>
                <a:t>Muskmelon and Papaya- </a:t>
              </a:r>
              <a:r>
                <a:rPr lang="en-IN" sz="1200" dirty="0"/>
                <a:t>Improve metabolism.</a:t>
              </a:r>
            </a:p>
            <a:p>
              <a:pPr>
                <a:buFont typeface="Wingdings" pitchFamily="2" charset="2"/>
                <a:buChar char="Ø"/>
              </a:pPr>
              <a:r>
                <a:rPr lang="en-IN" sz="1200" b="1" dirty="0"/>
                <a:t>Apple and Pear- </a:t>
              </a:r>
              <a:r>
                <a:rPr lang="en-IN" sz="1200" dirty="0"/>
                <a:t>Improve overall body health and health of digestive organs.</a:t>
              </a:r>
            </a:p>
            <a:p>
              <a:pPr>
                <a:buFont typeface="Wingdings" pitchFamily="2" charset="2"/>
                <a:buChar char="Ø"/>
              </a:pPr>
              <a:r>
                <a:rPr lang="en-IN" sz="1200" b="1" dirty="0"/>
                <a:t>Pomegranate</a:t>
              </a:r>
              <a:r>
                <a:rPr lang="en-IN" sz="1200" dirty="0"/>
                <a:t>- Rich in iron and minerals.</a:t>
              </a:r>
            </a:p>
          </p:txBody>
        </p:sp>
      </p:grpSp>
      <p:sp>
        <p:nvSpPr>
          <p:cNvPr id="34" name="Shape 33">
            <a:extLst>
              <a:ext uri="{FF2B5EF4-FFF2-40B4-BE49-F238E27FC236}">
                <a16:creationId xmlns:a16="http://schemas.microsoft.com/office/drawing/2014/main" id="{B69CF590-1C90-498E-906A-39D25E231C5A}"/>
              </a:ext>
            </a:extLst>
          </p:cNvPr>
          <p:cNvSpPr/>
          <p:nvPr/>
        </p:nvSpPr>
        <p:spPr>
          <a:xfrm>
            <a:off x="202639" y="633304"/>
            <a:ext cx="3459558" cy="1050173"/>
          </a:xfrm>
          <a:prstGeom prst="leftRightRibbon">
            <a:avLst/>
          </a:prstGeom>
          <a:solidFill>
            <a:schemeClr val="accent1">
              <a:lumMod val="40000"/>
              <a:lumOff val="60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IN" dirty="0"/>
          </a:p>
        </p:txBody>
      </p:sp>
      <p:sp>
        <p:nvSpPr>
          <p:cNvPr id="2" name="TextBox 1">
            <a:extLst>
              <a:ext uri="{FF2B5EF4-FFF2-40B4-BE49-F238E27FC236}">
                <a16:creationId xmlns:a16="http://schemas.microsoft.com/office/drawing/2014/main" id="{F66FBBE2-F381-4EFD-BECD-A0837400503B}"/>
              </a:ext>
            </a:extLst>
          </p:cNvPr>
          <p:cNvSpPr txBox="1"/>
          <p:nvPr/>
        </p:nvSpPr>
        <p:spPr>
          <a:xfrm>
            <a:off x="781049" y="832137"/>
            <a:ext cx="1019175" cy="461665"/>
          </a:xfrm>
          <a:prstGeom prst="rect">
            <a:avLst/>
          </a:prstGeom>
          <a:noFill/>
        </p:spPr>
        <p:txBody>
          <a:bodyPr wrap="square" rtlCol="0">
            <a:spAutoFit/>
          </a:bodyPr>
          <a:lstStyle/>
          <a:p>
            <a:r>
              <a:rPr lang="en-US" sz="1200" b="1" dirty="0"/>
              <a:t>Secondary Research</a:t>
            </a:r>
            <a:endParaRPr lang="en-IN" sz="1200" b="1" dirty="0"/>
          </a:p>
        </p:txBody>
      </p:sp>
      <p:sp>
        <p:nvSpPr>
          <p:cNvPr id="3" name="TextBox 2">
            <a:extLst>
              <a:ext uri="{FF2B5EF4-FFF2-40B4-BE49-F238E27FC236}">
                <a16:creationId xmlns:a16="http://schemas.microsoft.com/office/drawing/2014/main" id="{22518F58-B4D9-4956-888A-3C29085BF473}"/>
              </a:ext>
            </a:extLst>
          </p:cNvPr>
          <p:cNvSpPr txBox="1"/>
          <p:nvPr/>
        </p:nvSpPr>
        <p:spPr>
          <a:xfrm>
            <a:off x="2155769" y="1007386"/>
            <a:ext cx="1019175" cy="461665"/>
          </a:xfrm>
          <a:prstGeom prst="rect">
            <a:avLst/>
          </a:prstGeom>
          <a:noFill/>
        </p:spPr>
        <p:txBody>
          <a:bodyPr wrap="square" rtlCol="0">
            <a:spAutoFit/>
          </a:bodyPr>
          <a:lstStyle/>
          <a:p>
            <a:r>
              <a:rPr lang="en-US" sz="1200" b="1" dirty="0"/>
              <a:t>Primary Research</a:t>
            </a:r>
            <a:endParaRPr lang="en-IN" sz="1200" b="1" dirty="0"/>
          </a:p>
        </p:txBody>
      </p:sp>
      <p:sp>
        <p:nvSpPr>
          <p:cNvPr id="5" name="Arrow: Left 4">
            <a:extLst>
              <a:ext uri="{FF2B5EF4-FFF2-40B4-BE49-F238E27FC236}">
                <a16:creationId xmlns:a16="http://schemas.microsoft.com/office/drawing/2014/main" id="{7934B362-21B1-46C1-8F41-8868E2AE0173}"/>
              </a:ext>
            </a:extLst>
          </p:cNvPr>
          <p:cNvSpPr/>
          <p:nvPr/>
        </p:nvSpPr>
        <p:spPr>
          <a:xfrm>
            <a:off x="9198066" y="5636342"/>
            <a:ext cx="2327184" cy="1174517"/>
          </a:xfrm>
          <a:prstGeom prst="left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t>Fruit Requirements of our Major Consumers</a:t>
            </a:r>
            <a:endParaRPr lang="en-IN" sz="1200" b="1" dirty="0"/>
          </a:p>
        </p:txBody>
      </p:sp>
      <p:pic>
        <p:nvPicPr>
          <p:cNvPr id="35" name="Picture 2" descr="Lens free icon">
            <a:extLst>
              <a:ext uri="{FF2B5EF4-FFF2-40B4-BE49-F238E27FC236}">
                <a16:creationId xmlns:a16="http://schemas.microsoft.com/office/drawing/2014/main" id="{4A179B92-7033-4339-8899-2A4F865CD74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102726" y="1566628"/>
            <a:ext cx="523139" cy="523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0564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Diagonal Corners Rounded 18">
            <a:extLst>
              <a:ext uri="{FF2B5EF4-FFF2-40B4-BE49-F238E27FC236}">
                <a16:creationId xmlns:a16="http://schemas.microsoft.com/office/drawing/2014/main" id="{FE8B1FB4-B0F5-4216-8A98-23F4F1F7C638}"/>
              </a:ext>
            </a:extLst>
          </p:cNvPr>
          <p:cNvSpPr/>
          <p:nvPr/>
        </p:nvSpPr>
        <p:spPr>
          <a:xfrm>
            <a:off x="8266525" y="5337619"/>
            <a:ext cx="3867936" cy="1460223"/>
          </a:xfrm>
          <a:prstGeom prst="round2DiagRect">
            <a:avLst/>
          </a:prstGeom>
          <a:solidFill>
            <a:schemeClr val="bg1">
              <a:lumMod val="95000"/>
            </a:schemeClr>
          </a:solidFill>
          <a:ln>
            <a:solidFill>
              <a:schemeClr val="bg1">
                <a:lumMod val="75000"/>
              </a:schemeClr>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a:extLst>
              <a:ext uri="{FF2B5EF4-FFF2-40B4-BE49-F238E27FC236}">
                <a16:creationId xmlns:a16="http://schemas.microsoft.com/office/drawing/2014/main" id="{E86B9038-7CBA-4060-9BC9-724451C5216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1289" y="655648"/>
            <a:ext cx="3368613" cy="2853490"/>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a:extLst>
            <a:ext uri="{909E8E84-426E-40DD-AFC4-6F175D3DCCD1}">
              <a14:hiddenFill xmlns:a14="http://schemas.microsoft.com/office/drawing/2010/main">
                <a:solidFill>
                  <a:srgbClr val="FFFFFF"/>
                </a:solidFill>
              </a14:hiddenFill>
            </a:ext>
          </a:extLst>
        </p:spPr>
      </p:pic>
      <p:pic>
        <p:nvPicPr>
          <p:cNvPr id="86" name="Picture 85">
            <a:extLst>
              <a:ext uri="{FF2B5EF4-FFF2-40B4-BE49-F238E27FC236}">
                <a16:creationId xmlns:a16="http://schemas.microsoft.com/office/drawing/2014/main" id="{8B9BEDDF-B55D-493A-A168-BC0E40BD8D46}"/>
              </a:ext>
            </a:extLst>
          </p:cNvPr>
          <p:cNvPicPr>
            <a:picLocks noChangeAspect="1"/>
          </p:cNvPicPr>
          <p:nvPr/>
        </p:nvPicPr>
        <p:blipFill>
          <a:blip r:embed="rId3" cstate="print"/>
          <a:stretch>
            <a:fillRect/>
          </a:stretch>
        </p:blipFill>
        <p:spPr>
          <a:xfrm>
            <a:off x="8828532" y="3161843"/>
            <a:ext cx="3180935" cy="2080070"/>
          </a:xfrm>
          <a:prstGeom prst="rect">
            <a:avLst/>
          </a:prstGeom>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pic>
      <p:sp>
        <p:nvSpPr>
          <p:cNvPr id="87" name="TextBox 86">
            <a:extLst>
              <a:ext uri="{FF2B5EF4-FFF2-40B4-BE49-F238E27FC236}">
                <a16:creationId xmlns:a16="http://schemas.microsoft.com/office/drawing/2014/main" id="{4B5BEF10-214F-48DD-B46E-8A21030502BA}"/>
              </a:ext>
            </a:extLst>
          </p:cNvPr>
          <p:cNvSpPr txBox="1"/>
          <p:nvPr/>
        </p:nvSpPr>
        <p:spPr>
          <a:xfrm>
            <a:off x="8112598" y="629938"/>
            <a:ext cx="4034475" cy="2769989"/>
          </a:xfrm>
          <a:prstGeom prst="rect">
            <a:avLst/>
          </a:prstGeom>
          <a:noFill/>
          <a:ln>
            <a:noFill/>
          </a:ln>
        </p:spPr>
        <p:txBody>
          <a:bodyPr wrap="square" rtlCol="0">
            <a:spAutoFit/>
          </a:bodyPr>
          <a:lstStyle/>
          <a:p>
            <a:pPr marL="171450" indent="-171450">
              <a:buFont typeface="Arial" panose="020B0604020202020204" pitchFamily="34" charset="0"/>
              <a:buChar char="•"/>
            </a:pPr>
            <a:r>
              <a:rPr lang="en-US" sz="1200" b="0" i="0" dirty="0">
                <a:solidFill>
                  <a:srgbClr val="202124"/>
                </a:solidFill>
                <a:effectLst/>
              </a:rPr>
              <a:t>A majority of Indian consumers (75.6 per cent) are willing to purchase organic products as they consider them to be of better quality and free of pesticides and chemicals. However, only 29 % of the respondents actually buy organic products</a:t>
            </a:r>
            <a:r>
              <a:rPr lang="en-US" sz="1200" b="0" i="0" dirty="0">
                <a:solidFill>
                  <a:srgbClr val="202124"/>
                </a:solidFill>
                <a:effectLst/>
                <a:latin typeface="Roboto" panose="020B0604020202020204" pitchFamily="2" charset="0"/>
              </a:rPr>
              <a:t>.</a:t>
            </a:r>
          </a:p>
          <a:p>
            <a:endParaRPr lang="en-US" sz="1200" b="0" i="0" dirty="0">
              <a:solidFill>
                <a:srgbClr val="202124"/>
              </a:solidFill>
              <a:effectLst/>
              <a:latin typeface="Roboto" panose="020B0604020202020204" pitchFamily="2" charset="0"/>
            </a:endParaRPr>
          </a:p>
          <a:p>
            <a:pPr marL="171450" indent="-171450">
              <a:buFont typeface="Arial" panose="020B0604020202020204" pitchFamily="34" charset="0"/>
              <a:buChar char="•"/>
            </a:pPr>
            <a:r>
              <a:rPr lang="en-US" sz="1200" b="0" i="0" dirty="0">
                <a:solidFill>
                  <a:srgbClr val="202124"/>
                </a:solidFill>
                <a:effectLst/>
              </a:rPr>
              <a:t>The gap between the willingness to buy and actual purchase is due to non-availability of organic fruits.</a:t>
            </a:r>
          </a:p>
          <a:p>
            <a:endParaRPr lang="en-US" sz="1200" b="0" i="0" dirty="0">
              <a:solidFill>
                <a:srgbClr val="202124"/>
              </a:solidFill>
              <a:effectLst/>
            </a:endParaRPr>
          </a:p>
          <a:p>
            <a:pPr marL="171450" indent="-171450">
              <a:buFont typeface="Arial" panose="020B0604020202020204" pitchFamily="34" charset="0"/>
              <a:buChar char="•"/>
            </a:pPr>
            <a:r>
              <a:rPr lang="en-US" sz="1200" b="0" i="0" dirty="0">
                <a:solidFill>
                  <a:srgbClr val="202124"/>
                </a:solidFill>
                <a:effectLst/>
              </a:rPr>
              <a:t>A majority (56 per cent) of the respondents are willing to purchase non-branded fruits and vegetables as they feel that branded products are over-priced, contain preservatives and are not always fresh and chemical free.</a:t>
            </a:r>
          </a:p>
          <a:p>
            <a:endParaRPr lang="en-IN" dirty="0"/>
          </a:p>
        </p:txBody>
      </p:sp>
      <p:pic>
        <p:nvPicPr>
          <p:cNvPr id="1036" name="Picture 12">
            <a:extLst>
              <a:ext uri="{FF2B5EF4-FFF2-40B4-BE49-F238E27FC236}">
                <a16:creationId xmlns:a16="http://schemas.microsoft.com/office/drawing/2014/main" id="{BE04474E-75FE-410E-B86B-D2E6E3BC461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890" y="3608018"/>
            <a:ext cx="4045207" cy="2628473"/>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34234B2E-F137-4614-B785-F63742E43B7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230602" y="3646574"/>
            <a:ext cx="3966791" cy="2414225"/>
          </a:xfrm>
          <a:prstGeom prst="rect">
            <a:avLst/>
          </a:prstGeom>
          <a:no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a:extLst>
            <a:ext uri="{909E8E84-426E-40DD-AFC4-6F175D3DCCD1}">
              <a14:hiddenFill xmlns:a14="http://schemas.microsoft.com/office/drawing/2010/main">
                <a:solidFill>
                  <a:srgbClr val="FFFFFF"/>
                </a:solidFill>
              </a14:hiddenFill>
            </a:ext>
          </a:extLst>
        </p:spPr>
      </p:pic>
      <p:graphicFrame>
        <p:nvGraphicFramePr>
          <p:cNvPr id="3" name="Diagram 2">
            <a:extLst>
              <a:ext uri="{FF2B5EF4-FFF2-40B4-BE49-F238E27FC236}">
                <a16:creationId xmlns:a16="http://schemas.microsoft.com/office/drawing/2014/main" id="{5478ED5B-525C-48C3-9C87-E699D771F897}"/>
              </a:ext>
            </a:extLst>
          </p:cNvPr>
          <p:cNvGraphicFramePr/>
          <p:nvPr>
            <p:extLst>
              <p:ext uri="{D42A27DB-BD31-4B8C-83A1-F6EECF244321}">
                <p14:modId xmlns:p14="http://schemas.microsoft.com/office/powerpoint/2010/main" val="626694309"/>
              </p:ext>
            </p:extLst>
          </p:nvPr>
        </p:nvGraphicFramePr>
        <p:xfrm>
          <a:off x="-58639" y="522344"/>
          <a:ext cx="3600773" cy="105017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pSp>
        <p:nvGrpSpPr>
          <p:cNvPr id="15" name="Group 14">
            <a:extLst>
              <a:ext uri="{FF2B5EF4-FFF2-40B4-BE49-F238E27FC236}">
                <a16:creationId xmlns:a16="http://schemas.microsoft.com/office/drawing/2014/main" id="{400A4A5E-7B93-4A86-ADD5-E092A1718B4A}"/>
              </a:ext>
            </a:extLst>
          </p:cNvPr>
          <p:cNvGrpSpPr/>
          <p:nvPr/>
        </p:nvGrpSpPr>
        <p:grpSpPr>
          <a:xfrm>
            <a:off x="44927" y="1751534"/>
            <a:ext cx="4864191" cy="1677467"/>
            <a:chOff x="0" y="1572516"/>
            <a:chExt cx="4864191" cy="1677467"/>
          </a:xfrm>
        </p:grpSpPr>
        <p:sp>
          <p:nvSpPr>
            <p:cNvPr id="14" name="Rectangle 13">
              <a:extLst>
                <a:ext uri="{FF2B5EF4-FFF2-40B4-BE49-F238E27FC236}">
                  <a16:creationId xmlns:a16="http://schemas.microsoft.com/office/drawing/2014/main" id="{20EACFE2-B409-45CF-BD4B-6CF0AC22DBFB}"/>
                </a:ext>
              </a:extLst>
            </p:cNvPr>
            <p:cNvSpPr/>
            <p:nvPr/>
          </p:nvSpPr>
          <p:spPr>
            <a:xfrm>
              <a:off x="44927" y="1572516"/>
              <a:ext cx="4051244" cy="1677465"/>
            </a:xfrm>
            <a:prstGeom prst="rect">
              <a:avLst/>
            </a:prstGeom>
            <a:solidFill>
              <a:schemeClr val="bg1"/>
            </a:solidFill>
            <a:ln>
              <a:solidFill>
                <a:schemeClr val="bg2"/>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13" name="Group 12">
              <a:extLst>
                <a:ext uri="{FF2B5EF4-FFF2-40B4-BE49-F238E27FC236}">
                  <a16:creationId xmlns:a16="http://schemas.microsoft.com/office/drawing/2014/main" id="{F28CABC2-EFE4-4D4B-8462-E78B6DCDE50A}"/>
                </a:ext>
              </a:extLst>
            </p:cNvPr>
            <p:cNvGrpSpPr/>
            <p:nvPr/>
          </p:nvGrpSpPr>
          <p:grpSpPr>
            <a:xfrm>
              <a:off x="0" y="1611073"/>
              <a:ext cx="4864191" cy="1638910"/>
              <a:chOff x="0" y="1611073"/>
              <a:chExt cx="4864191" cy="1638910"/>
            </a:xfrm>
          </p:grpSpPr>
          <p:grpSp>
            <p:nvGrpSpPr>
              <p:cNvPr id="11" name="Group 10">
                <a:extLst>
                  <a:ext uri="{FF2B5EF4-FFF2-40B4-BE49-F238E27FC236}">
                    <a16:creationId xmlns:a16="http://schemas.microsoft.com/office/drawing/2014/main" id="{7384FD7E-6688-4707-A657-B0C9B1FA84B0}"/>
                  </a:ext>
                </a:extLst>
              </p:cNvPr>
              <p:cNvGrpSpPr/>
              <p:nvPr/>
            </p:nvGrpSpPr>
            <p:grpSpPr>
              <a:xfrm>
                <a:off x="44927" y="1611073"/>
                <a:ext cx="4819264" cy="1638910"/>
                <a:chOff x="44927" y="1611073"/>
                <a:chExt cx="4819264" cy="1638910"/>
              </a:xfrm>
            </p:grpSpPr>
            <p:sp>
              <p:nvSpPr>
                <p:cNvPr id="65" name="TextBox 64">
                  <a:extLst>
                    <a:ext uri="{FF2B5EF4-FFF2-40B4-BE49-F238E27FC236}">
                      <a16:creationId xmlns:a16="http://schemas.microsoft.com/office/drawing/2014/main" id="{585C1841-88BE-46EB-9BAD-1999D59F95A4}"/>
                    </a:ext>
                  </a:extLst>
                </p:cNvPr>
                <p:cNvSpPr txBox="1"/>
                <p:nvPr/>
              </p:nvSpPr>
              <p:spPr>
                <a:xfrm>
                  <a:off x="898371" y="1611073"/>
                  <a:ext cx="3965820" cy="1638910"/>
                </a:xfrm>
                <a:prstGeom prst="rect">
                  <a:avLst/>
                </a:prstGeom>
                <a:noFill/>
                <a:ln>
                  <a:noFill/>
                </a:ln>
              </p:spPr>
              <p:txBody>
                <a:bodyPr wrap="square" rtlCol="0">
                  <a:spAutoFit/>
                </a:bodyPr>
                <a:lstStyle/>
                <a:p>
                  <a:r>
                    <a:rPr lang="en-US" sz="1000" dirty="0"/>
                    <a:t>Conducted by </a:t>
                  </a:r>
                  <a:r>
                    <a:rPr lang="en-US" sz="1050" b="1" dirty="0"/>
                    <a:t>icrier.org</a:t>
                  </a:r>
                </a:p>
                <a:p>
                  <a:r>
                    <a:rPr lang="en-US" sz="1000" dirty="0"/>
                    <a:t>(Stratified Sampling of 1,001 Respondents)</a:t>
                  </a:r>
                </a:p>
                <a:p>
                  <a:r>
                    <a:rPr lang="en-US" sz="1000" b="1" dirty="0"/>
                    <a:t>Regions Covered</a:t>
                  </a:r>
                  <a:r>
                    <a:rPr lang="en-US" sz="1000" dirty="0"/>
                    <a:t>:</a:t>
                  </a:r>
                </a:p>
                <a:p>
                  <a:pPr marL="171450" indent="-171450">
                    <a:buFont typeface="Arial" panose="020B0604020202020204" pitchFamily="34" charset="0"/>
                    <a:buChar char="•"/>
                  </a:pPr>
                  <a:r>
                    <a:rPr lang="en-IN" sz="1000" b="0" i="0" dirty="0">
                      <a:solidFill>
                        <a:srgbClr val="000000"/>
                      </a:solidFill>
                      <a:effectLst/>
                    </a:rPr>
                    <a:t>NCR (New Delhi, Delhi, Gurgaon, </a:t>
                  </a:r>
                  <a:r>
                    <a:rPr lang="en-IN" sz="1000" dirty="0">
                      <a:solidFill>
                        <a:srgbClr val="000000"/>
                      </a:solidFill>
                    </a:rPr>
                    <a:t>Noida, Haryana</a:t>
                  </a:r>
                  <a:r>
                    <a:rPr lang="en-IN" sz="1000" b="0" i="0" dirty="0">
                      <a:solidFill>
                        <a:srgbClr val="000000"/>
                      </a:solidFill>
                      <a:effectLst/>
                    </a:rPr>
                    <a:t>, UP)</a:t>
                  </a:r>
                </a:p>
                <a:p>
                  <a:pPr marL="171450" indent="-171450">
                    <a:buFont typeface="Arial" panose="020B0604020202020204" pitchFamily="34" charset="0"/>
                    <a:buChar char="•"/>
                  </a:pPr>
                  <a:r>
                    <a:rPr lang="en-IN" sz="1000" b="0" i="0" dirty="0">
                      <a:solidFill>
                        <a:srgbClr val="000000"/>
                      </a:solidFill>
                      <a:effectLst/>
                    </a:rPr>
                    <a:t>Mumbai (Maharashtra) </a:t>
                  </a:r>
                </a:p>
                <a:p>
                  <a:pPr marL="171450" indent="-171450">
                    <a:buFont typeface="Arial" panose="020B0604020202020204" pitchFamily="34" charset="0"/>
                    <a:buChar char="•"/>
                  </a:pPr>
                  <a:r>
                    <a:rPr lang="en-IN" sz="1000" b="0" i="0" dirty="0">
                      <a:solidFill>
                        <a:srgbClr val="000000"/>
                      </a:solidFill>
                      <a:effectLst/>
                    </a:rPr>
                    <a:t>Chennai (Tamil Nadu)</a:t>
                  </a:r>
                </a:p>
                <a:p>
                  <a:pPr marL="171450" indent="-171450">
                    <a:buFont typeface="Arial" panose="020B0604020202020204" pitchFamily="34" charset="0"/>
                    <a:buChar char="•"/>
                  </a:pPr>
                  <a:r>
                    <a:rPr lang="en-IN" sz="1000" b="0" i="0" dirty="0">
                      <a:solidFill>
                        <a:srgbClr val="000000"/>
                      </a:solidFill>
                      <a:effectLst/>
                    </a:rPr>
                    <a:t>Hyderabad (Telangana) </a:t>
                  </a:r>
                  <a:endParaRPr lang="en-IN" sz="1000" dirty="0">
                    <a:solidFill>
                      <a:srgbClr val="000000"/>
                    </a:solidFill>
                  </a:endParaRPr>
                </a:p>
                <a:p>
                  <a:pPr marL="171450" indent="-171450">
                    <a:buFont typeface="Arial" panose="020B0604020202020204" pitchFamily="34" charset="0"/>
                    <a:buChar char="•"/>
                  </a:pPr>
                  <a:r>
                    <a:rPr lang="en-IN" sz="1000" b="0" i="0" dirty="0">
                      <a:solidFill>
                        <a:srgbClr val="000000"/>
                      </a:solidFill>
                      <a:effectLst/>
                    </a:rPr>
                    <a:t>Kolkata (West Bengal)</a:t>
                  </a:r>
                </a:p>
                <a:p>
                  <a:r>
                    <a:rPr lang="en-IN" sz="1000" b="1" dirty="0">
                      <a:solidFill>
                        <a:srgbClr val="000000"/>
                      </a:solidFill>
                    </a:rPr>
                    <a:t>Age Group- </a:t>
                  </a:r>
                  <a:r>
                    <a:rPr lang="en-IN" sz="1000" dirty="0">
                      <a:solidFill>
                        <a:srgbClr val="000000"/>
                      </a:solidFill>
                    </a:rPr>
                    <a:t>18 Years and Above</a:t>
                  </a:r>
                </a:p>
                <a:p>
                  <a:endParaRPr lang="en-IN" sz="1000" dirty="0">
                    <a:solidFill>
                      <a:srgbClr val="000000"/>
                    </a:solidFill>
                    <a:latin typeface="Arial" panose="020B0604020202020204" pitchFamily="34" charset="0"/>
                  </a:endParaRPr>
                </a:p>
              </p:txBody>
            </p:sp>
            <p:grpSp>
              <p:nvGrpSpPr>
                <p:cNvPr id="71" name="Group 70">
                  <a:extLst>
                    <a:ext uri="{FF2B5EF4-FFF2-40B4-BE49-F238E27FC236}">
                      <a16:creationId xmlns:a16="http://schemas.microsoft.com/office/drawing/2014/main" id="{20B9BC18-AEE0-42C9-A2D2-A32B4AEE4147}"/>
                    </a:ext>
                  </a:extLst>
                </p:cNvPr>
                <p:cNvGrpSpPr/>
                <p:nvPr/>
              </p:nvGrpSpPr>
              <p:grpSpPr>
                <a:xfrm>
                  <a:off x="44927" y="2891781"/>
                  <a:ext cx="1055792" cy="282249"/>
                  <a:chOff x="1187414" y="2828796"/>
                  <a:chExt cx="719313" cy="255219"/>
                </a:xfrm>
              </p:grpSpPr>
              <p:sp>
                <p:nvSpPr>
                  <p:cNvPr id="66" name="TextBox 65">
                    <a:extLst>
                      <a:ext uri="{FF2B5EF4-FFF2-40B4-BE49-F238E27FC236}">
                        <a16:creationId xmlns:a16="http://schemas.microsoft.com/office/drawing/2014/main" id="{FA20DAB3-D18B-46B9-8357-A50E4254DD68}"/>
                      </a:ext>
                    </a:extLst>
                  </p:cNvPr>
                  <p:cNvSpPr txBox="1"/>
                  <p:nvPr/>
                </p:nvSpPr>
                <p:spPr>
                  <a:xfrm>
                    <a:off x="1187414" y="2828796"/>
                    <a:ext cx="456577" cy="250472"/>
                  </a:xfrm>
                  <a:prstGeom prst="rect">
                    <a:avLst/>
                  </a:prstGeom>
                  <a:noFill/>
                  <a:ln>
                    <a:noFill/>
                  </a:ln>
                </p:spPr>
                <p:txBody>
                  <a:bodyPr wrap="square" rtlCol="0">
                    <a:spAutoFit/>
                  </a:bodyPr>
                  <a:lstStyle/>
                  <a:p>
                    <a:r>
                      <a:rPr lang="en-US" sz="1200" b="1" dirty="0">
                        <a:solidFill>
                          <a:schemeClr val="tx1">
                            <a:lumMod val="95000"/>
                            <a:lumOff val="5000"/>
                          </a:schemeClr>
                        </a:solidFill>
                      </a:rPr>
                      <a:t>58%</a:t>
                    </a:r>
                    <a:endParaRPr lang="en-IN" sz="1200" b="1" dirty="0">
                      <a:solidFill>
                        <a:schemeClr val="tx1">
                          <a:lumMod val="95000"/>
                          <a:lumOff val="5000"/>
                        </a:schemeClr>
                      </a:solidFill>
                    </a:endParaRPr>
                  </a:p>
                </p:txBody>
              </p:sp>
              <p:sp>
                <p:nvSpPr>
                  <p:cNvPr id="67" name="TextBox 66">
                    <a:extLst>
                      <a:ext uri="{FF2B5EF4-FFF2-40B4-BE49-F238E27FC236}">
                        <a16:creationId xmlns:a16="http://schemas.microsoft.com/office/drawing/2014/main" id="{CEDDD389-1178-4C61-8AC4-1EE0EA220220}"/>
                      </a:ext>
                    </a:extLst>
                  </p:cNvPr>
                  <p:cNvSpPr txBox="1"/>
                  <p:nvPr/>
                </p:nvSpPr>
                <p:spPr>
                  <a:xfrm>
                    <a:off x="1450150" y="2833543"/>
                    <a:ext cx="456577" cy="250472"/>
                  </a:xfrm>
                  <a:prstGeom prst="rect">
                    <a:avLst/>
                  </a:prstGeom>
                  <a:noFill/>
                  <a:ln>
                    <a:noFill/>
                  </a:ln>
                </p:spPr>
                <p:txBody>
                  <a:bodyPr wrap="square" rtlCol="0">
                    <a:spAutoFit/>
                  </a:bodyPr>
                  <a:lstStyle/>
                  <a:p>
                    <a:r>
                      <a:rPr lang="en-US" sz="1200" b="1" dirty="0">
                        <a:solidFill>
                          <a:schemeClr val="tx1">
                            <a:lumMod val="95000"/>
                            <a:lumOff val="5000"/>
                          </a:schemeClr>
                        </a:solidFill>
                      </a:rPr>
                      <a:t>42%</a:t>
                    </a:r>
                    <a:endParaRPr lang="en-IN" sz="1200" b="1" dirty="0">
                      <a:solidFill>
                        <a:schemeClr val="tx1">
                          <a:lumMod val="95000"/>
                          <a:lumOff val="5000"/>
                        </a:schemeClr>
                      </a:solidFill>
                    </a:endParaRPr>
                  </a:p>
                </p:txBody>
              </p:sp>
            </p:grpSp>
            <p:pic>
              <p:nvPicPr>
                <p:cNvPr id="5" name="Picture 4">
                  <a:extLst>
                    <a:ext uri="{FF2B5EF4-FFF2-40B4-BE49-F238E27FC236}">
                      <a16:creationId xmlns:a16="http://schemas.microsoft.com/office/drawing/2014/main" id="{22E2E464-AE69-483D-B8A6-8FB59CBC07EE}"/>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95891" y="1644397"/>
                  <a:ext cx="747575" cy="747575"/>
                </a:xfrm>
                <a:prstGeom prst="rect">
                  <a:avLst/>
                </a:prstGeom>
                <a:ln>
                  <a:noFill/>
                </a:ln>
              </p:spPr>
            </p:pic>
          </p:grpSp>
          <p:pic>
            <p:nvPicPr>
              <p:cNvPr id="12" name="Picture 4" descr="Standing Up man  free icon">
                <a:extLst>
                  <a:ext uri="{FF2B5EF4-FFF2-40B4-BE49-F238E27FC236}">
                    <a16:creationId xmlns:a16="http://schemas.microsoft.com/office/drawing/2014/main" id="{06331730-2E97-4BEE-A785-8BB406E69789}"/>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0" y="2378390"/>
                <a:ext cx="521723" cy="52172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irl free icon">
                <a:extLst>
                  <a:ext uri="{FF2B5EF4-FFF2-40B4-BE49-F238E27FC236}">
                    <a16:creationId xmlns:a16="http://schemas.microsoft.com/office/drawing/2014/main" id="{A51350A7-1487-458D-9FC1-C90F13A2BF1C}"/>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54487" y="2364808"/>
                <a:ext cx="521723" cy="521723"/>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6" name="TextBox 15">
            <a:extLst>
              <a:ext uri="{FF2B5EF4-FFF2-40B4-BE49-F238E27FC236}">
                <a16:creationId xmlns:a16="http://schemas.microsoft.com/office/drawing/2014/main" id="{4FF21F84-EEB4-4D87-9CC6-FB0DCFA1A008}"/>
              </a:ext>
            </a:extLst>
          </p:cNvPr>
          <p:cNvSpPr txBox="1"/>
          <p:nvPr/>
        </p:nvSpPr>
        <p:spPr>
          <a:xfrm>
            <a:off x="8448796" y="5524775"/>
            <a:ext cx="1681039" cy="400110"/>
          </a:xfrm>
          <a:prstGeom prst="rect">
            <a:avLst/>
          </a:prstGeom>
          <a:solidFill>
            <a:schemeClr val="accent4">
              <a:lumMod val="40000"/>
              <a:lumOff val="60000"/>
            </a:schemeClr>
          </a:solidFill>
        </p:spPr>
        <p:txBody>
          <a:bodyPr wrap="square" rtlCol="0">
            <a:spAutoFit/>
          </a:bodyPr>
          <a:lstStyle/>
          <a:p>
            <a:pPr algn="ctr"/>
            <a:r>
              <a:rPr lang="en-GB" sz="1000" b="1" dirty="0"/>
              <a:t>Average Intake</a:t>
            </a:r>
          </a:p>
          <a:p>
            <a:r>
              <a:rPr lang="en-GB" sz="1000" b="1" dirty="0"/>
              <a:t>1.5</a:t>
            </a:r>
            <a:r>
              <a:rPr lang="en-GB" sz="1000" dirty="0"/>
              <a:t> serving/day(80gm/day)</a:t>
            </a:r>
            <a:endParaRPr lang="en-IN" sz="1000" dirty="0"/>
          </a:p>
        </p:txBody>
      </p:sp>
      <p:sp>
        <p:nvSpPr>
          <p:cNvPr id="17" name="TextBox 16">
            <a:extLst>
              <a:ext uri="{FF2B5EF4-FFF2-40B4-BE49-F238E27FC236}">
                <a16:creationId xmlns:a16="http://schemas.microsoft.com/office/drawing/2014/main" id="{687AEB27-BB74-405E-82B6-B56C317FE83F}"/>
              </a:ext>
            </a:extLst>
          </p:cNvPr>
          <p:cNvSpPr txBox="1"/>
          <p:nvPr/>
        </p:nvSpPr>
        <p:spPr>
          <a:xfrm>
            <a:off x="10264266" y="5524775"/>
            <a:ext cx="1837257" cy="400110"/>
          </a:xfrm>
          <a:prstGeom prst="rect">
            <a:avLst/>
          </a:prstGeom>
          <a:solidFill>
            <a:schemeClr val="accent1">
              <a:lumMod val="40000"/>
              <a:lumOff val="60000"/>
            </a:schemeClr>
          </a:solidFill>
        </p:spPr>
        <p:txBody>
          <a:bodyPr wrap="square" rtlCol="0">
            <a:spAutoFit/>
          </a:bodyPr>
          <a:lstStyle/>
          <a:p>
            <a:r>
              <a:rPr lang="en-GB" sz="1000" dirty="0"/>
              <a:t>Average daily intake</a:t>
            </a:r>
          </a:p>
          <a:p>
            <a:r>
              <a:rPr lang="en-GB" sz="1000" b="1" dirty="0"/>
              <a:t>Higher</a:t>
            </a:r>
            <a:r>
              <a:rPr lang="en-GB" sz="1000" dirty="0"/>
              <a:t> for </a:t>
            </a:r>
            <a:r>
              <a:rPr lang="en-GB" sz="1000" b="1" dirty="0"/>
              <a:t>high income </a:t>
            </a:r>
            <a:r>
              <a:rPr lang="en-GB" sz="1000" dirty="0"/>
              <a:t>groups</a:t>
            </a:r>
            <a:endParaRPr lang="en-IN" sz="1000" dirty="0"/>
          </a:p>
        </p:txBody>
      </p:sp>
      <p:sp>
        <p:nvSpPr>
          <p:cNvPr id="18" name="TextBox 17">
            <a:extLst>
              <a:ext uri="{FF2B5EF4-FFF2-40B4-BE49-F238E27FC236}">
                <a16:creationId xmlns:a16="http://schemas.microsoft.com/office/drawing/2014/main" id="{BBA4AC6F-EEC4-4246-8D11-2C671EFA555A}"/>
              </a:ext>
            </a:extLst>
          </p:cNvPr>
          <p:cNvSpPr txBox="1"/>
          <p:nvPr/>
        </p:nvSpPr>
        <p:spPr>
          <a:xfrm>
            <a:off x="9131260" y="6112041"/>
            <a:ext cx="2202873" cy="400110"/>
          </a:xfrm>
          <a:prstGeom prst="rect">
            <a:avLst/>
          </a:prstGeom>
          <a:solidFill>
            <a:schemeClr val="accent2"/>
          </a:solidFill>
        </p:spPr>
        <p:txBody>
          <a:bodyPr wrap="square" rtlCol="0">
            <a:spAutoFit/>
          </a:bodyPr>
          <a:lstStyle/>
          <a:p>
            <a:pPr algn="ctr"/>
            <a:r>
              <a:rPr lang="en-GB" sz="1000" b="1" dirty="0"/>
              <a:t>89% respondents</a:t>
            </a:r>
          </a:p>
          <a:p>
            <a:r>
              <a:rPr lang="en-GB" sz="1000" b="1" dirty="0"/>
              <a:t>Not </a:t>
            </a:r>
            <a:r>
              <a:rPr lang="en-GB" sz="1000" dirty="0"/>
              <a:t>aware of </a:t>
            </a:r>
            <a:r>
              <a:rPr lang="en-GB" sz="1000" b="1" dirty="0"/>
              <a:t>WHO recommendation</a:t>
            </a:r>
            <a:endParaRPr lang="en-IN" sz="1000" b="1" dirty="0"/>
          </a:p>
        </p:txBody>
      </p:sp>
      <p:pic>
        <p:nvPicPr>
          <p:cNvPr id="1032" name="Picture 8" descr="Find free icon">
            <a:extLst>
              <a:ext uri="{FF2B5EF4-FFF2-40B4-BE49-F238E27FC236}">
                <a16:creationId xmlns:a16="http://schemas.microsoft.com/office/drawing/2014/main" id="{500E91E2-1995-464E-8409-9178B24A2D29}"/>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312163" y="5172132"/>
            <a:ext cx="401599" cy="401599"/>
          </a:xfrm>
          <a:prstGeom prst="rect">
            <a:avLst/>
          </a:prstGeom>
          <a:noFill/>
          <a:extLst>
            <a:ext uri="{909E8E84-426E-40DD-AFC4-6F175D3DCCD1}">
              <a14:hiddenFill xmlns:a14="http://schemas.microsoft.com/office/drawing/2010/main">
                <a:solidFill>
                  <a:srgbClr val="FFFFFF"/>
                </a:solidFill>
              </a14:hiddenFill>
            </a:ext>
          </a:extLst>
        </p:spPr>
      </p:pic>
      <p:sp>
        <p:nvSpPr>
          <p:cNvPr id="20" name="Rectangle 19">
            <a:extLst>
              <a:ext uri="{FF2B5EF4-FFF2-40B4-BE49-F238E27FC236}">
                <a16:creationId xmlns:a16="http://schemas.microsoft.com/office/drawing/2014/main" id="{4863C273-B22E-4AA6-98E8-EB6C5D7FA680}"/>
              </a:ext>
            </a:extLst>
          </p:cNvPr>
          <p:cNvSpPr/>
          <p:nvPr/>
        </p:nvSpPr>
        <p:spPr>
          <a:xfrm>
            <a:off x="8112598" y="655648"/>
            <a:ext cx="3988925" cy="2435611"/>
          </a:xfrm>
          <a:prstGeom prst="rect">
            <a:avLst/>
          </a:prstGeom>
          <a:noFill/>
          <a:ln>
            <a:solidFill>
              <a:schemeClr val="bg1">
                <a:lumMod val="9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47" name="Group 46">
            <a:extLst>
              <a:ext uri="{FF2B5EF4-FFF2-40B4-BE49-F238E27FC236}">
                <a16:creationId xmlns:a16="http://schemas.microsoft.com/office/drawing/2014/main" id="{9EBF8F99-EB23-4C35-A894-FAE927AC2AE3}"/>
              </a:ext>
            </a:extLst>
          </p:cNvPr>
          <p:cNvGrpSpPr/>
          <p:nvPr/>
        </p:nvGrpSpPr>
        <p:grpSpPr>
          <a:xfrm>
            <a:off x="17480" y="23333"/>
            <a:ext cx="12174520" cy="533258"/>
            <a:chOff x="17480" y="23333"/>
            <a:chExt cx="12174520" cy="533258"/>
          </a:xfrm>
        </p:grpSpPr>
        <p:sp>
          <p:nvSpPr>
            <p:cNvPr id="48" name="Pentagon 18">
              <a:extLst>
                <a:ext uri="{FF2B5EF4-FFF2-40B4-BE49-F238E27FC236}">
                  <a16:creationId xmlns:a16="http://schemas.microsoft.com/office/drawing/2014/main" id="{77D9955D-9656-4214-882C-B0699E2ABEEF}"/>
                </a:ext>
              </a:extLst>
            </p:cNvPr>
            <p:cNvSpPr/>
            <p:nvPr/>
          </p:nvSpPr>
          <p:spPr>
            <a:xfrm>
              <a:off x="9516890" y="23333"/>
              <a:ext cx="2675110"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M</a:t>
              </a:r>
              <a:r>
                <a:rPr lang="en-IN" b="1" dirty="0"/>
                <a:t>arket Expansion</a:t>
              </a:r>
            </a:p>
          </p:txBody>
        </p:sp>
        <p:sp>
          <p:nvSpPr>
            <p:cNvPr id="49" name="Pentagon 18">
              <a:extLst>
                <a:ext uri="{FF2B5EF4-FFF2-40B4-BE49-F238E27FC236}">
                  <a16:creationId xmlns:a16="http://schemas.microsoft.com/office/drawing/2014/main" id="{9A07228E-739E-4601-AA38-2036D17B3F6A}"/>
                </a:ext>
              </a:extLst>
            </p:cNvPr>
            <p:cNvSpPr/>
            <p:nvPr/>
          </p:nvSpPr>
          <p:spPr>
            <a:xfrm>
              <a:off x="7584471"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      Go To Market</a:t>
              </a:r>
            </a:p>
          </p:txBody>
        </p:sp>
        <p:sp>
          <p:nvSpPr>
            <p:cNvPr id="50" name="Pentagon 18">
              <a:extLst>
                <a:ext uri="{FF2B5EF4-FFF2-40B4-BE49-F238E27FC236}">
                  <a16:creationId xmlns:a16="http://schemas.microsoft.com/office/drawing/2014/main" id="{7FAB103E-6DD6-4515-BB13-787507961235}"/>
                </a:ext>
              </a:extLst>
            </p:cNvPr>
            <p:cNvSpPr/>
            <p:nvPr/>
          </p:nvSpPr>
          <p:spPr>
            <a:xfrm>
              <a:off x="5762297"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Product</a:t>
              </a:r>
            </a:p>
          </p:txBody>
        </p:sp>
        <p:sp>
          <p:nvSpPr>
            <p:cNvPr id="51" name="Pentagon 18">
              <a:extLst>
                <a:ext uri="{FF2B5EF4-FFF2-40B4-BE49-F238E27FC236}">
                  <a16:creationId xmlns:a16="http://schemas.microsoft.com/office/drawing/2014/main" id="{F271F050-0F36-4839-B160-9326CD7E1D57}"/>
                </a:ext>
              </a:extLst>
            </p:cNvPr>
            <p:cNvSpPr/>
            <p:nvPr/>
          </p:nvSpPr>
          <p:spPr>
            <a:xfrm>
              <a:off x="3847358" y="23333"/>
              <a:ext cx="2242406"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S</a:t>
              </a:r>
              <a:r>
                <a:rPr lang="en-IN" b="1" dirty="0"/>
                <a:t>olutions</a:t>
              </a:r>
            </a:p>
          </p:txBody>
        </p:sp>
        <p:sp>
          <p:nvSpPr>
            <p:cNvPr id="52" name="Pentagon 18">
              <a:extLst>
                <a:ext uri="{FF2B5EF4-FFF2-40B4-BE49-F238E27FC236}">
                  <a16:creationId xmlns:a16="http://schemas.microsoft.com/office/drawing/2014/main" id="{A45B92D4-1A3E-453F-8411-4DE2806EC22B}"/>
                </a:ext>
              </a:extLst>
            </p:cNvPr>
            <p:cNvSpPr/>
            <p:nvPr/>
          </p:nvSpPr>
          <p:spPr>
            <a:xfrm>
              <a:off x="1932418" y="23333"/>
              <a:ext cx="2440799"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T</a:t>
              </a:r>
              <a:r>
                <a:rPr lang="en-IN" b="1" dirty="0"/>
                <a:t>arget Customers</a:t>
              </a:r>
            </a:p>
          </p:txBody>
        </p:sp>
        <p:sp>
          <p:nvSpPr>
            <p:cNvPr id="53" name="Pentagon 18">
              <a:extLst>
                <a:ext uri="{FF2B5EF4-FFF2-40B4-BE49-F238E27FC236}">
                  <a16:creationId xmlns:a16="http://schemas.microsoft.com/office/drawing/2014/main" id="{54AD4126-3833-4B27-AE56-B640767194FA}"/>
                </a:ext>
              </a:extLst>
            </p:cNvPr>
            <p:cNvSpPr/>
            <p:nvPr/>
          </p:nvSpPr>
          <p:spPr>
            <a:xfrm>
              <a:off x="17480" y="23333"/>
              <a:ext cx="2242406"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Research</a:t>
              </a:r>
            </a:p>
          </p:txBody>
        </p:sp>
      </p:grpSp>
      <p:pic>
        <p:nvPicPr>
          <p:cNvPr id="32" name="Picture 2" descr="Lens free icon">
            <a:extLst>
              <a:ext uri="{FF2B5EF4-FFF2-40B4-BE49-F238E27FC236}">
                <a16:creationId xmlns:a16="http://schemas.microsoft.com/office/drawing/2014/main" id="{18E170E6-F4FD-4811-A791-0A3665E30802}"/>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rot="5400000">
            <a:off x="7919144" y="545244"/>
            <a:ext cx="381898" cy="381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591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Table 27">
            <a:extLst>
              <a:ext uri="{FF2B5EF4-FFF2-40B4-BE49-F238E27FC236}">
                <a16:creationId xmlns:a16="http://schemas.microsoft.com/office/drawing/2014/main" id="{1C1D9EAD-728D-4AE8-9479-E9B510BDBF9F}"/>
              </a:ext>
            </a:extLst>
          </p:cNvPr>
          <p:cNvGraphicFramePr>
            <a:graphicFrameLocks noGrp="1"/>
          </p:cNvGraphicFramePr>
          <p:nvPr>
            <p:extLst>
              <p:ext uri="{D42A27DB-BD31-4B8C-83A1-F6EECF244321}">
                <p14:modId xmlns:p14="http://schemas.microsoft.com/office/powerpoint/2010/main" val="2110536704"/>
              </p:ext>
            </p:extLst>
          </p:nvPr>
        </p:nvGraphicFramePr>
        <p:xfrm>
          <a:off x="17480" y="566440"/>
          <a:ext cx="12042440" cy="6258588"/>
        </p:xfrm>
        <a:graphic>
          <a:graphicData uri="http://schemas.openxmlformats.org/drawingml/2006/table">
            <a:tbl>
              <a:tblPr firstRow="1" bandRow="1">
                <a:tableStyleId>{5C22544A-7EE6-4342-B048-85BDC9FD1C3A}</a:tableStyleId>
              </a:tblPr>
              <a:tblGrid>
                <a:gridCol w="1617853">
                  <a:extLst>
                    <a:ext uri="{9D8B030D-6E8A-4147-A177-3AD203B41FA5}">
                      <a16:colId xmlns:a16="http://schemas.microsoft.com/office/drawing/2014/main" val="3501164551"/>
                    </a:ext>
                  </a:extLst>
                </a:gridCol>
                <a:gridCol w="4403367">
                  <a:extLst>
                    <a:ext uri="{9D8B030D-6E8A-4147-A177-3AD203B41FA5}">
                      <a16:colId xmlns:a16="http://schemas.microsoft.com/office/drawing/2014/main" val="191746219"/>
                    </a:ext>
                  </a:extLst>
                </a:gridCol>
                <a:gridCol w="3010610">
                  <a:extLst>
                    <a:ext uri="{9D8B030D-6E8A-4147-A177-3AD203B41FA5}">
                      <a16:colId xmlns:a16="http://schemas.microsoft.com/office/drawing/2014/main" val="3126120917"/>
                    </a:ext>
                  </a:extLst>
                </a:gridCol>
                <a:gridCol w="3010610">
                  <a:extLst>
                    <a:ext uri="{9D8B030D-6E8A-4147-A177-3AD203B41FA5}">
                      <a16:colId xmlns:a16="http://schemas.microsoft.com/office/drawing/2014/main" val="1303659536"/>
                    </a:ext>
                  </a:extLst>
                </a:gridCol>
              </a:tblGrid>
              <a:tr h="632827">
                <a:tc>
                  <a:txBody>
                    <a:bodyPr/>
                    <a:lstStyle/>
                    <a:p>
                      <a:r>
                        <a:rPr lang="en-US" dirty="0">
                          <a:solidFill>
                            <a:schemeClr val="tx1"/>
                          </a:solidFill>
                        </a:rPr>
                        <a:t>Consumer</a:t>
                      </a:r>
                    </a:p>
                    <a:p>
                      <a:r>
                        <a:rPr lang="en-US" dirty="0">
                          <a:solidFill>
                            <a:schemeClr val="tx1"/>
                          </a:solidFill>
                        </a:rPr>
                        <a:t>Persona</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Identity</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Consumer’s Needs</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solidFill>
                            <a:schemeClr val="tx1"/>
                          </a:solidFill>
                        </a:rPr>
                        <a:t>Fruitoholic’s Position</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777452"/>
                  </a:ext>
                </a:extLst>
              </a:tr>
              <a:tr h="904038">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Fitness Enthusiasts!!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Diet Plan with vitamins, protein and other nutrients.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 Perfect Subscription based Diet Plan to keep you Fit!!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2825080"/>
                  </a:ext>
                </a:extLst>
              </a:tr>
              <a:tr h="117525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Diabetic/Hypertensive or other Ailments.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Diet rich in nutrients to increase metabolism to fight ailments and build immunity.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Fight ailments better with Subscription Based Fruit Diet Chart for each Ailment.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7218129"/>
                  </a:ext>
                </a:extLst>
              </a:tr>
              <a:tr h="117525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Working Professionals too busy to take care of their health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 helping Hand to buy right fruits in order to stay healthy and focused!</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Fruits according to diet plan to reach you along with your Breakfast and Lunch Boxes.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6499868"/>
                  </a:ext>
                </a:extLst>
              </a:tr>
              <a:tr h="1175250">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Addicted Person wanting a natural Detoxification!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Detoxifying Fruit Diet Chart for proper hydration and rich in vitamin C!</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Subscription Based monthly Diet Plans to help you detox and quit your addiction!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2404766"/>
                  </a:ext>
                </a:extLst>
              </a:tr>
              <a:tr h="1185791">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The Regular Guy!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WHO Recommended Fruit Consumption and hassle free purchase of quality fruits!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Subscribe with one click to our Customized Plan as per your taste and needs! Sit Back and relax !</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0776009"/>
                  </a:ext>
                </a:extLst>
              </a:tr>
            </a:tbl>
          </a:graphicData>
        </a:graphic>
      </p:graphicFrame>
      <p:pic>
        <p:nvPicPr>
          <p:cNvPr id="2056" name="Picture 8">
            <a:extLst>
              <a:ext uri="{FF2B5EF4-FFF2-40B4-BE49-F238E27FC236}">
                <a16:creationId xmlns:a16="http://schemas.microsoft.com/office/drawing/2014/main" id="{BADAD569-A570-4958-BFA3-A663A8FEED9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655" y="4684866"/>
            <a:ext cx="753457" cy="753457"/>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Working free icon">
            <a:extLst>
              <a:ext uri="{FF2B5EF4-FFF2-40B4-BE49-F238E27FC236}">
                <a16:creationId xmlns:a16="http://schemas.microsoft.com/office/drawing/2014/main" id="{5037EC22-6A1A-41A7-80F9-970C46BCC46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0278" y="3350274"/>
            <a:ext cx="882074" cy="882074"/>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a:extLst>
              <a:ext uri="{FF2B5EF4-FFF2-40B4-BE49-F238E27FC236}">
                <a16:creationId xmlns:a16="http://schemas.microsoft.com/office/drawing/2014/main" id="{3901BCD5-F3C5-47E1-8BC2-335070057C7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1041" y="5845218"/>
            <a:ext cx="892684" cy="892684"/>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7">
            <a:extLst>
              <a:ext uri="{FF2B5EF4-FFF2-40B4-BE49-F238E27FC236}">
                <a16:creationId xmlns:a16="http://schemas.microsoft.com/office/drawing/2014/main" id="{9AC88D2E-D503-4F64-A863-678BB54BA0ED}"/>
              </a:ext>
            </a:extLst>
          </p:cNvPr>
          <p:cNvPicPr>
            <a:picLocks noChangeAspect="1"/>
          </p:cNvPicPr>
          <p:nvPr/>
        </p:nvPicPr>
        <p:blipFill>
          <a:blip r:embed="rId5" cstate="print"/>
          <a:stretch>
            <a:fillRect/>
          </a:stretch>
        </p:blipFill>
        <p:spPr>
          <a:xfrm>
            <a:off x="468246" y="1257063"/>
            <a:ext cx="755188" cy="704358"/>
          </a:xfrm>
          <a:prstGeom prst="rect">
            <a:avLst/>
          </a:prstGeom>
        </p:spPr>
      </p:pic>
      <p:pic>
        <p:nvPicPr>
          <p:cNvPr id="2" name="Picture 1">
            <a:extLst>
              <a:ext uri="{FF2B5EF4-FFF2-40B4-BE49-F238E27FC236}">
                <a16:creationId xmlns:a16="http://schemas.microsoft.com/office/drawing/2014/main" id="{3E0D06BF-91DA-4AD2-9492-7F241532F4C1}"/>
              </a:ext>
            </a:extLst>
          </p:cNvPr>
          <p:cNvPicPr>
            <a:picLocks noChangeAspect="1"/>
          </p:cNvPicPr>
          <p:nvPr/>
        </p:nvPicPr>
        <p:blipFill>
          <a:blip r:embed="rId6" cstate="print"/>
          <a:stretch>
            <a:fillRect/>
          </a:stretch>
        </p:blipFill>
        <p:spPr>
          <a:xfrm>
            <a:off x="345969" y="2184616"/>
            <a:ext cx="882074" cy="882074"/>
          </a:xfrm>
          <a:prstGeom prst="rect">
            <a:avLst/>
          </a:prstGeom>
        </p:spPr>
      </p:pic>
      <p:grpSp>
        <p:nvGrpSpPr>
          <p:cNvPr id="32" name="Group 31">
            <a:extLst>
              <a:ext uri="{FF2B5EF4-FFF2-40B4-BE49-F238E27FC236}">
                <a16:creationId xmlns:a16="http://schemas.microsoft.com/office/drawing/2014/main" id="{C168C1E6-7C1D-4DFA-842F-F6850B56AE2B}"/>
              </a:ext>
            </a:extLst>
          </p:cNvPr>
          <p:cNvGrpSpPr/>
          <p:nvPr/>
        </p:nvGrpSpPr>
        <p:grpSpPr>
          <a:xfrm>
            <a:off x="17480" y="23333"/>
            <a:ext cx="12174520" cy="533258"/>
            <a:chOff x="17480" y="23333"/>
            <a:chExt cx="12174520" cy="533258"/>
          </a:xfrm>
        </p:grpSpPr>
        <p:sp>
          <p:nvSpPr>
            <p:cNvPr id="33" name="Pentagon 18">
              <a:extLst>
                <a:ext uri="{FF2B5EF4-FFF2-40B4-BE49-F238E27FC236}">
                  <a16:creationId xmlns:a16="http://schemas.microsoft.com/office/drawing/2014/main" id="{3B92E5FD-B88F-4942-A31A-97C2526026B1}"/>
                </a:ext>
              </a:extLst>
            </p:cNvPr>
            <p:cNvSpPr/>
            <p:nvPr/>
          </p:nvSpPr>
          <p:spPr>
            <a:xfrm>
              <a:off x="9516890" y="23333"/>
              <a:ext cx="2675110"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M</a:t>
              </a:r>
              <a:r>
                <a:rPr lang="en-IN" b="1" dirty="0"/>
                <a:t>arket Expansion</a:t>
              </a:r>
            </a:p>
          </p:txBody>
        </p:sp>
        <p:sp>
          <p:nvSpPr>
            <p:cNvPr id="34" name="Pentagon 18">
              <a:extLst>
                <a:ext uri="{FF2B5EF4-FFF2-40B4-BE49-F238E27FC236}">
                  <a16:creationId xmlns:a16="http://schemas.microsoft.com/office/drawing/2014/main" id="{CBD07FED-C067-4BC2-952E-15BE2BCA28F0}"/>
                </a:ext>
              </a:extLst>
            </p:cNvPr>
            <p:cNvSpPr/>
            <p:nvPr/>
          </p:nvSpPr>
          <p:spPr>
            <a:xfrm>
              <a:off x="7584471"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      Go To Market</a:t>
              </a:r>
            </a:p>
          </p:txBody>
        </p:sp>
        <p:sp>
          <p:nvSpPr>
            <p:cNvPr id="35" name="Pentagon 18">
              <a:extLst>
                <a:ext uri="{FF2B5EF4-FFF2-40B4-BE49-F238E27FC236}">
                  <a16:creationId xmlns:a16="http://schemas.microsoft.com/office/drawing/2014/main" id="{0C1F21C6-40BA-47E4-BE15-00FB3743AC57}"/>
                </a:ext>
              </a:extLst>
            </p:cNvPr>
            <p:cNvSpPr/>
            <p:nvPr/>
          </p:nvSpPr>
          <p:spPr>
            <a:xfrm>
              <a:off x="5762297"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Product</a:t>
              </a:r>
            </a:p>
          </p:txBody>
        </p:sp>
        <p:sp>
          <p:nvSpPr>
            <p:cNvPr id="36" name="Pentagon 18">
              <a:extLst>
                <a:ext uri="{FF2B5EF4-FFF2-40B4-BE49-F238E27FC236}">
                  <a16:creationId xmlns:a16="http://schemas.microsoft.com/office/drawing/2014/main" id="{387691AD-854A-44DF-B3D1-B0340E92F663}"/>
                </a:ext>
              </a:extLst>
            </p:cNvPr>
            <p:cNvSpPr/>
            <p:nvPr/>
          </p:nvSpPr>
          <p:spPr>
            <a:xfrm>
              <a:off x="3847358" y="23333"/>
              <a:ext cx="2242406"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S</a:t>
              </a:r>
              <a:r>
                <a:rPr lang="en-IN" b="1" dirty="0"/>
                <a:t>olutions</a:t>
              </a:r>
            </a:p>
          </p:txBody>
        </p:sp>
        <p:sp>
          <p:nvSpPr>
            <p:cNvPr id="37" name="Pentagon 18">
              <a:extLst>
                <a:ext uri="{FF2B5EF4-FFF2-40B4-BE49-F238E27FC236}">
                  <a16:creationId xmlns:a16="http://schemas.microsoft.com/office/drawing/2014/main" id="{C0F52E83-0975-412A-8078-D7841706F37A}"/>
                </a:ext>
              </a:extLst>
            </p:cNvPr>
            <p:cNvSpPr/>
            <p:nvPr/>
          </p:nvSpPr>
          <p:spPr>
            <a:xfrm>
              <a:off x="1932418" y="23333"/>
              <a:ext cx="2440799"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T</a:t>
              </a:r>
              <a:r>
                <a:rPr lang="en-IN" b="1" dirty="0"/>
                <a:t>arget Customers</a:t>
              </a:r>
            </a:p>
          </p:txBody>
        </p:sp>
        <p:sp>
          <p:nvSpPr>
            <p:cNvPr id="38" name="Pentagon 18">
              <a:extLst>
                <a:ext uri="{FF2B5EF4-FFF2-40B4-BE49-F238E27FC236}">
                  <a16:creationId xmlns:a16="http://schemas.microsoft.com/office/drawing/2014/main" id="{2D55D414-CE05-44F8-8001-4641B405B5A1}"/>
                </a:ext>
              </a:extLst>
            </p:cNvPr>
            <p:cNvSpPr/>
            <p:nvPr/>
          </p:nvSpPr>
          <p:spPr>
            <a:xfrm>
              <a:off x="17480" y="23333"/>
              <a:ext cx="2242406"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Research</a:t>
              </a:r>
            </a:p>
          </p:txBody>
        </p:sp>
      </p:grpSp>
    </p:spTree>
    <p:extLst>
      <p:ext uri="{BB962C8B-B14F-4D97-AF65-F5344CB8AC3E}">
        <p14:creationId xmlns:p14="http://schemas.microsoft.com/office/powerpoint/2010/main" val="4018872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B88DE7D-08D0-4601-9554-44D0CAF7C308}"/>
              </a:ext>
            </a:extLst>
          </p:cNvPr>
          <p:cNvSpPr/>
          <p:nvPr/>
        </p:nvSpPr>
        <p:spPr>
          <a:xfrm>
            <a:off x="6100708" y="4066935"/>
            <a:ext cx="2474834" cy="842138"/>
          </a:xfrm>
          <a:prstGeom prst="roundRect">
            <a:avLst/>
          </a:prstGeom>
          <a:scene3d>
            <a:camera prst="orthographicFront"/>
            <a:lightRig rig="threePt" dir="t"/>
          </a:scene3d>
          <a:sp3d>
            <a:bevelT/>
          </a:sp3d>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pic>
        <p:nvPicPr>
          <p:cNvPr id="35" name="Picture 34">
            <a:extLst>
              <a:ext uri="{FF2B5EF4-FFF2-40B4-BE49-F238E27FC236}">
                <a16:creationId xmlns:a16="http://schemas.microsoft.com/office/drawing/2014/main" id="{2371F72D-65A5-4F52-BB3A-A07526E2338C}"/>
              </a:ext>
            </a:extLst>
          </p:cNvPr>
          <p:cNvPicPr>
            <a:picLocks noChangeAspect="1"/>
          </p:cNvPicPr>
          <p:nvPr/>
        </p:nvPicPr>
        <p:blipFill>
          <a:blip r:embed="rId2" cstate="print"/>
          <a:stretch>
            <a:fillRect/>
          </a:stretch>
        </p:blipFill>
        <p:spPr>
          <a:xfrm>
            <a:off x="0" y="1269416"/>
            <a:ext cx="1515291" cy="2296526"/>
          </a:xfrm>
          <a:prstGeom prst="rect">
            <a:avLst/>
          </a:prstGeom>
          <a:ln>
            <a:noFill/>
          </a:ln>
          <a:effectLst>
            <a:outerShdw blurRad="50800" dist="38100" dir="5400000" algn="t" rotWithShape="0">
              <a:prstClr val="black">
                <a:alpha val="40000"/>
              </a:prstClr>
            </a:outerShdw>
            <a:softEdge rad="63500"/>
          </a:effectLst>
          <a:scene3d>
            <a:camera prst="orthographicFront">
              <a:rot lat="0" lon="0" rev="0"/>
            </a:camera>
            <a:lightRig rig="glow" dir="t">
              <a:rot lat="0" lon="0" rev="4800000"/>
            </a:lightRig>
          </a:scene3d>
          <a:sp3d prstMaterial="matte">
            <a:bevelT w="127000" h="63500"/>
          </a:sp3d>
        </p:spPr>
      </p:pic>
      <p:pic>
        <p:nvPicPr>
          <p:cNvPr id="1028" name="Picture 4" descr="Fruitoholic - Order Online">
            <a:extLst>
              <a:ext uri="{FF2B5EF4-FFF2-40B4-BE49-F238E27FC236}">
                <a16:creationId xmlns:a16="http://schemas.microsoft.com/office/drawing/2014/main" id="{ED024B23-8137-4BC9-913E-E5818E2069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0212" y="1285801"/>
            <a:ext cx="492443" cy="400526"/>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41" name="TextBox 40">
            <a:extLst>
              <a:ext uri="{FF2B5EF4-FFF2-40B4-BE49-F238E27FC236}">
                <a16:creationId xmlns:a16="http://schemas.microsoft.com/office/drawing/2014/main" id="{D6F9144D-B4E9-425A-AD8E-4D07329946EC}"/>
              </a:ext>
            </a:extLst>
          </p:cNvPr>
          <p:cNvSpPr txBox="1"/>
          <p:nvPr/>
        </p:nvSpPr>
        <p:spPr>
          <a:xfrm>
            <a:off x="1589506" y="1536511"/>
            <a:ext cx="4433789" cy="1846659"/>
          </a:xfrm>
          <a:prstGeom prst="rect">
            <a:avLst/>
          </a:prstGeom>
          <a:noFill/>
        </p:spPr>
        <p:txBody>
          <a:bodyPr wrap="square" rtlCol="0">
            <a:spAutoFit/>
          </a:bodyPr>
          <a:lstStyle/>
          <a:p>
            <a:r>
              <a:rPr lang="en-US" b="1" dirty="0"/>
              <a:t>The Fruitoholic App</a:t>
            </a:r>
            <a:r>
              <a:rPr lang="en-US" dirty="0"/>
              <a:t> Launch in </a:t>
            </a:r>
            <a:r>
              <a:rPr lang="en-US" b="1" dirty="0"/>
              <a:t>Hyderabad</a:t>
            </a:r>
          </a:p>
          <a:p>
            <a:pPr marL="285750" indent="-285750">
              <a:buFont typeface="Wingdings" panose="05000000000000000000" pitchFamily="2" charset="2"/>
              <a:buChar char="ü"/>
            </a:pPr>
            <a:r>
              <a:rPr lang="en-US" sz="1200" dirty="0"/>
              <a:t>Choose and order from varied range of fresh fruits, Fruit Juice, Smoothies, Fruit Salads with just a click.</a:t>
            </a:r>
          </a:p>
          <a:p>
            <a:pPr marL="285750" indent="-285750">
              <a:buFont typeface="Wingdings" panose="05000000000000000000" pitchFamily="2" charset="2"/>
              <a:buChar char="ü"/>
            </a:pPr>
            <a:r>
              <a:rPr lang="en-US" sz="1200" dirty="0"/>
              <a:t>Makes it easy for Customers to understand about and Subscribe a Relevant Plan.</a:t>
            </a:r>
          </a:p>
          <a:p>
            <a:pPr marL="285750" indent="-285750">
              <a:buFont typeface="Wingdings" panose="05000000000000000000" pitchFamily="2" charset="2"/>
              <a:buChar char="ü"/>
            </a:pPr>
            <a:r>
              <a:rPr lang="en-US" sz="1200" dirty="0"/>
              <a:t>Customers can add fruits as per their choice and  choose a customized subscription plan.</a:t>
            </a:r>
          </a:p>
          <a:p>
            <a:pPr marL="285750" indent="-285750">
              <a:buFont typeface="Wingdings" panose="05000000000000000000" pitchFamily="2" charset="2"/>
              <a:buChar char="ü"/>
            </a:pPr>
            <a:r>
              <a:rPr lang="en-US" sz="1200" dirty="0"/>
              <a:t>Customers can keep a track on the location &amp; delivery of their fruits.</a:t>
            </a:r>
            <a:endParaRPr lang="en-IN" sz="1200" dirty="0"/>
          </a:p>
        </p:txBody>
      </p:sp>
      <p:cxnSp>
        <p:nvCxnSpPr>
          <p:cNvPr id="44" name="Straight Connector 43">
            <a:extLst>
              <a:ext uri="{FF2B5EF4-FFF2-40B4-BE49-F238E27FC236}">
                <a16:creationId xmlns:a16="http://schemas.microsoft.com/office/drawing/2014/main" id="{BD60543E-18A3-4970-957D-3DAE6D98F0A6}"/>
              </a:ext>
            </a:extLst>
          </p:cNvPr>
          <p:cNvCxnSpPr/>
          <p:nvPr/>
        </p:nvCxnSpPr>
        <p:spPr>
          <a:xfrm flipV="1">
            <a:off x="6096000" y="436880"/>
            <a:ext cx="0" cy="44357"/>
          </a:xfrm>
          <a:prstGeom prst="line">
            <a:avLst/>
          </a:prstGeom>
        </p:spPr>
        <p:style>
          <a:lnRef idx="1">
            <a:schemeClr val="accent1"/>
          </a:lnRef>
          <a:fillRef idx="0">
            <a:schemeClr val="accent1"/>
          </a:fillRef>
          <a:effectRef idx="0">
            <a:schemeClr val="accent1"/>
          </a:effectRef>
          <a:fontRef idx="minor">
            <a:schemeClr val="tx1"/>
          </a:fontRef>
        </p:style>
      </p:cxnSp>
      <p:grpSp>
        <p:nvGrpSpPr>
          <p:cNvPr id="42" name="Group 41">
            <a:extLst>
              <a:ext uri="{FF2B5EF4-FFF2-40B4-BE49-F238E27FC236}">
                <a16:creationId xmlns:a16="http://schemas.microsoft.com/office/drawing/2014/main" id="{FC637368-A62A-4734-8EF9-AC4E7C0E4FAD}"/>
              </a:ext>
            </a:extLst>
          </p:cNvPr>
          <p:cNvGrpSpPr/>
          <p:nvPr/>
        </p:nvGrpSpPr>
        <p:grpSpPr>
          <a:xfrm>
            <a:off x="7718598" y="531928"/>
            <a:ext cx="3596748" cy="2973410"/>
            <a:chOff x="8662599" y="651472"/>
            <a:chExt cx="3194520" cy="2849881"/>
          </a:xfrm>
        </p:grpSpPr>
        <p:graphicFrame>
          <p:nvGraphicFramePr>
            <p:cNvPr id="40" name="Diagram 39">
              <a:extLst>
                <a:ext uri="{FF2B5EF4-FFF2-40B4-BE49-F238E27FC236}">
                  <a16:creationId xmlns:a16="http://schemas.microsoft.com/office/drawing/2014/main" id="{5B5C7959-9B99-4B25-8FAC-E93E3D0F485E}"/>
                </a:ext>
              </a:extLst>
            </p:cNvPr>
            <p:cNvGraphicFramePr/>
            <p:nvPr>
              <p:extLst>
                <p:ext uri="{D42A27DB-BD31-4B8C-83A1-F6EECF244321}">
                  <p14:modId xmlns:p14="http://schemas.microsoft.com/office/powerpoint/2010/main" val="187827973"/>
                </p:ext>
              </p:extLst>
            </p:nvPr>
          </p:nvGraphicFramePr>
          <p:xfrm>
            <a:off x="8662599" y="651472"/>
            <a:ext cx="3194520" cy="28498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30" name="Picture 6" descr="Shared workspace | Collaborative workspace- Coworq | Facilities">
              <a:extLst>
                <a:ext uri="{FF2B5EF4-FFF2-40B4-BE49-F238E27FC236}">
                  <a16:creationId xmlns:a16="http://schemas.microsoft.com/office/drawing/2014/main" id="{98B2A281-1C91-4081-ADCE-8F3E571CCDF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912629" y="1877229"/>
              <a:ext cx="695346" cy="695346"/>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5" name="Straight Connector 4">
            <a:extLst>
              <a:ext uri="{FF2B5EF4-FFF2-40B4-BE49-F238E27FC236}">
                <a16:creationId xmlns:a16="http://schemas.microsoft.com/office/drawing/2014/main" id="{B41254BB-0BDB-4DAF-BCD3-E52775792D3E}"/>
              </a:ext>
            </a:extLst>
          </p:cNvPr>
          <p:cNvCxnSpPr>
            <a:cxnSpLocks/>
          </p:cNvCxnSpPr>
          <p:nvPr/>
        </p:nvCxnSpPr>
        <p:spPr>
          <a:xfrm>
            <a:off x="5953652" y="556591"/>
            <a:ext cx="0" cy="6217948"/>
          </a:xfrm>
          <a:prstGeom prst="line">
            <a:avLst/>
          </a:prstGeom>
          <a:ln>
            <a:solidFill>
              <a:schemeClr val="bg1">
                <a:lumMod val="95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67A6B6F9-7DF9-4471-B4C6-2FBFDAF90AA4}"/>
              </a:ext>
            </a:extLst>
          </p:cNvPr>
          <p:cNvGrpSpPr/>
          <p:nvPr/>
        </p:nvGrpSpPr>
        <p:grpSpPr>
          <a:xfrm>
            <a:off x="17480" y="23333"/>
            <a:ext cx="12174520" cy="533258"/>
            <a:chOff x="17480" y="23333"/>
            <a:chExt cx="12174520" cy="533258"/>
          </a:xfrm>
        </p:grpSpPr>
        <p:sp>
          <p:nvSpPr>
            <p:cNvPr id="36" name="Pentagon 18">
              <a:extLst>
                <a:ext uri="{FF2B5EF4-FFF2-40B4-BE49-F238E27FC236}">
                  <a16:creationId xmlns:a16="http://schemas.microsoft.com/office/drawing/2014/main" id="{D902F765-3779-4952-B65F-851D61294A28}"/>
                </a:ext>
              </a:extLst>
            </p:cNvPr>
            <p:cNvSpPr/>
            <p:nvPr/>
          </p:nvSpPr>
          <p:spPr>
            <a:xfrm>
              <a:off x="9516890" y="23333"/>
              <a:ext cx="2675110"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M</a:t>
              </a:r>
              <a:r>
                <a:rPr lang="en-IN" b="1" dirty="0"/>
                <a:t>arket Expansion</a:t>
              </a:r>
            </a:p>
          </p:txBody>
        </p:sp>
        <p:sp>
          <p:nvSpPr>
            <p:cNvPr id="37" name="Pentagon 18">
              <a:extLst>
                <a:ext uri="{FF2B5EF4-FFF2-40B4-BE49-F238E27FC236}">
                  <a16:creationId xmlns:a16="http://schemas.microsoft.com/office/drawing/2014/main" id="{D29AEA03-9797-413E-A902-25100EF65395}"/>
                </a:ext>
              </a:extLst>
            </p:cNvPr>
            <p:cNvSpPr/>
            <p:nvPr/>
          </p:nvSpPr>
          <p:spPr>
            <a:xfrm>
              <a:off x="7584471"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      Go To Market</a:t>
              </a:r>
            </a:p>
          </p:txBody>
        </p:sp>
        <p:sp>
          <p:nvSpPr>
            <p:cNvPr id="38" name="Pentagon 18">
              <a:extLst>
                <a:ext uri="{FF2B5EF4-FFF2-40B4-BE49-F238E27FC236}">
                  <a16:creationId xmlns:a16="http://schemas.microsoft.com/office/drawing/2014/main" id="{82E4D606-6F44-4270-B2F3-970873D98D2B}"/>
                </a:ext>
              </a:extLst>
            </p:cNvPr>
            <p:cNvSpPr/>
            <p:nvPr/>
          </p:nvSpPr>
          <p:spPr>
            <a:xfrm>
              <a:off x="5762297"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Product</a:t>
              </a:r>
            </a:p>
          </p:txBody>
        </p:sp>
        <p:sp>
          <p:nvSpPr>
            <p:cNvPr id="43" name="Pentagon 18">
              <a:extLst>
                <a:ext uri="{FF2B5EF4-FFF2-40B4-BE49-F238E27FC236}">
                  <a16:creationId xmlns:a16="http://schemas.microsoft.com/office/drawing/2014/main" id="{F90BDBEE-2A43-481A-9A15-319A6B724E20}"/>
                </a:ext>
              </a:extLst>
            </p:cNvPr>
            <p:cNvSpPr/>
            <p:nvPr/>
          </p:nvSpPr>
          <p:spPr>
            <a:xfrm>
              <a:off x="3847358" y="23333"/>
              <a:ext cx="2242406"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S</a:t>
              </a:r>
              <a:r>
                <a:rPr lang="en-IN" b="1" dirty="0"/>
                <a:t>olutions</a:t>
              </a:r>
            </a:p>
          </p:txBody>
        </p:sp>
        <p:sp>
          <p:nvSpPr>
            <p:cNvPr id="45" name="Pentagon 18">
              <a:extLst>
                <a:ext uri="{FF2B5EF4-FFF2-40B4-BE49-F238E27FC236}">
                  <a16:creationId xmlns:a16="http://schemas.microsoft.com/office/drawing/2014/main" id="{695D46B4-B5BC-4785-9FC6-FB505D13A6AB}"/>
                </a:ext>
              </a:extLst>
            </p:cNvPr>
            <p:cNvSpPr/>
            <p:nvPr/>
          </p:nvSpPr>
          <p:spPr>
            <a:xfrm>
              <a:off x="1932418" y="23333"/>
              <a:ext cx="2440799"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T</a:t>
              </a:r>
              <a:r>
                <a:rPr lang="en-IN" b="1" dirty="0"/>
                <a:t>arget Customers</a:t>
              </a:r>
            </a:p>
          </p:txBody>
        </p:sp>
        <p:sp>
          <p:nvSpPr>
            <p:cNvPr id="46" name="Pentagon 18">
              <a:extLst>
                <a:ext uri="{FF2B5EF4-FFF2-40B4-BE49-F238E27FC236}">
                  <a16:creationId xmlns:a16="http://schemas.microsoft.com/office/drawing/2014/main" id="{FBCDDAE7-A1FB-406A-AA01-FB23D12C8FB4}"/>
                </a:ext>
              </a:extLst>
            </p:cNvPr>
            <p:cNvSpPr/>
            <p:nvPr/>
          </p:nvSpPr>
          <p:spPr>
            <a:xfrm>
              <a:off x="17480" y="23333"/>
              <a:ext cx="2242406"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Research</a:t>
              </a:r>
            </a:p>
          </p:txBody>
        </p:sp>
      </p:grpSp>
      <p:sp>
        <p:nvSpPr>
          <p:cNvPr id="23" name="Arrow: Pentagon 22">
            <a:extLst>
              <a:ext uri="{FF2B5EF4-FFF2-40B4-BE49-F238E27FC236}">
                <a16:creationId xmlns:a16="http://schemas.microsoft.com/office/drawing/2014/main" id="{526EA0DA-7FC0-44B6-8A35-44CEC1E20F7A}"/>
              </a:ext>
            </a:extLst>
          </p:cNvPr>
          <p:cNvSpPr/>
          <p:nvPr/>
        </p:nvSpPr>
        <p:spPr>
          <a:xfrm>
            <a:off x="6072020" y="583334"/>
            <a:ext cx="2242404" cy="47246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Partnership Model</a:t>
            </a:r>
            <a:endParaRPr lang="en-IN" sz="1600" b="1" dirty="0"/>
          </a:p>
        </p:txBody>
      </p:sp>
      <p:sp>
        <p:nvSpPr>
          <p:cNvPr id="24" name="Arrow: Pentagon 23">
            <a:extLst>
              <a:ext uri="{FF2B5EF4-FFF2-40B4-BE49-F238E27FC236}">
                <a16:creationId xmlns:a16="http://schemas.microsoft.com/office/drawing/2014/main" id="{C4F00F76-D23E-4F7F-A83E-39AE666411E1}"/>
              </a:ext>
            </a:extLst>
          </p:cNvPr>
          <p:cNvSpPr/>
          <p:nvPr/>
        </p:nvSpPr>
        <p:spPr>
          <a:xfrm>
            <a:off x="6072020" y="3528737"/>
            <a:ext cx="2242403" cy="47246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Strategic Partnership Example</a:t>
            </a:r>
            <a:endParaRPr lang="en-IN" sz="1600" b="1" dirty="0"/>
          </a:p>
        </p:txBody>
      </p:sp>
      <p:grpSp>
        <p:nvGrpSpPr>
          <p:cNvPr id="4" name="Group 3">
            <a:extLst>
              <a:ext uri="{FF2B5EF4-FFF2-40B4-BE49-F238E27FC236}">
                <a16:creationId xmlns:a16="http://schemas.microsoft.com/office/drawing/2014/main" id="{59A2ADF8-1486-4E2A-A408-3230E7F0A2E0}"/>
              </a:ext>
            </a:extLst>
          </p:cNvPr>
          <p:cNvGrpSpPr/>
          <p:nvPr/>
        </p:nvGrpSpPr>
        <p:grpSpPr>
          <a:xfrm>
            <a:off x="6202123" y="4078229"/>
            <a:ext cx="2308109" cy="933174"/>
            <a:chOff x="6211482" y="4194144"/>
            <a:chExt cx="2308109" cy="933174"/>
          </a:xfrm>
        </p:grpSpPr>
        <p:pic>
          <p:nvPicPr>
            <p:cNvPr id="2050" name="Picture 2" descr="Gold's Gym – Logos Download">
              <a:extLst>
                <a:ext uri="{FF2B5EF4-FFF2-40B4-BE49-F238E27FC236}">
                  <a16:creationId xmlns:a16="http://schemas.microsoft.com/office/drawing/2014/main" id="{2FF68303-DF12-4E6E-A1D0-E1751073813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719257" y="4194144"/>
              <a:ext cx="800334" cy="796777"/>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andshake free icon">
              <a:extLst>
                <a:ext uri="{FF2B5EF4-FFF2-40B4-BE49-F238E27FC236}">
                  <a16:creationId xmlns:a16="http://schemas.microsoft.com/office/drawing/2014/main" id="{F27DA52D-0709-4CE2-8324-FDC9A32FE506}"/>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949340" y="4330541"/>
              <a:ext cx="796777" cy="796777"/>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4" descr="Fruitoholic - Order Online">
              <a:extLst>
                <a:ext uri="{FF2B5EF4-FFF2-40B4-BE49-F238E27FC236}">
                  <a16:creationId xmlns:a16="http://schemas.microsoft.com/office/drawing/2014/main" id="{72DB7B1B-E4E9-4F63-8F8A-F63E89DCBB48}"/>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211482" y="4223603"/>
              <a:ext cx="737858" cy="73785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124AD341-3475-4C99-AAAD-650D343DB1C1}"/>
              </a:ext>
            </a:extLst>
          </p:cNvPr>
          <p:cNvGrpSpPr/>
          <p:nvPr/>
        </p:nvGrpSpPr>
        <p:grpSpPr>
          <a:xfrm>
            <a:off x="8724205" y="4001197"/>
            <a:ext cx="3290716" cy="400110"/>
            <a:chOff x="8791355" y="4087618"/>
            <a:chExt cx="3290716" cy="400110"/>
          </a:xfrm>
        </p:grpSpPr>
        <p:pic>
          <p:nvPicPr>
            <p:cNvPr id="6" name="Picture 6" descr="Location free icon">
              <a:extLst>
                <a:ext uri="{FF2B5EF4-FFF2-40B4-BE49-F238E27FC236}">
                  <a16:creationId xmlns:a16="http://schemas.microsoft.com/office/drawing/2014/main" id="{005FDFEA-CB0A-4C70-B4C3-745D5C8D5881}"/>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8791355" y="4153356"/>
              <a:ext cx="330190" cy="33019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7D95953A-5DEC-4CEE-9E5A-9107CCA19537}"/>
                </a:ext>
              </a:extLst>
            </p:cNvPr>
            <p:cNvSpPr txBox="1"/>
            <p:nvPr/>
          </p:nvSpPr>
          <p:spPr>
            <a:xfrm>
              <a:off x="9087509" y="4087618"/>
              <a:ext cx="2994562" cy="400110"/>
            </a:xfrm>
            <a:prstGeom prst="rect">
              <a:avLst/>
            </a:prstGeom>
            <a:noFill/>
          </p:spPr>
          <p:txBody>
            <a:bodyPr wrap="square" rtlCol="0">
              <a:spAutoFit/>
            </a:bodyPr>
            <a:lstStyle/>
            <a:p>
              <a:r>
                <a:rPr lang="en-IN" sz="1000" b="0" i="0" dirty="0">
                  <a:solidFill>
                    <a:srgbClr val="222222"/>
                  </a:solidFill>
                  <a:effectLst/>
                </a:rPr>
                <a:t>Hyderguda Main Rd, Himayatnagar, Hyderabad, Telangana</a:t>
              </a:r>
              <a:endParaRPr lang="en-IN" sz="1000" dirty="0"/>
            </a:p>
          </p:txBody>
        </p:sp>
      </p:grpSp>
      <p:pic>
        <p:nvPicPr>
          <p:cNvPr id="1034" name="Picture 10" descr="Seminar free icon">
            <a:extLst>
              <a:ext uri="{FF2B5EF4-FFF2-40B4-BE49-F238E27FC236}">
                <a16:creationId xmlns:a16="http://schemas.microsoft.com/office/drawing/2014/main" id="{95862F03-E018-4A4C-A957-61D8DFC6207C}"/>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676957" y="4423506"/>
            <a:ext cx="451500" cy="451500"/>
          </a:xfrm>
          <a:prstGeom prst="rect">
            <a:avLst/>
          </a:prstGeom>
          <a:noFill/>
          <a:extLst>
            <a:ext uri="{909E8E84-426E-40DD-AFC4-6F175D3DCCD1}">
              <a14:hiddenFill xmlns:a14="http://schemas.microsoft.com/office/drawing/2010/main">
                <a:solidFill>
                  <a:srgbClr val="FFFFFF"/>
                </a:solidFill>
              </a14:hiddenFill>
            </a:ext>
          </a:extLst>
        </p:spPr>
      </p:pic>
      <p:sp>
        <p:nvSpPr>
          <p:cNvPr id="47" name="TextBox 46">
            <a:extLst>
              <a:ext uri="{FF2B5EF4-FFF2-40B4-BE49-F238E27FC236}">
                <a16:creationId xmlns:a16="http://schemas.microsoft.com/office/drawing/2014/main" id="{FE15FEED-3298-4045-8EB4-A2267D272ADC}"/>
              </a:ext>
            </a:extLst>
          </p:cNvPr>
          <p:cNvSpPr txBox="1"/>
          <p:nvPr/>
        </p:nvSpPr>
        <p:spPr>
          <a:xfrm>
            <a:off x="9054395" y="4451469"/>
            <a:ext cx="3263220" cy="400110"/>
          </a:xfrm>
          <a:prstGeom prst="rect">
            <a:avLst/>
          </a:prstGeom>
          <a:noFill/>
        </p:spPr>
        <p:txBody>
          <a:bodyPr wrap="square">
            <a:spAutoFit/>
          </a:bodyPr>
          <a:lstStyle/>
          <a:p>
            <a:r>
              <a:rPr lang="en-US" sz="1000" dirty="0"/>
              <a:t>Fruitoholic Seminar/Webinar on importance of fruits for fitness and present our Product lines &amp; Subscription model </a:t>
            </a:r>
            <a:endParaRPr lang="en-IN" sz="1000" dirty="0"/>
          </a:p>
        </p:txBody>
      </p:sp>
      <p:graphicFrame>
        <p:nvGraphicFramePr>
          <p:cNvPr id="13" name="Table 13">
            <a:extLst>
              <a:ext uri="{FF2B5EF4-FFF2-40B4-BE49-F238E27FC236}">
                <a16:creationId xmlns:a16="http://schemas.microsoft.com/office/drawing/2014/main" id="{FCFBD066-22C1-4EE4-ADE1-F4F3E4CCA2F9}"/>
              </a:ext>
            </a:extLst>
          </p:cNvPr>
          <p:cNvGraphicFramePr>
            <a:graphicFrameLocks noGrp="1"/>
          </p:cNvGraphicFramePr>
          <p:nvPr>
            <p:extLst>
              <p:ext uri="{D42A27DB-BD31-4B8C-83A1-F6EECF244321}">
                <p14:modId xmlns:p14="http://schemas.microsoft.com/office/powerpoint/2010/main" val="349407736"/>
              </p:ext>
            </p:extLst>
          </p:nvPr>
        </p:nvGraphicFramePr>
        <p:xfrm>
          <a:off x="6100708" y="4963417"/>
          <a:ext cx="4354684" cy="1925355"/>
        </p:xfrm>
        <a:graphic>
          <a:graphicData uri="http://schemas.openxmlformats.org/drawingml/2006/table">
            <a:tbl>
              <a:tblPr firstRow="1" bandRow="1">
                <a:tableStyleId>{ED083AE6-46FA-4A59-8FB0-9F97EB10719F}</a:tableStyleId>
              </a:tblPr>
              <a:tblGrid>
                <a:gridCol w="2177342">
                  <a:extLst>
                    <a:ext uri="{9D8B030D-6E8A-4147-A177-3AD203B41FA5}">
                      <a16:colId xmlns:a16="http://schemas.microsoft.com/office/drawing/2014/main" val="3143474548"/>
                    </a:ext>
                  </a:extLst>
                </a:gridCol>
                <a:gridCol w="2177342">
                  <a:extLst>
                    <a:ext uri="{9D8B030D-6E8A-4147-A177-3AD203B41FA5}">
                      <a16:colId xmlns:a16="http://schemas.microsoft.com/office/drawing/2014/main" val="1468895939"/>
                    </a:ext>
                  </a:extLst>
                </a:gridCol>
              </a:tblGrid>
              <a:tr h="305823">
                <a:tc>
                  <a:txBody>
                    <a:bodyPr/>
                    <a:lstStyle/>
                    <a:p>
                      <a:r>
                        <a:rPr lang="en-GB" sz="1000" b="0" dirty="0"/>
                        <a:t>Number of Customers</a:t>
                      </a:r>
                      <a:endParaRPr lang="en-IN" sz="1000" b="0" dirty="0"/>
                    </a:p>
                  </a:txBody>
                  <a:tcPr/>
                </a:tc>
                <a:tc>
                  <a:txBody>
                    <a:bodyPr/>
                    <a:lstStyle/>
                    <a:p>
                      <a:r>
                        <a:rPr lang="en-GB" sz="1000" b="0" dirty="0"/>
                        <a:t>500</a:t>
                      </a:r>
                      <a:endParaRPr lang="en-IN" sz="1000" b="0" dirty="0"/>
                    </a:p>
                  </a:txBody>
                  <a:tcPr/>
                </a:tc>
                <a:extLst>
                  <a:ext uri="{0D108BD9-81ED-4DB2-BD59-A6C34878D82A}">
                    <a16:rowId xmlns:a16="http://schemas.microsoft.com/office/drawing/2014/main" val="4221242206"/>
                  </a:ext>
                </a:extLst>
              </a:tr>
              <a:tr h="305823">
                <a:tc>
                  <a:txBody>
                    <a:bodyPr/>
                    <a:lstStyle/>
                    <a:p>
                      <a:r>
                        <a:rPr lang="en-GB" sz="1000" dirty="0"/>
                        <a:t>Conversion Factor</a:t>
                      </a:r>
                      <a:endParaRPr lang="en-IN" sz="1000" dirty="0"/>
                    </a:p>
                  </a:txBody>
                  <a:tcPr/>
                </a:tc>
                <a:tc>
                  <a:txBody>
                    <a:bodyPr/>
                    <a:lstStyle/>
                    <a:p>
                      <a:r>
                        <a:rPr lang="en-GB" sz="1000" dirty="0"/>
                        <a:t>10%</a:t>
                      </a:r>
                      <a:endParaRPr lang="en-IN" sz="1000" dirty="0"/>
                    </a:p>
                  </a:txBody>
                  <a:tcPr/>
                </a:tc>
                <a:extLst>
                  <a:ext uri="{0D108BD9-81ED-4DB2-BD59-A6C34878D82A}">
                    <a16:rowId xmlns:a16="http://schemas.microsoft.com/office/drawing/2014/main" val="1737429761"/>
                  </a:ext>
                </a:extLst>
              </a:tr>
              <a:tr h="305823">
                <a:tc>
                  <a:txBody>
                    <a:bodyPr/>
                    <a:lstStyle/>
                    <a:p>
                      <a:r>
                        <a:rPr lang="en-GB" sz="1000" dirty="0"/>
                        <a:t>Subscription Price</a:t>
                      </a:r>
                      <a:endParaRPr lang="en-IN" sz="1000" dirty="0"/>
                    </a:p>
                  </a:txBody>
                  <a:tcPr/>
                </a:tc>
                <a:tc>
                  <a:txBody>
                    <a:bodyPr/>
                    <a:lstStyle/>
                    <a:p>
                      <a:r>
                        <a:rPr lang="en-GB" sz="1000" b="1" dirty="0">
                          <a:solidFill>
                            <a:schemeClr val="bg2">
                              <a:lumMod val="25000"/>
                            </a:schemeClr>
                          </a:solidFill>
                        </a:rPr>
                        <a:t>₹ </a:t>
                      </a:r>
                      <a:r>
                        <a:rPr lang="en-GB" sz="1000" dirty="0"/>
                        <a:t>2500</a:t>
                      </a:r>
                      <a:endParaRPr lang="en-IN" sz="1000" dirty="0"/>
                    </a:p>
                  </a:txBody>
                  <a:tcPr/>
                </a:tc>
                <a:extLst>
                  <a:ext uri="{0D108BD9-81ED-4DB2-BD59-A6C34878D82A}">
                    <a16:rowId xmlns:a16="http://schemas.microsoft.com/office/drawing/2014/main" val="3561672082"/>
                  </a:ext>
                </a:extLst>
              </a:tr>
              <a:tr h="305823">
                <a:tc>
                  <a:txBody>
                    <a:bodyPr/>
                    <a:lstStyle/>
                    <a:p>
                      <a:r>
                        <a:rPr lang="en-GB" sz="1000" dirty="0"/>
                        <a:t>Total Revenue in 1</a:t>
                      </a:r>
                      <a:r>
                        <a:rPr lang="en-GB" sz="1000" baseline="30000" dirty="0"/>
                        <a:t>st</a:t>
                      </a:r>
                      <a:r>
                        <a:rPr lang="en-GB" sz="1000" dirty="0"/>
                        <a:t> month(estimated)</a:t>
                      </a:r>
                      <a:endParaRPr lang="en-IN" sz="1000" dirty="0"/>
                    </a:p>
                  </a:txBody>
                  <a:tcPr/>
                </a:tc>
                <a:tc>
                  <a:txBody>
                    <a:bodyPr/>
                    <a:lstStyle/>
                    <a:p>
                      <a:r>
                        <a:rPr lang="en-GB" sz="1000" b="1" dirty="0">
                          <a:solidFill>
                            <a:schemeClr val="bg2">
                              <a:lumMod val="25000"/>
                            </a:schemeClr>
                          </a:solidFill>
                        </a:rPr>
                        <a:t>₹ </a:t>
                      </a:r>
                      <a:r>
                        <a:rPr lang="en-GB" sz="1000" dirty="0"/>
                        <a:t>125000</a:t>
                      </a:r>
                      <a:endParaRPr lang="en-IN" sz="1000" dirty="0"/>
                    </a:p>
                  </a:txBody>
                  <a:tcPr/>
                </a:tc>
                <a:extLst>
                  <a:ext uri="{0D108BD9-81ED-4DB2-BD59-A6C34878D82A}">
                    <a16:rowId xmlns:a16="http://schemas.microsoft.com/office/drawing/2014/main" val="1148692528"/>
                  </a:ext>
                </a:extLst>
              </a:tr>
              <a:tr h="305823">
                <a:tc>
                  <a:txBody>
                    <a:bodyPr/>
                    <a:lstStyle/>
                    <a:p>
                      <a:r>
                        <a:rPr lang="en-GB" sz="1000" b="1" dirty="0"/>
                        <a:t>Partnership Share to Gold’s Gym(20%)</a:t>
                      </a:r>
                      <a:endParaRPr lang="en-IN" sz="1000" b="1" dirty="0"/>
                    </a:p>
                  </a:txBody>
                  <a:tcPr/>
                </a:tc>
                <a:tc>
                  <a:txBody>
                    <a:bodyPr/>
                    <a:lstStyle/>
                    <a:p>
                      <a:r>
                        <a:rPr lang="en-GB" sz="1000" b="1" dirty="0">
                          <a:solidFill>
                            <a:schemeClr val="bg2">
                              <a:lumMod val="25000"/>
                            </a:schemeClr>
                          </a:solidFill>
                        </a:rPr>
                        <a:t>₹ </a:t>
                      </a:r>
                      <a:r>
                        <a:rPr lang="en-GB" sz="1000" dirty="0"/>
                        <a:t>25000</a:t>
                      </a:r>
                      <a:endParaRPr lang="en-IN" sz="1000" dirty="0"/>
                    </a:p>
                  </a:txBody>
                  <a:tcPr/>
                </a:tc>
                <a:extLst>
                  <a:ext uri="{0D108BD9-81ED-4DB2-BD59-A6C34878D82A}">
                    <a16:rowId xmlns:a16="http://schemas.microsoft.com/office/drawing/2014/main" val="1504892134"/>
                  </a:ext>
                </a:extLst>
              </a:tr>
              <a:tr h="305823">
                <a:tc>
                  <a:txBody>
                    <a:bodyPr/>
                    <a:lstStyle/>
                    <a:p>
                      <a:r>
                        <a:rPr lang="en-GB" sz="1200" b="1" dirty="0"/>
                        <a:t>Fruitoholic’s Share</a:t>
                      </a:r>
                      <a:endParaRPr lang="en-IN" sz="1200" b="1" dirty="0"/>
                    </a:p>
                  </a:txBody>
                  <a:tcPr/>
                </a:tc>
                <a:tc>
                  <a:txBody>
                    <a:bodyPr/>
                    <a:lstStyle/>
                    <a:p>
                      <a:r>
                        <a:rPr lang="en-GB" sz="1200" b="1" dirty="0">
                          <a:solidFill>
                            <a:schemeClr val="bg2">
                              <a:lumMod val="25000"/>
                            </a:schemeClr>
                          </a:solidFill>
                        </a:rPr>
                        <a:t>₹ </a:t>
                      </a:r>
                      <a:r>
                        <a:rPr lang="en-GB" sz="1200" b="1" dirty="0"/>
                        <a:t>100000</a:t>
                      </a:r>
                      <a:endParaRPr lang="en-IN" sz="1200" b="1" dirty="0"/>
                    </a:p>
                  </a:txBody>
                  <a:tcPr/>
                </a:tc>
                <a:extLst>
                  <a:ext uri="{0D108BD9-81ED-4DB2-BD59-A6C34878D82A}">
                    <a16:rowId xmlns:a16="http://schemas.microsoft.com/office/drawing/2014/main" val="1415336340"/>
                  </a:ext>
                </a:extLst>
              </a:tr>
            </a:tbl>
          </a:graphicData>
        </a:graphic>
      </p:graphicFrame>
      <p:grpSp>
        <p:nvGrpSpPr>
          <p:cNvPr id="39" name="Group 38"/>
          <p:cNvGrpSpPr/>
          <p:nvPr/>
        </p:nvGrpSpPr>
        <p:grpSpPr>
          <a:xfrm>
            <a:off x="181355" y="3697456"/>
            <a:ext cx="5771813" cy="2929204"/>
            <a:chOff x="116041" y="3292507"/>
            <a:chExt cx="5771813" cy="2929204"/>
          </a:xfrm>
        </p:grpSpPr>
        <p:sp>
          <p:nvSpPr>
            <p:cNvPr id="63" name="Rectangle 62">
              <a:extLst>
                <a:ext uri="{FF2B5EF4-FFF2-40B4-BE49-F238E27FC236}">
                  <a16:creationId xmlns:a16="http://schemas.microsoft.com/office/drawing/2014/main" id="{7077E078-7390-4523-8F23-85E73403BBAE}"/>
                </a:ext>
              </a:extLst>
            </p:cNvPr>
            <p:cNvSpPr/>
            <p:nvPr/>
          </p:nvSpPr>
          <p:spPr>
            <a:xfrm>
              <a:off x="116041" y="3896522"/>
              <a:ext cx="1423927" cy="2325189"/>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200" dirty="0">
                  <a:solidFill>
                    <a:schemeClr val="tx1"/>
                  </a:solidFill>
                </a:rPr>
                <a:t>A monthly Subscription Plan makes Fruitoholic a one stop solution for all the Consumer ’s Needs!</a:t>
              </a:r>
              <a:endParaRPr lang="en-IN" sz="1200" dirty="0">
                <a:solidFill>
                  <a:schemeClr val="tx1"/>
                </a:solidFill>
              </a:endParaRPr>
            </a:p>
          </p:txBody>
        </p:sp>
        <p:sp>
          <p:nvSpPr>
            <p:cNvPr id="64" name="Rectangle 63">
              <a:extLst>
                <a:ext uri="{FF2B5EF4-FFF2-40B4-BE49-F238E27FC236}">
                  <a16:creationId xmlns:a16="http://schemas.microsoft.com/office/drawing/2014/main" id="{86EA0E33-38F3-4DE1-BAF2-BF0BDD4EF240}"/>
                </a:ext>
              </a:extLst>
            </p:cNvPr>
            <p:cNvSpPr/>
            <p:nvPr/>
          </p:nvSpPr>
          <p:spPr>
            <a:xfrm>
              <a:off x="1563380" y="3896522"/>
              <a:ext cx="1423927" cy="2325189"/>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200" dirty="0">
                  <a:solidFill>
                    <a:schemeClr val="tx1"/>
                  </a:solidFill>
                </a:rPr>
                <a:t>Our Research shows that Lack of time to buy fruits is one of the major reasons for low fruit consumption!</a:t>
              </a:r>
              <a:endParaRPr lang="en-IN" sz="1200" dirty="0">
                <a:solidFill>
                  <a:schemeClr val="tx1"/>
                </a:solidFill>
              </a:endParaRPr>
            </a:p>
          </p:txBody>
        </p:sp>
        <p:sp>
          <p:nvSpPr>
            <p:cNvPr id="65" name="Rectangle 64">
              <a:extLst>
                <a:ext uri="{FF2B5EF4-FFF2-40B4-BE49-F238E27FC236}">
                  <a16:creationId xmlns:a16="http://schemas.microsoft.com/office/drawing/2014/main" id="{49A3D1C9-77AD-46AD-98DA-DF0CAAA90304}"/>
                </a:ext>
              </a:extLst>
            </p:cNvPr>
            <p:cNvSpPr/>
            <p:nvPr/>
          </p:nvSpPr>
          <p:spPr>
            <a:xfrm>
              <a:off x="3014033" y="3896522"/>
              <a:ext cx="1423927" cy="232518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200" dirty="0">
                  <a:solidFill>
                    <a:schemeClr val="tx1"/>
                  </a:solidFill>
                </a:rPr>
                <a:t>High Cost of fruits makes it unaffordable for consumers!</a:t>
              </a:r>
              <a:endParaRPr lang="en-IN" sz="1200" dirty="0">
                <a:solidFill>
                  <a:schemeClr val="tx1"/>
                </a:solidFill>
              </a:endParaRPr>
            </a:p>
          </p:txBody>
        </p:sp>
        <p:sp>
          <p:nvSpPr>
            <p:cNvPr id="66" name="Rectangle 65">
              <a:extLst>
                <a:ext uri="{FF2B5EF4-FFF2-40B4-BE49-F238E27FC236}">
                  <a16:creationId xmlns:a16="http://schemas.microsoft.com/office/drawing/2014/main" id="{113157BB-969F-4965-A271-990F67D16651}"/>
                </a:ext>
              </a:extLst>
            </p:cNvPr>
            <p:cNvSpPr/>
            <p:nvPr/>
          </p:nvSpPr>
          <p:spPr>
            <a:xfrm>
              <a:off x="4461127" y="3896522"/>
              <a:ext cx="1426727" cy="23251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en-US" sz="1200" dirty="0">
                  <a:solidFill>
                    <a:schemeClr val="tx1"/>
                  </a:solidFill>
                </a:rPr>
                <a:t>More than 90% Respondents believe that a subscription model for fruits will benefit them!</a:t>
              </a:r>
              <a:endParaRPr lang="en-IN" sz="1200" dirty="0">
                <a:solidFill>
                  <a:schemeClr val="tx1"/>
                </a:solidFill>
              </a:endParaRPr>
            </a:p>
          </p:txBody>
        </p:sp>
        <p:sp>
          <p:nvSpPr>
            <p:cNvPr id="68" name="Arrow: Pentagon 67">
              <a:extLst>
                <a:ext uri="{FF2B5EF4-FFF2-40B4-BE49-F238E27FC236}">
                  <a16:creationId xmlns:a16="http://schemas.microsoft.com/office/drawing/2014/main" id="{F45D97FB-6071-4BCF-9EF3-7B141F13A581}"/>
                </a:ext>
              </a:extLst>
            </p:cNvPr>
            <p:cNvSpPr/>
            <p:nvPr/>
          </p:nvSpPr>
          <p:spPr>
            <a:xfrm>
              <a:off x="116041" y="3292507"/>
              <a:ext cx="2836165" cy="47246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Subscription Plan</a:t>
              </a:r>
              <a:endParaRPr lang="en-IN" sz="1600" b="1" dirty="0"/>
            </a:p>
          </p:txBody>
        </p:sp>
      </p:grpSp>
      <p:sp>
        <p:nvSpPr>
          <p:cNvPr id="69" name="Arrow: Pentagon 68">
            <a:extLst>
              <a:ext uri="{FF2B5EF4-FFF2-40B4-BE49-F238E27FC236}">
                <a16:creationId xmlns:a16="http://schemas.microsoft.com/office/drawing/2014/main" id="{8D75968B-F761-4E95-AE26-56DF39FE8623}"/>
              </a:ext>
            </a:extLst>
          </p:cNvPr>
          <p:cNvSpPr/>
          <p:nvPr/>
        </p:nvSpPr>
        <p:spPr>
          <a:xfrm>
            <a:off x="0" y="687560"/>
            <a:ext cx="2930387" cy="47246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b="1" dirty="0"/>
              <a:t>Fruitoholic App</a:t>
            </a:r>
            <a:endParaRPr lang="en-IN" sz="1600" b="1" dirty="0"/>
          </a:p>
        </p:txBody>
      </p:sp>
    </p:spTree>
    <p:extLst>
      <p:ext uri="{BB962C8B-B14F-4D97-AF65-F5344CB8AC3E}">
        <p14:creationId xmlns:p14="http://schemas.microsoft.com/office/powerpoint/2010/main" val="2818368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Right Arrow 61"/>
          <p:cNvSpPr/>
          <p:nvPr/>
        </p:nvSpPr>
        <p:spPr>
          <a:xfrm>
            <a:off x="215152" y="5217459"/>
            <a:ext cx="2796988" cy="1465729"/>
          </a:xfrm>
          <a:prstGeom prst="rightArrow">
            <a:avLst/>
          </a:prstGeom>
          <a:solidFill>
            <a:schemeClr val="accent2">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80EF7A6D-C4E9-46FE-9888-25F3E08CD2D3}"/>
              </a:ext>
            </a:extLst>
          </p:cNvPr>
          <p:cNvGrpSpPr/>
          <p:nvPr/>
        </p:nvGrpSpPr>
        <p:grpSpPr>
          <a:xfrm>
            <a:off x="17480" y="23333"/>
            <a:ext cx="12174520" cy="533258"/>
            <a:chOff x="17480" y="23333"/>
            <a:chExt cx="12174520" cy="533258"/>
          </a:xfrm>
        </p:grpSpPr>
        <p:sp>
          <p:nvSpPr>
            <p:cNvPr id="16" name="Pentagon 18">
              <a:extLst>
                <a:ext uri="{FF2B5EF4-FFF2-40B4-BE49-F238E27FC236}">
                  <a16:creationId xmlns:a16="http://schemas.microsoft.com/office/drawing/2014/main" id="{8E49901C-C786-4E49-A9EC-BDE08ECBB269}"/>
                </a:ext>
              </a:extLst>
            </p:cNvPr>
            <p:cNvSpPr/>
            <p:nvPr/>
          </p:nvSpPr>
          <p:spPr>
            <a:xfrm>
              <a:off x="9516890" y="23333"/>
              <a:ext cx="2675110"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M</a:t>
              </a:r>
              <a:r>
                <a:rPr lang="en-IN" b="1" dirty="0"/>
                <a:t>arket Expansion</a:t>
              </a:r>
            </a:p>
          </p:txBody>
        </p:sp>
        <p:sp>
          <p:nvSpPr>
            <p:cNvPr id="15" name="Pentagon 18">
              <a:extLst>
                <a:ext uri="{FF2B5EF4-FFF2-40B4-BE49-F238E27FC236}">
                  <a16:creationId xmlns:a16="http://schemas.microsoft.com/office/drawing/2014/main" id="{B062C24D-E092-4E91-B6A8-B08A6B292C16}"/>
                </a:ext>
              </a:extLst>
            </p:cNvPr>
            <p:cNvSpPr/>
            <p:nvPr/>
          </p:nvSpPr>
          <p:spPr>
            <a:xfrm>
              <a:off x="7584471"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     Go To Market</a:t>
              </a:r>
            </a:p>
          </p:txBody>
        </p:sp>
        <p:sp>
          <p:nvSpPr>
            <p:cNvPr id="14" name="Pentagon 18">
              <a:extLst>
                <a:ext uri="{FF2B5EF4-FFF2-40B4-BE49-F238E27FC236}">
                  <a16:creationId xmlns:a16="http://schemas.microsoft.com/office/drawing/2014/main" id="{EFEB2F16-FC8E-484D-A6B1-0B036E86175C}"/>
                </a:ext>
              </a:extLst>
            </p:cNvPr>
            <p:cNvSpPr/>
            <p:nvPr/>
          </p:nvSpPr>
          <p:spPr>
            <a:xfrm>
              <a:off x="5762297" y="23333"/>
              <a:ext cx="2242405"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Product</a:t>
              </a:r>
            </a:p>
          </p:txBody>
        </p:sp>
        <p:sp>
          <p:nvSpPr>
            <p:cNvPr id="13" name="Pentagon 18">
              <a:extLst>
                <a:ext uri="{FF2B5EF4-FFF2-40B4-BE49-F238E27FC236}">
                  <a16:creationId xmlns:a16="http://schemas.microsoft.com/office/drawing/2014/main" id="{4502CCDC-F086-4361-AFF4-2568B86F7DF8}"/>
                </a:ext>
              </a:extLst>
            </p:cNvPr>
            <p:cNvSpPr/>
            <p:nvPr/>
          </p:nvSpPr>
          <p:spPr>
            <a:xfrm>
              <a:off x="3847358" y="23333"/>
              <a:ext cx="2242406"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S</a:t>
              </a:r>
              <a:r>
                <a:rPr lang="en-IN" b="1" dirty="0"/>
                <a:t>olutions</a:t>
              </a:r>
            </a:p>
          </p:txBody>
        </p:sp>
        <p:sp>
          <p:nvSpPr>
            <p:cNvPr id="11" name="Pentagon 18">
              <a:extLst>
                <a:ext uri="{FF2B5EF4-FFF2-40B4-BE49-F238E27FC236}">
                  <a16:creationId xmlns:a16="http://schemas.microsoft.com/office/drawing/2014/main" id="{7499C717-8624-4FFF-8CBC-5535B16862C5}"/>
                </a:ext>
              </a:extLst>
            </p:cNvPr>
            <p:cNvSpPr/>
            <p:nvPr/>
          </p:nvSpPr>
          <p:spPr>
            <a:xfrm>
              <a:off x="1932418" y="23333"/>
              <a:ext cx="2440799"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T</a:t>
              </a:r>
              <a:r>
                <a:rPr lang="en-IN" b="1" dirty="0"/>
                <a:t>arget Customers</a:t>
              </a:r>
            </a:p>
          </p:txBody>
        </p:sp>
        <p:sp>
          <p:nvSpPr>
            <p:cNvPr id="9" name="Pentagon 18">
              <a:extLst>
                <a:ext uri="{FF2B5EF4-FFF2-40B4-BE49-F238E27FC236}">
                  <a16:creationId xmlns:a16="http://schemas.microsoft.com/office/drawing/2014/main" id="{AFDBE5D2-B74A-4837-8307-E5260080C41B}"/>
                </a:ext>
              </a:extLst>
            </p:cNvPr>
            <p:cNvSpPr/>
            <p:nvPr/>
          </p:nvSpPr>
          <p:spPr>
            <a:xfrm>
              <a:off x="17480" y="23333"/>
              <a:ext cx="2242406" cy="533258"/>
            </a:xfrm>
            <a:prstGeom prst="homePlate">
              <a:avLst/>
            </a:prstGeom>
            <a:solidFill>
              <a:schemeClr val="accent4"/>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Research</a:t>
              </a:r>
            </a:p>
          </p:txBody>
        </p:sp>
      </p:grpSp>
      <p:grpSp>
        <p:nvGrpSpPr>
          <p:cNvPr id="53" name="Group 52">
            <a:extLst>
              <a:ext uri="{FF2B5EF4-FFF2-40B4-BE49-F238E27FC236}">
                <a16:creationId xmlns:a16="http://schemas.microsoft.com/office/drawing/2014/main" id="{E27C5F2E-9331-4EF5-B78A-3F370875DD08}"/>
              </a:ext>
            </a:extLst>
          </p:cNvPr>
          <p:cNvGrpSpPr/>
          <p:nvPr/>
        </p:nvGrpSpPr>
        <p:grpSpPr>
          <a:xfrm>
            <a:off x="76065" y="1136375"/>
            <a:ext cx="2835965" cy="4050764"/>
            <a:chOff x="82301" y="712305"/>
            <a:chExt cx="2835965" cy="4050764"/>
          </a:xfrm>
        </p:grpSpPr>
        <p:grpSp>
          <p:nvGrpSpPr>
            <p:cNvPr id="25" name="Group 24">
              <a:extLst>
                <a:ext uri="{FF2B5EF4-FFF2-40B4-BE49-F238E27FC236}">
                  <a16:creationId xmlns:a16="http://schemas.microsoft.com/office/drawing/2014/main" id="{1928728C-3AD2-44F6-9DD3-014FAA67A081}"/>
                </a:ext>
              </a:extLst>
            </p:cNvPr>
            <p:cNvGrpSpPr/>
            <p:nvPr/>
          </p:nvGrpSpPr>
          <p:grpSpPr>
            <a:xfrm>
              <a:off x="82301" y="712305"/>
              <a:ext cx="2835965" cy="4050764"/>
              <a:chOff x="172278" y="718927"/>
              <a:chExt cx="2835965" cy="5512905"/>
            </a:xfrm>
          </p:grpSpPr>
          <p:sp>
            <p:nvSpPr>
              <p:cNvPr id="18" name="Rectangle 17">
                <a:extLst>
                  <a:ext uri="{FF2B5EF4-FFF2-40B4-BE49-F238E27FC236}">
                    <a16:creationId xmlns:a16="http://schemas.microsoft.com/office/drawing/2014/main" id="{E663C097-896A-48D7-AB65-06C438D9B211}"/>
                  </a:ext>
                </a:extLst>
              </p:cNvPr>
              <p:cNvSpPr/>
              <p:nvPr/>
            </p:nvSpPr>
            <p:spPr>
              <a:xfrm>
                <a:off x="172278" y="718927"/>
                <a:ext cx="2835965" cy="5512905"/>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Rectangle 21">
                <a:extLst>
                  <a:ext uri="{FF2B5EF4-FFF2-40B4-BE49-F238E27FC236}">
                    <a16:creationId xmlns:a16="http://schemas.microsoft.com/office/drawing/2014/main" id="{2530359A-C7BF-46DB-9633-4AF5F75A4B0D}"/>
                  </a:ext>
                </a:extLst>
              </p:cNvPr>
              <p:cNvSpPr/>
              <p:nvPr/>
            </p:nvSpPr>
            <p:spPr>
              <a:xfrm>
                <a:off x="172278" y="718927"/>
                <a:ext cx="2835965" cy="437324"/>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2">
                        <a:lumMod val="25000"/>
                      </a:schemeClr>
                    </a:solidFill>
                  </a:rPr>
                  <a:t>Fitness Enthusiast</a:t>
                </a:r>
                <a:endParaRPr lang="en-IN" b="1" dirty="0">
                  <a:solidFill>
                    <a:schemeClr val="bg2">
                      <a:lumMod val="25000"/>
                    </a:schemeClr>
                  </a:solidFill>
                </a:endParaRPr>
              </a:p>
            </p:txBody>
          </p:sp>
          <p:sp>
            <p:nvSpPr>
              <p:cNvPr id="23" name="Rectangle 22">
                <a:extLst>
                  <a:ext uri="{FF2B5EF4-FFF2-40B4-BE49-F238E27FC236}">
                    <a16:creationId xmlns:a16="http://schemas.microsoft.com/office/drawing/2014/main" id="{57E4A84D-9261-44F1-A442-52EC9FA96395}"/>
                  </a:ext>
                </a:extLst>
              </p:cNvPr>
              <p:cNvSpPr/>
              <p:nvPr/>
            </p:nvSpPr>
            <p:spPr>
              <a:xfrm>
                <a:off x="278295" y="2148564"/>
                <a:ext cx="2610679" cy="39639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27" name="TextBox 26">
              <a:extLst>
                <a:ext uri="{FF2B5EF4-FFF2-40B4-BE49-F238E27FC236}">
                  <a16:creationId xmlns:a16="http://schemas.microsoft.com/office/drawing/2014/main" id="{ECDABECD-5E82-4FD2-9CB6-071B304C4E8E}"/>
                </a:ext>
              </a:extLst>
            </p:cNvPr>
            <p:cNvSpPr txBox="1"/>
            <p:nvPr/>
          </p:nvSpPr>
          <p:spPr>
            <a:xfrm>
              <a:off x="225083" y="1772547"/>
              <a:ext cx="2610678" cy="2893100"/>
            </a:xfrm>
            <a:prstGeom prst="rect">
              <a:avLst/>
            </a:prstGeom>
            <a:noFill/>
          </p:spPr>
          <p:txBody>
            <a:bodyPr wrap="square">
              <a:spAutoFit/>
            </a:bodyPr>
            <a:lstStyle/>
            <a:p>
              <a:pPr rtl="0" fontAlgn="base">
                <a:spcBef>
                  <a:spcPts val="0"/>
                </a:spcBef>
                <a:spcAft>
                  <a:spcPts val="0"/>
                </a:spcAft>
              </a:pPr>
              <a:r>
                <a:rPr lang="en-IN" sz="1400" b="1" dirty="0">
                  <a:solidFill>
                    <a:schemeClr val="tx1">
                      <a:lumMod val="75000"/>
                      <a:lumOff val="25000"/>
                    </a:schemeClr>
                  </a:solidFill>
                </a:rPr>
                <a:t>4kg</a:t>
              </a:r>
              <a:r>
                <a:rPr lang="en-IN" sz="1400" dirty="0">
                  <a:solidFill>
                    <a:schemeClr val="tx1">
                      <a:lumMod val="75000"/>
                      <a:lumOff val="25000"/>
                    </a:schemeClr>
                  </a:solidFill>
                </a:rPr>
                <a:t> </a:t>
              </a:r>
              <a:r>
                <a:rPr lang="en-IN" sz="1400" b="0" i="0" u="none" strike="noStrike" dirty="0">
                  <a:solidFill>
                    <a:schemeClr val="tx1">
                      <a:lumMod val="75000"/>
                      <a:lumOff val="25000"/>
                    </a:schemeClr>
                  </a:solidFill>
                  <a:effectLst/>
                </a:rPr>
                <a:t>Robusta bananas</a:t>
              </a:r>
            </a:p>
            <a:p>
              <a:pPr rtl="0" fontAlgn="base">
                <a:spcBef>
                  <a:spcPts val="0"/>
                </a:spcBef>
                <a:spcAft>
                  <a:spcPts val="0"/>
                </a:spcAft>
              </a:pPr>
              <a:r>
                <a:rPr lang="en-IN" sz="1400" b="1" dirty="0">
                  <a:solidFill>
                    <a:schemeClr val="tx1">
                      <a:lumMod val="75000"/>
                      <a:lumOff val="25000"/>
                    </a:schemeClr>
                  </a:solidFill>
                </a:rPr>
                <a:t>2kg</a:t>
              </a:r>
              <a:r>
                <a:rPr lang="en-IN" sz="1400" dirty="0">
                  <a:solidFill>
                    <a:schemeClr val="tx1">
                      <a:lumMod val="75000"/>
                      <a:lumOff val="25000"/>
                    </a:schemeClr>
                  </a:solidFill>
                </a:rPr>
                <a:t> </a:t>
              </a:r>
              <a:r>
                <a:rPr lang="en-IN" sz="1400" b="0" i="0" u="none" strike="noStrike" dirty="0">
                  <a:solidFill>
                    <a:schemeClr val="tx1">
                      <a:lumMod val="75000"/>
                      <a:lumOff val="25000"/>
                    </a:schemeClr>
                  </a:solidFill>
                  <a:effectLst/>
                </a:rPr>
                <a:t>Grapefruit</a:t>
              </a:r>
            </a:p>
            <a:p>
              <a:pPr rtl="0" fontAlgn="base">
                <a:spcBef>
                  <a:spcPts val="0"/>
                </a:spcBef>
                <a:spcAft>
                  <a:spcPts val="0"/>
                </a:spcAft>
              </a:pPr>
              <a:r>
                <a:rPr lang="en-IN" sz="1400" b="1" i="0" u="none" strike="noStrike" dirty="0">
                  <a:solidFill>
                    <a:schemeClr val="tx1">
                      <a:lumMod val="75000"/>
                      <a:lumOff val="25000"/>
                    </a:schemeClr>
                  </a:solidFill>
                  <a:effectLst/>
                </a:rPr>
                <a:t>2kg</a:t>
              </a:r>
              <a:r>
                <a:rPr lang="en-IN" sz="1400" b="0" i="0" u="none" strike="noStrike" dirty="0">
                  <a:solidFill>
                    <a:schemeClr val="tx1">
                      <a:lumMod val="75000"/>
                      <a:lumOff val="25000"/>
                    </a:schemeClr>
                  </a:solidFill>
                  <a:effectLst/>
                </a:rPr>
                <a:t> Kiwi/Valencia orange/sweet lime/pear</a:t>
              </a:r>
            </a:p>
            <a:p>
              <a:pPr rtl="0" fontAlgn="base">
                <a:spcBef>
                  <a:spcPts val="0"/>
                </a:spcBef>
                <a:spcAft>
                  <a:spcPts val="0"/>
                </a:spcAft>
              </a:pPr>
              <a:r>
                <a:rPr lang="en-IN" sz="1400" b="1" i="0" u="none" strike="noStrike" dirty="0">
                  <a:solidFill>
                    <a:schemeClr val="tx1">
                      <a:lumMod val="75000"/>
                      <a:lumOff val="25000"/>
                    </a:schemeClr>
                  </a:solidFill>
                  <a:effectLst/>
                </a:rPr>
                <a:t>2kg</a:t>
              </a:r>
              <a:r>
                <a:rPr lang="en-IN" sz="1400" b="0" i="0" u="none" strike="noStrike" dirty="0">
                  <a:solidFill>
                    <a:schemeClr val="tx1">
                      <a:lumMod val="75000"/>
                      <a:lumOff val="25000"/>
                    </a:schemeClr>
                  </a:solidFill>
                  <a:effectLst/>
                </a:rPr>
                <a:t> Watermelon</a:t>
              </a:r>
            </a:p>
            <a:p>
              <a:pPr rtl="0" fontAlgn="base">
                <a:spcBef>
                  <a:spcPts val="0"/>
                </a:spcBef>
                <a:spcAft>
                  <a:spcPts val="0"/>
                </a:spcAft>
              </a:pPr>
              <a:r>
                <a:rPr lang="en-IN" sz="1400" b="1" i="0" u="none" strike="noStrike" dirty="0">
                  <a:solidFill>
                    <a:schemeClr val="tx1">
                      <a:lumMod val="75000"/>
                      <a:lumOff val="25000"/>
                    </a:schemeClr>
                  </a:solidFill>
                  <a:effectLst/>
                </a:rPr>
                <a:t>1.5kg</a:t>
              </a:r>
              <a:r>
                <a:rPr lang="en-IN" sz="1400" b="0" i="0" u="none" strike="noStrike" dirty="0">
                  <a:solidFill>
                    <a:schemeClr val="tx1">
                      <a:lumMod val="75000"/>
                      <a:lumOff val="25000"/>
                    </a:schemeClr>
                  </a:solidFill>
                  <a:effectLst/>
                </a:rPr>
                <a:t> Muskmelon/ Pineapple/Papaya</a:t>
              </a:r>
            </a:p>
            <a:p>
              <a:pPr rtl="0" fontAlgn="base">
                <a:spcBef>
                  <a:spcPts val="0"/>
                </a:spcBef>
                <a:spcAft>
                  <a:spcPts val="0"/>
                </a:spcAft>
              </a:pPr>
              <a:r>
                <a:rPr lang="en-IN" sz="1400" b="1" i="0" u="none" strike="noStrike" dirty="0">
                  <a:solidFill>
                    <a:schemeClr val="tx1">
                      <a:lumMod val="75000"/>
                      <a:lumOff val="25000"/>
                    </a:schemeClr>
                  </a:solidFill>
                  <a:effectLst/>
                </a:rPr>
                <a:t>500gm</a:t>
              </a:r>
              <a:r>
                <a:rPr lang="en-IN" sz="1400" b="0" i="0" u="none" strike="noStrike" dirty="0">
                  <a:solidFill>
                    <a:schemeClr val="tx1">
                      <a:lumMod val="75000"/>
                      <a:lumOff val="25000"/>
                    </a:schemeClr>
                  </a:solidFill>
                  <a:effectLst/>
                </a:rPr>
                <a:t> Dates/Tamarind/Green Almond</a:t>
              </a:r>
            </a:p>
            <a:p>
              <a:pPr rtl="0" fontAlgn="base">
                <a:spcBef>
                  <a:spcPts val="0"/>
                </a:spcBef>
                <a:spcAft>
                  <a:spcPts val="0"/>
                </a:spcAft>
              </a:pPr>
              <a:r>
                <a:rPr lang="en-IN" sz="1400" b="1" i="0" u="none" strike="noStrike" dirty="0">
                  <a:solidFill>
                    <a:schemeClr val="tx1">
                      <a:lumMod val="75000"/>
                      <a:lumOff val="25000"/>
                    </a:schemeClr>
                  </a:solidFill>
                  <a:effectLst/>
                </a:rPr>
                <a:t>2kg</a:t>
              </a:r>
              <a:r>
                <a:rPr lang="en-IN" sz="1400" b="0" i="0" u="none" strike="noStrike" dirty="0">
                  <a:solidFill>
                    <a:schemeClr val="tx1">
                      <a:lumMod val="75000"/>
                      <a:lumOff val="25000"/>
                    </a:schemeClr>
                  </a:solidFill>
                  <a:effectLst/>
                </a:rPr>
                <a:t> Mandarin orange/Washington Apple/Seedless grapes</a:t>
              </a:r>
            </a:p>
            <a:p>
              <a:pPr rtl="0" fontAlgn="base">
                <a:spcBef>
                  <a:spcPts val="0"/>
                </a:spcBef>
                <a:spcAft>
                  <a:spcPts val="0"/>
                </a:spcAft>
              </a:pPr>
              <a:r>
                <a:rPr lang="en-IN" sz="1400" b="1" i="0" u="none" strike="noStrike" dirty="0">
                  <a:solidFill>
                    <a:schemeClr val="tx1">
                      <a:lumMod val="75000"/>
                      <a:lumOff val="25000"/>
                    </a:schemeClr>
                  </a:solidFill>
                  <a:effectLst/>
                </a:rPr>
                <a:t>2kg</a:t>
              </a:r>
              <a:r>
                <a:rPr lang="en-IN" sz="1400" b="0" i="0" u="none" strike="noStrike" dirty="0">
                  <a:solidFill>
                    <a:schemeClr val="tx1">
                      <a:lumMod val="75000"/>
                      <a:lumOff val="25000"/>
                    </a:schemeClr>
                  </a:solidFill>
                  <a:effectLst/>
                </a:rPr>
                <a:t> Green apple/Avocado</a:t>
              </a:r>
            </a:p>
          </p:txBody>
        </p:sp>
        <p:sp>
          <p:nvSpPr>
            <p:cNvPr id="47" name="TextBox 46">
              <a:extLst>
                <a:ext uri="{FF2B5EF4-FFF2-40B4-BE49-F238E27FC236}">
                  <a16:creationId xmlns:a16="http://schemas.microsoft.com/office/drawing/2014/main" id="{5696CA6B-FC6D-4423-BC8E-7F7CCAFEACE4}"/>
                </a:ext>
              </a:extLst>
            </p:cNvPr>
            <p:cNvSpPr txBox="1"/>
            <p:nvPr/>
          </p:nvSpPr>
          <p:spPr>
            <a:xfrm>
              <a:off x="297871" y="1140692"/>
              <a:ext cx="2391572" cy="461665"/>
            </a:xfrm>
            <a:prstGeom prst="rect">
              <a:avLst/>
            </a:prstGeom>
            <a:noFill/>
          </p:spPr>
          <p:txBody>
            <a:bodyPr wrap="square" rtlCol="0">
              <a:spAutoFit/>
            </a:bodyPr>
            <a:lstStyle/>
            <a:p>
              <a:pPr algn="ctr"/>
              <a:r>
                <a:rPr lang="en-GB" b="1" dirty="0">
                  <a:solidFill>
                    <a:schemeClr val="bg2">
                      <a:lumMod val="25000"/>
                    </a:schemeClr>
                  </a:solidFill>
                </a:rPr>
                <a:t>₹ </a:t>
              </a:r>
              <a:r>
                <a:rPr lang="en-GB" sz="2400" b="1" dirty="0">
                  <a:solidFill>
                    <a:schemeClr val="bg2">
                      <a:lumMod val="25000"/>
                    </a:schemeClr>
                  </a:solidFill>
                </a:rPr>
                <a:t>2499</a:t>
              </a:r>
              <a:r>
                <a:rPr lang="en-GB" b="1" dirty="0">
                  <a:solidFill>
                    <a:schemeClr val="bg2">
                      <a:lumMod val="25000"/>
                    </a:schemeClr>
                  </a:solidFill>
                </a:rPr>
                <a:t>/</a:t>
              </a:r>
              <a:r>
                <a:rPr lang="en-GB" sz="1100" b="1" dirty="0">
                  <a:solidFill>
                    <a:schemeClr val="bg2">
                      <a:lumMod val="25000"/>
                    </a:schemeClr>
                  </a:solidFill>
                </a:rPr>
                <a:t>month</a:t>
              </a:r>
              <a:endParaRPr lang="en-IN" sz="1100" b="1" dirty="0">
                <a:solidFill>
                  <a:schemeClr val="bg2">
                    <a:lumMod val="25000"/>
                  </a:schemeClr>
                </a:solidFill>
              </a:endParaRPr>
            </a:p>
          </p:txBody>
        </p:sp>
      </p:grpSp>
      <p:grpSp>
        <p:nvGrpSpPr>
          <p:cNvPr id="54" name="Group 53">
            <a:extLst>
              <a:ext uri="{FF2B5EF4-FFF2-40B4-BE49-F238E27FC236}">
                <a16:creationId xmlns:a16="http://schemas.microsoft.com/office/drawing/2014/main" id="{1D31EE54-96AD-4AA6-A35D-F14AC17CA839}"/>
              </a:ext>
            </a:extLst>
          </p:cNvPr>
          <p:cNvGrpSpPr/>
          <p:nvPr/>
        </p:nvGrpSpPr>
        <p:grpSpPr>
          <a:xfrm>
            <a:off x="3099291" y="1136368"/>
            <a:ext cx="2835965" cy="4050763"/>
            <a:chOff x="3121835" y="712300"/>
            <a:chExt cx="2835965" cy="4050763"/>
          </a:xfrm>
        </p:grpSpPr>
        <p:grpSp>
          <p:nvGrpSpPr>
            <p:cNvPr id="28" name="Group 27">
              <a:extLst>
                <a:ext uri="{FF2B5EF4-FFF2-40B4-BE49-F238E27FC236}">
                  <a16:creationId xmlns:a16="http://schemas.microsoft.com/office/drawing/2014/main" id="{7EC88CA2-CFC5-42DA-AA6E-FDBE0047F91C}"/>
                </a:ext>
              </a:extLst>
            </p:cNvPr>
            <p:cNvGrpSpPr/>
            <p:nvPr/>
          </p:nvGrpSpPr>
          <p:grpSpPr>
            <a:xfrm>
              <a:off x="3121835" y="712300"/>
              <a:ext cx="2835965" cy="4050763"/>
              <a:chOff x="172278" y="718927"/>
              <a:chExt cx="2835965" cy="5512905"/>
            </a:xfrm>
          </p:grpSpPr>
          <p:sp>
            <p:nvSpPr>
              <p:cNvPr id="29" name="Rectangle 28">
                <a:extLst>
                  <a:ext uri="{FF2B5EF4-FFF2-40B4-BE49-F238E27FC236}">
                    <a16:creationId xmlns:a16="http://schemas.microsoft.com/office/drawing/2014/main" id="{DDD7C26E-4C4D-40DB-B7D3-7273DE5186FA}"/>
                  </a:ext>
                </a:extLst>
              </p:cNvPr>
              <p:cNvSpPr/>
              <p:nvPr/>
            </p:nvSpPr>
            <p:spPr>
              <a:xfrm>
                <a:off x="172278" y="718927"/>
                <a:ext cx="2835965" cy="5512905"/>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Rectangle 29">
                <a:extLst>
                  <a:ext uri="{FF2B5EF4-FFF2-40B4-BE49-F238E27FC236}">
                    <a16:creationId xmlns:a16="http://schemas.microsoft.com/office/drawing/2014/main" id="{848F8F58-682D-437A-B4C7-0453CC8E32C3}"/>
                  </a:ext>
                </a:extLst>
              </p:cNvPr>
              <p:cNvSpPr/>
              <p:nvPr/>
            </p:nvSpPr>
            <p:spPr>
              <a:xfrm>
                <a:off x="172278" y="718927"/>
                <a:ext cx="2835965" cy="437324"/>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1">
                        <a:lumMod val="50000"/>
                      </a:schemeClr>
                    </a:solidFill>
                  </a:rPr>
                  <a:t>Working Professional</a:t>
                </a:r>
                <a:endParaRPr lang="en-IN" b="1" dirty="0">
                  <a:solidFill>
                    <a:schemeClr val="accent1">
                      <a:lumMod val="50000"/>
                    </a:schemeClr>
                  </a:solidFill>
                </a:endParaRPr>
              </a:p>
            </p:txBody>
          </p:sp>
          <p:sp>
            <p:nvSpPr>
              <p:cNvPr id="31" name="Rectangle 30">
                <a:extLst>
                  <a:ext uri="{FF2B5EF4-FFF2-40B4-BE49-F238E27FC236}">
                    <a16:creationId xmlns:a16="http://schemas.microsoft.com/office/drawing/2014/main" id="{C195C7A6-480B-4769-9636-76F07ED9B3F0}"/>
                  </a:ext>
                </a:extLst>
              </p:cNvPr>
              <p:cNvSpPr/>
              <p:nvPr/>
            </p:nvSpPr>
            <p:spPr>
              <a:xfrm>
                <a:off x="278295" y="2148571"/>
                <a:ext cx="2610679" cy="3963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1" name="TextBox 40">
              <a:extLst>
                <a:ext uri="{FF2B5EF4-FFF2-40B4-BE49-F238E27FC236}">
                  <a16:creationId xmlns:a16="http://schemas.microsoft.com/office/drawing/2014/main" id="{ECDCE9A6-4E56-4165-B02E-30259ADD51C4}"/>
                </a:ext>
              </a:extLst>
            </p:cNvPr>
            <p:cNvSpPr txBox="1"/>
            <p:nvPr/>
          </p:nvSpPr>
          <p:spPr>
            <a:xfrm>
              <a:off x="3243023" y="1774964"/>
              <a:ext cx="2260388" cy="2246769"/>
            </a:xfrm>
            <a:prstGeom prst="rect">
              <a:avLst/>
            </a:prstGeom>
            <a:noFill/>
          </p:spPr>
          <p:txBody>
            <a:bodyPr wrap="square">
              <a:spAutoFit/>
            </a:bodyPr>
            <a:lstStyle/>
            <a:p>
              <a:pPr rtl="0" fontAlgn="base">
                <a:spcBef>
                  <a:spcPts val="0"/>
                </a:spcBef>
                <a:spcAft>
                  <a:spcPts val="0"/>
                </a:spcAft>
              </a:pPr>
              <a:r>
                <a:rPr lang="en-IN" sz="1400" b="1" i="0" u="none" strike="noStrike" dirty="0">
                  <a:solidFill>
                    <a:schemeClr val="accent1">
                      <a:lumMod val="75000"/>
                    </a:schemeClr>
                  </a:solidFill>
                  <a:effectLst/>
                </a:rPr>
                <a:t>4kg</a:t>
              </a:r>
              <a:r>
                <a:rPr lang="en-IN" sz="1400" b="0" i="0" u="none" strike="noStrike" dirty="0">
                  <a:solidFill>
                    <a:schemeClr val="accent1">
                      <a:lumMod val="75000"/>
                    </a:schemeClr>
                  </a:solidFill>
                  <a:effectLst/>
                </a:rPr>
                <a:t> Robusta bananas</a:t>
              </a:r>
            </a:p>
            <a:p>
              <a:pPr rtl="0" fontAlgn="base">
                <a:spcBef>
                  <a:spcPts val="0"/>
                </a:spcBef>
                <a:spcAft>
                  <a:spcPts val="0"/>
                </a:spcAft>
              </a:pPr>
              <a:r>
                <a:rPr lang="en-IN" sz="1400" b="1" i="0" u="none" strike="noStrike" dirty="0">
                  <a:solidFill>
                    <a:schemeClr val="accent1">
                      <a:lumMod val="75000"/>
                    </a:schemeClr>
                  </a:solidFill>
                  <a:effectLst/>
                </a:rPr>
                <a:t>2kg</a:t>
              </a:r>
              <a:r>
                <a:rPr lang="en-IN" sz="1400" b="0" i="0" u="none" strike="noStrike" dirty="0">
                  <a:solidFill>
                    <a:schemeClr val="accent1">
                      <a:lumMod val="75000"/>
                    </a:schemeClr>
                  </a:solidFill>
                  <a:effectLst/>
                </a:rPr>
                <a:t> Grapefruit/Golden Kiwi/Avocado.</a:t>
              </a:r>
            </a:p>
            <a:p>
              <a:pPr rtl="0" fontAlgn="base">
                <a:spcBef>
                  <a:spcPts val="0"/>
                </a:spcBef>
                <a:spcAft>
                  <a:spcPts val="0"/>
                </a:spcAft>
              </a:pPr>
              <a:r>
                <a:rPr lang="en-IN" sz="1400" b="1" i="0" u="none" strike="noStrike" dirty="0">
                  <a:solidFill>
                    <a:schemeClr val="accent1">
                      <a:lumMod val="75000"/>
                    </a:schemeClr>
                  </a:solidFill>
                  <a:effectLst/>
                </a:rPr>
                <a:t>2kg</a:t>
              </a:r>
              <a:r>
                <a:rPr lang="en-IN" sz="1400" b="0" i="0" u="none" strike="noStrike" dirty="0">
                  <a:solidFill>
                    <a:schemeClr val="accent1">
                      <a:lumMod val="75000"/>
                    </a:schemeClr>
                  </a:solidFill>
                  <a:effectLst/>
                </a:rPr>
                <a:t> Valencia orange</a:t>
              </a:r>
            </a:p>
            <a:p>
              <a:pPr rtl="0" fontAlgn="base">
                <a:spcBef>
                  <a:spcPts val="0"/>
                </a:spcBef>
                <a:spcAft>
                  <a:spcPts val="0"/>
                </a:spcAft>
              </a:pPr>
              <a:r>
                <a:rPr lang="en-IN" sz="1400" b="1" dirty="0">
                  <a:solidFill>
                    <a:schemeClr val="accent1">
                      <a:lumMod val="75000"/>
                    </a:schemeClr>
                  </a:solidFill>
                </a:rPr>
                <a:t>2 </a:t>
              </a:r>
              <a:r>
                <a:rPr lang="en-IN" sz="1400" b="1" i="0" u="none" strike="noStrike" dirty="0">
                  <a:solidFill>
                    <a:schemeClr val="accent1">
                      <a:lumMod val="75000"/>
                    </a:schemeClr>
                  </a:solidFill>
                  <a:effectLst/>
                </a:rPr>
                <a:t>kg </a:t>
              </a:r>
              <a:r>
                <a:rPr lang="en-IN" sz="1400" b="0" i="0" u="none" strike="noStrike" dirty="0">
                  <a:solidFill>
                    <a:schemeClr val="accent1">
                      <a:lumMod val="75000"/>
                    </a:schemeClr>
                  </a:solidFill>
                  <a:effectLst/>
                </a:rPr>
                <a:t>Watermelon</a:t>
              </a:r>
            </a:p>
            <a:p>
              <a:pPr rtl="0" fontAlgn="base">
                <a:spcBef>
                  <a:spcPts val="0"/>
                </a:spcBef>
                <a:spcAft>
                  <a:spcPts val="0"/>
                </a:spcAft>
              </a:pPr>
              <a:r>
                <a:rPr lang="en-IN" sz="1400" b="1" i="0" u="none" strike="noStrike" dirty="0">
                  <a:solidFill>
                    <a:schemeClr val="accent1">
                      <a:lumMod val="75000"/>
                    </a:schemeClr>
                  </a:solidFill>
                  <a:effectLst/>
                </a:rPr>
                <a:t>1.5kg</a:t>
              </a:r>
              <a:r>
                <a:rPr lang="en-IN" sz="1400" b="0" i="0" u="none" strike="noStrike" dirty="0">
                  <a:solidFill>
                    <a:schemeClr val="accent1">
                      <a:lumMod val="75000"/>
                    </a:schemeClr>
                  </a:solidFill>
                  <a:effectLst/>
                </a:rPr>
                <a:t> Muskmelon/ Pineapple/Papaya.</a:t>
              </a:r>
            </a:p>
            <a:p>
              <a:pPr rtl="0" fontAlgn="base">
                <a:spcBef>
                  <a:spcPts val="0"/>
                </a:spcBef>
                <a:spcAft>
                  <a:spcPts val="0"/>
                </a:spcAft>
              </a:pPr>
              <a:r>
                <a:rPr lang="en-IN" sz="1400" b="1" i="0" u="none" strike="noStrike" dirty="0">
                  <a:solidFill>
                    <a:schemeClr val="accent1">
                      <a:lumMod val="75000"/>
                    </a:schemeClr>
                  </a:solidFill>
                  <a:effectLst/>
                </a:rPr>
                <a:t>500</a:t>
              </a:r>
              <a:r>
                <a:rPr lang="en-IN" sz="1400" b="0" i="0" u="none" strike="noStrike" dirty="0">
                  <a:solidFill>
                    <a:schemeClr val="accent1">
                      <a:lumMod val="75000"/>
                    </a:schemeClr>
                  </a:solidFill>
                  <a:effectLst/>
                </a:rPr>
                <a:t>gm Seedless Grapes</a:t>
              </a:r>
            </a:p>
            <a:p>
              <a:pPr rtl="0" fontAlgn="base">
                <a:spcBef>
                  <a:spcPts val="0"/>
                </a:spcBef>
                <a:spcAft>
                  <a:spcPts val="0"/>
                </a:spcAft>
              </a:pPr>
              <a:r>
                <a:rPr lang="en-IN" sz="1400" b="1" i="0" u="none" strike="noStrike" dirty="0">
                  <a:solidFill>
                    <a:schemeClr val="accent1">
                      <a:lumMod val="75000"/>
                    </a:schemeClr>
                  </a:solidFill>
                  <a:effectLst/>
                </a:rPr>
                <a:t>2kg</a:t>
              </a:r>
              <a:r>
                <a:rPr lang="en-IN" sz="1400" b="0" i="0" u="none" strike="noStrike" dirty="0">
                  <a:solidFill>
                    <a:schemeClr val="accent1">
                      <a:lumMod val="75000"/>
                    </a:schemeClr>
                  </a:solidFill>
                  <a:effectLst/>
                </a:rPr>
                <a:t> Royal Apple</a:t>
              </a:r>
            </a:p>
            <a:p>
              <a:pPr rtl="0" fontAlgn="base">
                <a:spcBef>
                  <a:spcPts val="0"/>
                </a:spcBef>
                <a:spcAft>
                  <a:spcPts val="0"/>
                </a:spcAft>
              </a:pPr>
              <a:r>
                <a:rPr lang="en-IN" sz="1400" b="1" i="0" u="none" strike="noStrike" dirty="0">
                  <a:solidFill>
                    <a:schemeClr val="accent1">
                      <a:lumMod val="75000"/>
                    </a:schemeClr>
                  </a:solidFill>
                  <a:effectLst/>
                </a:rPr>
                <a:t>1kg</a:t>
              </a:r>
              <a:r>
                <a:rPr lang="en-IN" sz="1400" b="0" i="0" u="none" strike="noStrike" dirty="0">
                  <a:solidFill>
                    <a:schemeClr val="accent1">
                      <a:lumMod val="75000"/>
                    </a:schemeClr>
                  </a:solidFill>
                  <a:effectLst/>
                </a:rPr>
                <a:t> Pomegranate</a:t>
              </a:r>
            </a:p>
          </p:txBody>
        </p:sp>
        <p:sp>
          <p:nvSpPr>
            <p:cNvPr id="50" name="TextBox 49">
              <a:extLst>
                <a:ext uri="{FF2B5EF4-FFF2-40B4-BE49-F238E27FC236}">
                  <a16:creationId xmlns:a16="http://schemas.microsoft.com/office/drawing/2014/main" id="{14BCBEDA-BFA6-4857-A793-9A2BA013E14F}"/>
                </a:ext>
              </a:extLst>
            </p:cNvPr>
            <p:cNvSpPr txBox="1"/>
            <p:nvPr/>
          </p:nvSpPr>
          <p:spPr>
            <a:xfrm>
              <a:off x="3177431" y="1140953"/>
              <a:ext cx="2391572" cy="461665"/>
            </a:xfrm>
            <a:prstGeom prst="rect">
              <a:avLst/>
            </a:prstGeom>
            <a:noFill/>
          </p:spPr>
          <p:txBody>
            <a:bodyPr wrap="square" rtlCol="0">
              <a:spAutoFit/>
            </a:bodyPr>
            <a:lstStyle/>
            <a:p>
              <a:pPr algn="ctr"/>
              <a:r>
                <a:rPr lang="en-GB" b="1" dirty="0">
                  <a:solidFill>
                    <a:schemeClr val="accent1">
                      <a:lumMod val="75000"/>
                    </a:schemeClr>
                  </a:solidFill>
                </a:rPr>
                <a:t>₹ </a:t>
              </a:r>
              <a:r>
                <a:rPr lang="en-GB" sz="2400" b="1" dirty="0">
                  <a:solidFill>
                    <a:schemeClr val="accent1">
                      <a:lumMod val="75000"/>
                    </a:schemeClr>
                  </a:solidFill>
                </a:rPr>
                <a:t>1499</a:t>
              </a:r>
              <a:r>
                <a:rPr lang="en-GB" b="1" dirty="0">
                  <a:solidFill>
                    <a:schemeClr val="accent1">
                      <a:lumMod val="75000"/>
                    </a:schemeClr>
                  </a:solidFill>
                </a:rPr>
                <a:t>/</a:t>
              </a:r>
              <a:r>
                <a:rPr lang="en-GB" sz="1100" b="1" dirty="0">
                  <a:solidFill>
                    <a:schemeClr val="accent1">
                      <a:lumMod val="75000"/>
                    </a:schemeClr>
                  </a:solidFill>
                </a:rPr>
                <a:t>month</a:t>
              </a:r>
              <a:endParaRPr lang="en-IN" sz="1100" b="1" dirty="0">
                <a:solidFill>
                  <a:schemeClr val="accent1">
                    <a:lumMod val="75000"/>
                  </a:schemeClr>
                </a:solidFill>
              </a:endParaRPr>
            </a:p>
          </p:txBody>
        </p:sp>
      </p:grpSp>
      <p:grpSp>
        <p:nvGrpSpPr>
          <p:cNvPr id="55" name="Group 54">
            <a:extLst>
              <a:ext uri="{FF2B5EF4-FFF2-40B4-BE49-F238E27FC236}">
                <a16:creationId xmlns:a16="http://schemas.microsoft.com/office/drawing/2014/main" id="{002090F5-B184-4C1E-BEE5-055AB97FD678}"/>
              </a:ext>
            </a:extLst>
          </p:cNvPr>
          <p:cNvGrpSpPr/>
          <p:nvPr/>
        </p:nvGrpSpPr>
        <p:grpSpPr>
          <a:xfrm>
            <a:off x="6122517" y="1136368"/>
            <a:ext cx="2835965" cy="4050763"/>
            <a:chOff x="6161369" y="712299"/>
            <a:chExt cx="2835965" cy="4050763"/>
          </a:xfrm>
        </p:grpSpPr>
        <p:grpSp>
          <p:nvGrpSpPr>
            <p:cNvPr id="32" name="Group 31">
              <a:extLst>
                <a:ext uri="{FF2B5EF4-FFF2-40B4-BE49-F238E27FC236}">
                  <a16:creationId xmlns:a16="http://schemas.microsoft.com/office/drawing/2014/main" id="{9D8C021C-29E2-49BF-9951-D0524C495754}"/>
                </a:ext>
              </a:extLst>
            </p:cNvPr>
            <p:cNvGrpSpPr/>
            <p:nvPr/>
          </p:nvGrpSpPr>
          <p:grpSpPr>
            <a:xfrm>
              <a:off x="6161369" y="712299"/>
              <a:ext cx="2835965" cy="4050763"/>
              <a:chOff x="172278" y="718927"/>
              <a:chExt cx="2835965" cy="5512905"/>
            </a:xfrm>
          </p:grpSpPr>
          <p:sp>
            <p:nvSpPr>
              <p:cNvPr id="33" name="Rectangle 32">
                <a:extLst>
                  <a:ext uri="{FF2B5EF4-FFF2-40B4-BE49-F238E27FC236}">
                    <a16:creationId xmlns:a16="http://schemas.microsoft.com/office/drawing/2014/main" id="{17A9A431-F260-40A0-B9EC-FDF8BE5F877F}"/>
                  </a:ext>
                </a:extLst>
              </p:cNvPr>
              <p:cNvSpPr/>
              <p:nvPr/>
            </p:nvSpPr>
            <p:spPr>
              <a:xfrm>
                <a:off x="172278" y="718927"/>
                <a:ext cx="2835965" cy="551290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Rectangle 33">
                <a:extLst>
                  <a:ext uri="{FF2B5EF4-FFF2-40B4-BE49-F238E27FC236}">
                    <a16:creationId xmlns:a16="http://schemas.microsoft.com/office/drawing/2014/main" id="{CBAFD10D-9C19-42F5-9FF2-1D60A5E47C16}"/>
                  </a:ext>
                </a:extLst>
              </p:cNvPr>
              <p:cNvSpPr/>
              <p:nvPr/>
            </p:nvSpPr>
            <p:spPr>
              <a:xfrm>
                <a:off x="172278" y="718927"/>
                <a:ext cx="2835965" cy="437324"/>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2">
                        <a:lumMod val="50000"/>
                      </a:schemeClr>
                    </a:solidFill>
                  </a:rPr>
                  <a:t>Detoxification</a:t>
                </a:r>
                <a:endParaRPr lang="en-IN" b="1" dirty="0">
                  <a:solidFill>
                    <a:schemeClr val="accent2">
                      <a:lumMod val="50000"/>
                    </a:schemeClr>
                  </a:solidFill>
                </a:endParaRPr>
              </a:p>
            </p:txBody>
          </p:sp>
          <p:sp>
            <p:nvSpPr>
              <p:cNvPr id="35" name="Rectangle 34">
                <a:extLst>
                  <a:ext uri="{FF2B5EF4-FFF2-40B4-BE49-F238E27FC236}">
                    <a16:creationId xmlns:a16="http://schemas.microsoft.com/office/drawing/2014/main" id="{DCACEB45-C784-47A1-9955-C8330367C682}"/>
                  </a:ext>
                </a:extLst>
              </p:cNvPr>
              <p:cNvSpPr/>
              <p:nvPr/>
            </p:nvSpPr>
            <p:spPr>
              <a:xfrm>
                <a:off x="278295" y="2148573"/>
                <a:ext cx="2610679" cy="396398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3" name="TextBox 42">
              <a:extLst>
                <a:ext uri="{FF2B5EF4-FFF2-40B4-BE49-F238E27FC236}">
                  <a16:creationId xmlns:a16="http://schemas.microsoft.com/office/drawing/2014/main" id="{DF7AAED5-3FF7-4FFD-8320-C463230B7132}"/>
                </a:ext>
              </a:extLst>
            </p:cNvPr>
            <p:cNvSpPr txBox="1"/>
            <p:nvPr/>
          </p:nvSpPr>
          <p:spPr>
            <a:xfrm>
              <a:off x="6234278" y="1762770"/>
              <a:ext cx="2512236" cy="1815882"/>
            </a:xfrm>
            <a:prstGeom prst="rect">
              <a:avLst/>
            </a:prstGeom>
            <a:noFill/>
          </p:spPr>
          <p:txBody>
            <a:bodyPr wrap="square">
              <a:spAutoFit/>
            </a:bodyPr>
            <a:lstStyle/>
            <a:p>
              <a:pPr rtl="0" fontAlgn="base">
                <a:spcBef>
                  <a:spcPts val="0"/>
                </a:spcBef>
                <a:spcAft>
                  <a:spcPts val="0"/>
                </a:spcAft>
              </a:pPr>
              <a:r>
                <a:rPr lang="en-IN" sz="1400" b="1" dirty="0">
                  <a:solidFill>
                    <a:schemeClr val="accent2">
                      <a:lumMod val="75000"/>
                    </a:schemeClr>
                  </a:solidFill>
                </a:rPr>
                <a:t>4</a:t>
              </a:r>
              <a:r>
                <a:rPr lang="en-IN" sz="1400" b="1" i="0" u="none" strike="noStrike" dirty="0">
                  <a:solidFill>
                    <a:schemeClr val="accent2">
                      <a:lumMod val="75000"/>
                    </a:schemeClr>
                  </a:solidFill>
                  <a:effectLst/>
                </a:rPr>
                <a:t>kg</a:t>
              </a:r>
              <a:r>
                <a:rPr lang="en-IN" sz="1400" b="0" i="0" u="none" strike="noStrike" dirty="0">
                  <a:solidFill>
                    <a:schemeClr val="accent2">
                      <a:lumMod val="75000"/>
                    </a:schemeClr>
                  </a:solidFill>
                  <a:effectLst/>
                </a:rPr>
                <a:t> Robusta bananas</a:t>
              </a:r>
            </a:p>
            <a:p>
              <a:pPr rtl="0" fontAlgn="base">
                <a:spcBef>
                  <a:spcPts val="0"/>
                </a:spcBef>
                <a:spcAft>
                  <a:spcPts val="0"/>
                </a:spcAft>
              </a:pPr>
              <a:r>
                <a:rPr lang="en-IN" sz="1400" b="1" dirty="0">
                  <a:solidFill>
                    <a:schemeClr val="accent2">
                      <a:lumMod val="75000"/>
                    </a:schemeClr>
                  </a:solidFill>
                </a:rPr>
                <a:t>1</a:t>
              </a:r>
              <a:r>
                <a:rPr lang="en-IN" sz="1400" b="1" i="0" u="none" strike="noStrike" dirty="0">
                  <a:solidFill>
                    <a:schemeClr val="accent2">
                      <a:lumMod val="75000"/>
                    </a:schemeClr>
                  </a:solidFill>
                  <a:effectLst/>
                </a:rPr>
                <a:t>kg</a:t>
              </a:r>
              <a:r>
                <a:rPr lang="en-IN" sz="1400" b="0" i="0" u="none" strike="noStrike" dirty="0">
                  <a:solidFill>
                    <a:schemeClr val="accent2">
                      <a:lumMod val="75000"/>
                    </a:schemeClr>
                  </a:solidFill>
                  <a:effectLst/>
                </a:rPr>
                <a:t> Kiwi</a:t>
              </a:r>
            </a:p>
            <a:p>
              <a:pPr rtl="0" fontAlgn="base">
                <a:spcBef>
                  <a:spcPts val="0"/>
                </a:spcBef>
                <a:spcAft>
                  <a:spcPts val="0"/>
                </a:spcAft>
              </a:pPr>
              <a:r>
                <a:rPr lang="en-IN" sz="1400" b="1" u="none" strike="noStrike" dirty="0">
                  <a:solidFill>
                    <a:schemeClr val="accent2">
                      <a:lumMod val="75000"/>
                    </a:schemeClr>
                  </a:solidFill>
                  <a:effectLst/>
                </a:rPr>
                <a:t>2kg</a:t>
              </a:r>
              <a:r>
                <a:rPr lang="en-IN" sz="1400" b="0" i="0" u="none" strike="noStrike" dirty="0">
                  <a:solidFill>
                    <a:schemeClr val="accent2">
                      <a:lumMod val="75000"/>
                    </a:schemeClr>
                  </a:solidFill>
                  <a:effectLst/>
                </a:rPr>
                <a:t> Valencia Orange</a:t>
              </a:r>
            </a:p>
            <a:p>
              <a:pPr rtl="0" fontAlgn="base">
                <a:spcBef>
                  <a:spcPts val="0"/>
                </a:spcBef>
                <a:spcAft>
                  <a:spcPts val="0"/>
                </a:spcAft>
              </a:pPr>
              <a:r>
                <a:rPr lang="en-IN" sz="1400" b="1" i="0" u="none" strike="noStrike" dirty="0">
                  <a:solidFill>
                    <a:schemeClr val="accent2">
                      <a:lumMod val="75000"/>
                    </a:schemeClr>
                  </a:solidFill>
                  <a:effectLst/>
                </a:rPr>
                <a:t>2kg</a:t>
              </a:r>
              <a:r>
                <a:rPr lang="en-IN" sz="1400" b="0" i="0" u="none" strike="noStrike" dirty="0">
                  <a:solidFill>
                    <a:schemeClr val="accent2">
                      <a:lumMod val="75000"/>
                    </a:schemeClr>
                  </a:solidFill>
                  <a:effectLst/>
                </a:rPr>
                <a:t> Watermelon</a:t>
              </a:r>
            </a:p>
            <a:p>
              <a:pPr rtl="0" fontAlgn="base">
                <a:spcBef>
                  <a:spcPts val="0"/>
                </a:spcBef>
                <a:spcAft>
                  <a:spcPts val="0"/>
                </a:spcAft>
              </a:pPr>
              <a:r>
                <a:rPr lang="en-IN" sz="1400" b="1" i="0" u="none" strike="noStrike" dirty="0">
                  <a:solidFill>
                    <a:schemeClr val="accent2">
                      <a:lumMod val="75000"/>
                    </a:schemeClr>
                  </a:solidFill>
                  <a:effectLst/>
                </a:rPr>
                <a:t>1.5 kg </a:t>
              </a:r>
              <a:r>
                <a:rPr lang="en-IN" sz="1400" b="0" i="0" u="none" strike="noStrike" dirty="0">
                  <a:solidFill>
                    <a:schemeClr val="accent2">
                      <a:lumMod val="75000"/>
                    </a:schemeClr>
                  </a:solidFill>
                  <a:effectLst/>
                </a:rPr>
                <a:t>Papaya</a:t>
              </a:r>
            </a:p>
            <a:p>
              <a:pPr rtl="0" fontAlgn="base">
                <a:spcBef>
                  <a:spcPts val="0"/>
                </a:spcBef>
                <a:spcAft>
                  <a:spcPts val="0"/>
                </a:spcAft>
              </a:pPr>
              <a:r>
                <a:rPr lang="en-IN" sz="1400" b="1" i="0" u="none" strike="noStrike" dirty="0">
                  <a:solidFill>
                    <a:schemeClr val="accent2">
                      <a:lumMod val="75000"/>
                    </a:schemeClr>
                  </a:solidFill>
                  <a:effectLst/>
                </a:rPr>
                <a:t>1.5 kg </a:t>
              </a:r>
              <a:r>
                <a:rPr lang="en-IN" sz="1400" b="0" i="0" u="none" strike="noStrike" dirty="0">
                  <a:solidFill>
                    <a:schemeClr val="accent2">
                      <a:lumMod val="75000"/>
                    </a:schemeClr>
                  </a:solidFill>
                  <a:effectLst/>
                </a:rPr>
                <a:t>Pineapple</a:t>
              </a:r>
            </a:p>
            <a:p>
              <a:pPr rtl="0" fontAlgn="base">
                <a:spcBef>
                  <a:spcPts val="0"/>
                </a:spcBef>
                <a:spcAft>
                  <a:spcPts val="0"/>
                </a:spcAft>
              </a:pPr>
              <a:r>
                <a:rPr lang="en-IN" sz="1400" b="1" i="0" u="none" strike="noStrike" dirty="0">
                  <a:solidFill>
                    <a:schemeClr val="accent2">
                      <a:lumMod val="75000"/>
                    </a:schemeClr>
                  </a:solidFill>
                  <a:effectLst/>
                </a:rPr>
                <a:t>2kg</a:t>
              </a:r>
              <a:r>
                <a:rPr lang="en-IN" sz="1400" b="0" i="0" u="none" strike="noStrike" dirty="0">
                  <a:solidFill>
                    <a:schemeClr val="accent2">
                      <a:lumMod val="75000"/>
                    </a:schemeClr>
                  </a:solidFill>
                  <a:effectLst/>
                </a:rPr>
                <a:t> Royal Apple</a:t>
              </a:r>
            </a:p>
            <a:p>
              <a:pPr rtl="0" fontAlgn="base">
                <a:spcBef>
                  <a:spcPts val="0"/>
                </a:spcBef>
                <a:spcAft>
                  <a:spcPts val="0"/>
                </a:spcAft>
              </a:pPr>
              <a:r>
                <a:rPr lang="en-IN" sz="1400" b="1" i="0" u="none" strike="noStrike" dirty="0">
                  <a:solidFill>
                    <a:schemeClr val="accent2">
                      <a:lumMod val="75000"/>
                    </a:schemeClr>
                  </a:solidFill>
                  <a:effectLst/>
                </a:rPr>
                <a:t>500gm</a:t>
              </a:r>
              <a:r>
                <a:rPr lang="en-IN" sz="1400" b="0" i="0" u="none" strike="noStrike" dirty="0">
                  <a:solidFill>
                    <a:schemeClr val="accent2">
                      <a:lumMod val="75000"/>
                    </a:schemeClr>
                  </a:solidFill>
                  <a:effectLst/>
                </a:rPr>
                <a:t> Red Grapes</a:t>
              </a:r>
            </a:p>
          </p:txBody>
        </p:sp>
        <p:sp>
          <p:nvSpPr>
            <p:cNvPr id="51" name="TextBox 50">
              <a:extLst>
                <a:ext uri="{FF2B5EF4-FFF2-40B4-BE49-F238E27FC236}">
                  <a16:creationId xmlns:a16="http://schemas.microsoft.com/office/drawing/2014/main" id="{666AA6B1-17BB-48C6-A78C-992BB288FCE8}"/>
                </a:ext>
              </a:extLst>
            </p:cNvPr>
            <p:cNvSpPr txBox="1"/>
            <p:nvPr/>
          </p:nvSpPr>
          <p:spPr>
            <a:xfrm>
              <a:off x="6299707" y="1140957"/>
              <a:ext cx="2391572" cy="461665"/>
            </a:xfrm>
            <a:prstGeom prst="rect">
              <a:avLst/>
            </a:prstGeom>
            <a:noFill/>
          </p:spPr>
          <p:txBody>
            <a:bodyPr wrap="square" rtlCol="0">
              <a:spAutoFit/>
            </a:bodyPr>
            <a:lstStyle/>
            <a:p>
              <a:pPr algn="ctr"/>
              <a:r>
                <a:rPr lang="en-GB" b="1" dirty="0">
                  <a:solidFill>
                    <a:schemeClr val="accent2">
                      <a:lumMod val="75000"/>
                    </a:schemeClr>
                  </a:solidFill>
                </a:rPr>
                <a:t>₹ </a:t>
              </a:r>
              <a:r>
                <a:rPr lang="en-GB" sz="2400" b="1" dirty="0">
                  <a:solidFill>
                    <a:schemeClr val="accent2">
                      <a:lumMod val="75000"/>
                    </a:schemeClr>
                  </a:solidFill>
                </a:rPr>
                <a:t>1599</a:t>
              </a:r>
              <a:r>
                <a:rPr lang="en-GB" b="1" dirty="0">
                  <a:solidFill>
                    <a:schemeClr val="accent2">
                      <a:lumMod val="75000"/>
                    </a:schemeClr>
                  </a:solidFill>
                </a:rPr>
                <a:t>/</a:t>
              </a:r>
              <a:r>
                <a:rPr lang="en-GB" sz="1100" b="1" dirty="0">
                  <a:solidFill>
                    <a:schemeClr val="accent2">
                      <a:lumMod val="75000"/>
                    </a:schemeClr>
                  </a:solidFill>
                </a:rPr>
                <a:t>month</a:t>
              </a:r>
              <a:endParaRPr lang="en-IN" sz="1100" b="1" dirty="0">
                <a:solidFill>
                  <a:schemeClr val="accent2">
                    <a:lumMod val="75000"/>
                  </a:schemeClr>
                </a:solidFill>
              </a:endParaRPr>
            </a:p>
          </p:txBody>
        </p:sp>
      </p:grpSp>
      <p:grpSp>
        <p:nvGrpSpPr>
          <p:cNvPr id="56" name="Group 55">
            <a:extLst>
              <a:ext uri="{FF2B5EF4-FFF2-40B4-BE49-F238E27FC236}">
                <a16:creationId xmlns:a16="http://schemas.microsoft.com/office/drawing/2014/main" id="{640A8BB0-1A39-4FFE-893A-EBAA9327F1BB}"/>
              </a:ext>
            </a:extLst>
          </p:cNvPr>
          <p:cNvGrpSpPr/>
          <p:nvPr/>
        </p:nvGrpSpPr>
        <p:grpSpPr>
          <a:xfrm>
            <a:off x="9129436" y="1136370"/>
            <a:ext cx="2941983" cy="4050761"/>
            <a:chOff x="9167716" y="712300"/>
            <a:chExt cx="2941983" cy="4050761"/>
          </a:xfrm>
        </p:grpSpPr>
        <p:grpSp>
          <p:nvGrpSpPr>
            <p:cNvPr id="36" name="Group 35">
              <a:extLst>
                <a:ext uri="{FF2B5EF4-FFF2-40B4-BE49-F238E27FC236}">
                  <a16:creationId xmlns:a16="http://schemas.microsoft.com/office/drawing/2014/main" id="{13EDFFEC-2560-4BFA-B14D-D0B23352433B}"/>
                </a:ext>
              </a:extLst>
            </p:cNvPr>
            <p:cNvGrpSpPr/>
            <p:nvPr/>
          </p:nvGrpSpPr>
          <p:grpSpPr>
            <a:xfrm>
              <a:off x="9167716" y="712300"/>
              <a:ext cx="2835965" cy="4050761"/>
              <a:chOff x="172278" y="718927"/>
              <a:chExt cx="2835965" cy="5512905"/>
            </a:xfrm>
          </p:grpSpPr>
          <p:sp>
            <p:nvSpPr>
              <p:cNvPr id="37" name="Rectangle 36">
                <a:extLst>
                  <a:ext uri="{FF2B5EF4-FFF2-40B4-BE49-F238E27FC236}">
                    <a16:creationId xmlns:a16="http://schemas.microsoft.com/office/drawing/2014/main" id="{7F72C164-B321-44BD-ADC9-90643692CC65}"/>
                  </a:ext>
                </a:extLst>
              </p:cNvPr>
              <p:cNvSpPr/>
              <p:nvPr/>
            </p:nvSpPr>
            <p:spPr>
              <a:xfrm>
                <a:off x="172278" y="718927"/>
                <a:ext cx="2835965" cy="5512905"/>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8" name="Rectangle 37">
                <a:extLst>
                  <a:ext uri="{FF2B5EF4-FFF2-40B4-BE49-F238E27FC236}">
                    <a16:creationId xmlns:a16="http://schemas.microsoft.com/office/drawing/2014/main" id="{5706EBDD-8990-4F1C-A632-CFCFA6AB34CD}"/>
                  </a:ext>
                </a:extLst>
              </p:cNvPr>
              <p:cNvSpPr/>
              <p:nvPr/>
            </p:nvSpPr>
            <p:spPr>
              <a:xfrm>
                <a:off x="172278" y="718927"/>
                <a:ext cx="2835965" cy="437324"/>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accent6">
                        <a:lumMod val="50000"/>
                      </a:schemeClr>
                    </a:solidFill>
                  </a:rPr>
                  <a:t>Ailments</a:t>
                </a:r>
                <a:endParaRPr lang="en-IN" b="1" dirty="0">
                  <a:solidFill>
                    <a:schemeClr val="accent6">
                      <a:lumMod val="50000"/>
                    </a:schemeClr>
                  </a:solidFill>
                </a:endParaRPr>
              </a:p>
            </p:txBody>
          </p:sp>
          <p:sp>
            <p:nvSpPr>
              <p:cNvPr id="39" name="Rectangle 38">
                <a:extLst>
                  <a:ext uri="{FF2B5EF4-FFF2-40B4-BE49-F238E27FC236}">
                    <a16:creationId xmlns:a16="http://schemas.microsoft.com/office/drawing/2014/main" id="{A6040743-CBBB-49E3-BFF9-545A4DFD7F80}"/>
                  </a:ext>
                </a:extLst>
              </p:cNvPr>
              <p:cNvSpPr/>
              <p:nvPr/>
            </p:nvSpPr>
            <p:spPr>
              <a:xfrm>
                <a:off x="278295" y="2148570"/>
                <a:ext cx="2610679" cy="396399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5" name="TextBox 44">
              <a:extLst>
                <a:ext uri="{FF2B5EF4-FFF2-40B4-BE49-F238E27FC236}">
                  <a16:creationId xmlns:a16="http://schemas.microsoft.com/office/drawing/2014/main" id="{172C379E-F827-446C-9AD8-69C13BEF1E0F}"/>
                </a:ext>
              </a:extLst>
            </p:cNvPr>
            <p:cNvSpPr txBox="1"/>
            <p:nvPr/>
          </p:nvSpPr>
          <p:spPr>
            <a:xfrm>
              <a:off x="9209369" y="1774964"/>
              <a:ext cx="2900330" cy="2246769"/>
            </a:xfrm>
            <a:prstGeom prst="rect">
              <a:avLst/>
            </a:prstGeom>
            <a:noFill/>
          </p:spPr>
          <p:txBody>
            <a:bodyPr wrap="square">
              <a:spAutoFit/>
            </a:bodyPr>
            <a:lstStyle/>
            <a:p>
              <a:pPr rtl="0" fontAlgn="base">
                <a:spcBef>
                  <a:spcPts val="0"/>
                </a:spcBef>
                <a:spcAft>
                  <a:spcPts val="0"/>
                </a:spcAft>
              </a:pPr>
              <a:r>
                <a:rPr lang="en-IN" sz="1400" b="1" i="0" u="none" strike="noStrike" dirty="0">
                  <a:solidFill>
                    <a:schemeClr val="accent6">
                      <a:lumMod val="75000"/>
                    </a:schemeClr>
                  </a:solidFill>
                  <a:effectLst/>
                </a:rPr>
                <a:t>1kg</a:t>
              </a:r>
              <a:r>
                <a:rPr lang="en-IN" sz="1400" b="0" i="0" u="none" strike="noStrike" dirty="0">
                  <a:solidFill>
                    <a:schemeClr val="accent6">
                      <a:lumMod val="75000"/>
                    </a:schemeClr>
                  </a:solidFill>
                  <a:effectLst/>
                </a:rPr>
                <a:t> Small Bananas</a:t>
              </a:r>
            </a:p>
            <a:p>
              <a:pPr rtl="0" fontAlgn="base">
                <a:spcBef>
                  <a:spcPts val="0"/>
                </a:spcBef>
                <a:spcAft>
                  <a:spcPts val="0"/>
                </a:spcAft>
              </a:pPr>
              <a:r>
                <a:rPr lang="en-IN" sz="1400" b="1" dirty="0">
                  <a:solidFill>
                    <a:schemeClr val="accent6">
                      <a:lumMod val="75000"/>
                    </a:schemeClr>
                  </a:solidFill>
                </a:rPr>
                <a:t>1kg</a:t>
              </a:r>
              <a:r>
                <a:rPr lang="en-IN" sz="1400" dirty="0">
                  <a:solidFill>
                    <a:schemeClr val="accent6">
                      <a:lumMod val="75000"/>
                    </a:schemeClr>
                  </a:solidFill>
                </a:rPr>
                <a:t> </a:t>
              </a:r>
              <a:r>
                <a:rPr lang="en-IN" sz="1400" b="0" i="0" u="none" strike="noStrike" dirty="0">
                  <a:solidFill>
                    <a:schemeClr val="accent6">
                      <a:lumMod val="75000"/>
                    </a:schemeClr>
                  </a:solidFill>
                  <a:effectLst/>
                </a:rPr>
                <a:t>Grapefruit/Avocado</a:t>
              </a:r>
            </a:p>
            <a:p>
              <a:pPr rtl="0" fontAlgn="base">
                <a:spcBef>
                  <a:spcPts val="0"/>
                </a:spcBef>
                <a:spcAft>
                  <a:spcPts val="0"/>
                </a:spcAft>
              </a:pPr>
              <a:r>
                <a:rPr lang="en-IN" sz="1400" b="1" i="0" u="none" strike="noStrike" dirty="0">
                  <a:solidFill>
                    <a:schemeClr val="accent6">
                      <a:lumMod val="75000"/>
                    </a:schemeClr>
                  </a:solidFill>
                  <a:effectLst/>
                </a:rPr>
                <a:t>2kg</a:t>
              </a:r>
              <a:r>
                <a:rPr lang="en-IN" sz="1400" b="0" i="0" u="none" strike="noStrike" dirty="0">
                  <a:solidFill>
                    <a:schemeClr val="accent6">
                      <a:lumMod val="75000"/>
                    </a:schemeClr>
                  </a:solidFill>
                  <a:effectLst/>
                </a:rPr>
                <a:t> Valencia Orange/Thai Jumbo Guava</a:t>
              </a:r>
            </a:p>
            <a:p>
              <a:pPr rtl="0" fontAlgn="base">
                <a:spcBef>
                  <a:spcPts val="0"/>
                </a:spcBef>
                <a:spcAft>
                  <a:spcPts val="0"/>
                </a:spcAft>
              </a:pPr>
              <a:r>
                <a:rPr lang="en-IN" sz="1400" b="1" i="0" u="none" strike="noStrike" dirty="0">
                  <a:solidFill>
                    <a:schemeClr val="accent6">
                      <a:lumMod val="75000"/>
                    </a:schemeClr>
                  </a:solidFill>
                  <a:effectLst/>
                </a:rPr>
                <a:t>1.5kg</a:t>
              </a:r>
              <a:r>
                <a:rPr lang="en-IN" sz="1400" b="0" i="0" u="none" strike="noStrike" dirty="0">
                  <a:solidFill>
                    <a:schemeClr val="accent6">
                      <a:lumMod val="75000"/>
                    </a:schemeClr>
                  </a:solidFill>
                  <a:effectLst/>
                </a:rPr>
                <a:t> Muskmelon/Papaya</a:t>
              </a:r>
            </a:p>
            <a:p>
              <a:pPr rtl="0" fontAlgn="base">
                <a:spcBef>
                  <a:spcPts val="0"/>
                </a:spcBef>
                <a:spcAft>
                  <a:spcPts val="0"/>
                </a:spcAft>
              </a:pPr>
              <a:r>
                <a:rPr lang="en-IN" sz="1400" b="1" i="0" u="none" strike="noStrike" dirty="0">
                  <a:solidFill>
                    <a:schemeClr val="accent6">
                      <a:lumMod val="75000"/>
                    </a:schemeClr>
                  </a:solidFill>
                  <a:effectLst/>
                </a:rPr>
                <a:t>2kg</a:t>
              </a:r>
              <a:r>
                <a:rPr lang="en-IN" sz="1400" b="0" i="0" u="none" strike="noStrike" dirty="0">
                  <a:solidFill>
                    <a:schemeClr val="accent6">
                      <a:lumMod val="75000"/>
                    </a:schemeClr>
                  </a:solidFill>
                  <a:effectLst/>
                </a:rPr>
                <a:t> Washington Apple</a:t>
              </a:r>
            </a:p>
            <a:p>
              <a:pPr rtl="0" fontAlgn="base">
                <a:spcBef>
                  <a:spcPts val="0"/>
                </a:spcBef>
                <a:spcAft>
                  <a:spcPts val="0"/>
                </a:spcAft>
              </a:pPr>
              <a:r>
                <a:rPr lang="en-IN" sz="1400" b="1" i="0" u="none" strike="noStrike" dirty="0">
                  <a:solidFill>
                    <a:schemeClr val="accent6">
                      <a:lumMod val="75000"/>
                    </a:schemeClr>
                  </a:solidFill>
                  <a:effectLst/>
                </a:rPr>
                <a:t>2kg</a:t>
              </a:r>
              <a:r>
                <a:rPr lang="en-IN" sz="1400" b="0" i="0" u="none" strike="noStrike" dirty="0">
                  <a:solidFill>
                    <a:schemeClr val="accent6">
                      <a:lumMod val="75000"/>
                    </a:schemeClr>
                  </a:solidFill>
                  <a:effectLst/>
                </a:rPr>
                <a:t> Royal Apple</a:t>
              </a:r>
            </a:p>
            <a:p>
              <a:pPr rtl="0" fontAlgn="base">
                <a:spcBef>
                  <a:spcPts val="0"/>
                </a:spcBef>
                <a:spcAft>
                  <a:spcPts val="0"/>
                </a:spcAft>
              </a:pPr>
              <a:r>
                <a:rPr lang="en-IN" sz="1400" b="1" i="0" u="none" strike="noStrike" dirty="0">
                  <a:solidFill>
                    <a:schemeClr val="accent6">
                      <a:lumMod val="75000"/>
                    </a:schemeClr>
                  </a:solidFill>
                  <a:effectLst/>
                </a:rPr>
                <a:t>1kg</a:t>
              </a:r>
              <a:r>
                <a:rPr lang="en-IN" sz="1400" b="0" i="0" u="none" strike="noStrike" dirty="0">
                  <a:solidFill>
                    <a:schemeClr val="accent6">
                      <a:lumMod val="75000"/>
                    </a:schemeClr>
                  </a:solidFill>
                  <a:effectLst/>
                </a:rPr>
                <a:t> Pear/Sweet Lime/Pomegranate</a:t>
              </a:r>
            </a:p>
            <a:p>
              <a:br>
                <a:rPr lang="en-IN" sz="1400" b="0" dirty="0">
                  <a:solidFill>
                    <a:schemeClr val="accent6">
                      <a:lumMod val="75000"/>
                    </a:schemeClr>
                  </a:solidFill>
                  <a:effectLst/>
                </a:rPr>
              </a:br>
              <a:endParaRPr lang="en-IN" sz="1400" dirty="0">
                <a:solidFill>
                  <a:schemeClr val="accent6">
                    <a:lumMod val="75000"/>
                  </a:schemeClr>
                </a:solidFill>
              </a:endParaRPr>
            </a:p>
          </p:txBody>
        </p:sp>
        <p:sp>
          <p:nvSpPr>
            <p:cNvPr id="52" name="TextBox 51">
              <a:extLst>
                <a:ext uri="{FF2B5EF4-FFF2-40B4-BE49-F238E27FC236}">
                  <a16:creationId xmlns:a16="http://schemas.microsoft.com/office/drawing/2014/main" id="{93144851-574A-49F2-A54C-E157EAE6A5EA}"/>
                </a:ext>
              </a:extLst>
            </p:cNvPr>
            <p:cNvSpPr txBox="1"/>
            <p:nvPr/>
          </p:nvSpPr>
          <p:spPr>
            <a:xfrm>
              <a:off x="9383286" y="1144311"/>
              <a:ext cx="2391572" cy="461665"/>
            </a:xfrm>
            <a:prstGeom prst="rect">
              <a:avLst/>
            </a:prstGeom>
            <a:noFill/>
          </p:spPr>
          <p:txBody>
            <a:bodyPr wrap="square" rtlCol="0">
              <a:spAutoFit/>
            </a:bodyPr>
            <a:lstStyle/>
            <a:p>
              <a:pPr algn="ctr"/>
              <a:r>
                <a:rPr lang="en-GB" b="1" dirty="0">
                  <a:solidFill>
                    <a:schemeClr val="accent6">
                      <a:lumMod val="75000"/>
                    </a:schemeClr>
                  </a:solidFill>
                </a:rPr>
                <a:t>₹ </a:t>
              </a:r>
              <a:r>
                <a:rPr lang="en-GB" sz="2400" b="1" dirty="0">
                  <a:solidFill>
                    <a:schemeClr val="accent6">
                      <a:lumMod val="75000"/>
                    </a:schemeClr>
                  </a:solidFill>
                </a:rPr>
                <a:t>1799</a:t>
              </a:r>
              <a:r>
                <a:rPr lang="en-GB" b="1" dirty="0">
                  <a:solidFill>
                    <a:schemeClr val="accent6">
                      <a:lumMod val="75000"/>
                    </a:schemeClr>
                  </a:solidFill>
                </a:rPr>
                <a:t>/</a:t>
              </a:r>
              <a:r>
                <a:rPr lang="en-GB" sz="1100" b="1" dirty="0">
                  <a:solidFill>
                    <a:schemeClr val="accent6">
                      <a:lumMod val="75000"/>
                    </a:schemeClr>
                  </a:solidFill>
                </a:rPr>
                <a:t>month</a:t>
              </a:r>
              <a:endParaRPr lang="en-IN" sz="1100" b="1" dirty="0">
                <a:solidFill>
                  <a:schemeClr val="accent6">
                    <a:lumMod val="75000"/>
                  </a:schemeClr>
                </a:solidFill>
              </a:endParaRPr>
            </a:p>
          </p:txBody>
        </p:sp>
      </p:grpSp>
      <p:sp>
        <p:nvSpPr>
          <p:cNvPr id="58" name="Arrow: Pentagon 57">
            <a:extLst>
              <a:ext uri="{FF2B5EF4-FFF2-40B4-BE49-F238E27FC236}">
                <a16:creationId xmlns:a16="http://schemas.microsoft.com/office/drawing/2014/main" id="{220BAFB6-F206-46B9-85F5-ABC3046F5471}"/>
              </a:ext>
            </a:extLst>
          </p:cNvPr>
          <p:cNvSpPr/>
          <p:nvPr/>
        </p:nvSpPr>
        <p:spPr>
          <a:xfrm>
            <a:off x="0" y="608542"/>
            <a:ext cx="3771293" cy="47246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Our Sample Subscription Plans</a:t>
            </a:r>
            <a:endParaRPr lang="en-IN" b="1" dirty="0"/>
          </a:p>
        </p:txBody>
      </p:sp>
      <p:sp>
        <p:nvSpPr>
          <p:cNvPr id="5124" name="AutoShape 4" descr="Fruit Box &amp; Co. - Home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6" name="AutoShape 6" descr="Fruit Box &amp; Co. - Home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8" name="AutoShape 8" descr="Fruit Box &amp;amp; Co. - Home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30" name="AutoShape 10" descr="Fruit Box &amp;amp; Co. - Home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32" name="AutoShape 12" descr="Fruit Box &amp;amp; Co. - Home | Faceboo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34" name="AutoShape 14" descr="Fruit Box &amp;amp; Co – StartupLis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48" name="TextBox 47"/>
          <p:cNvSpPr txBox="1"/>
          <p:nvPr/>
        </p:nvSpPr>
        <p:spPr>
          <a:xfrm>
            <a:off x="8172449" y="577252"/>
            <a:ext cx="4457701" cy="646331"/>
          </a:xfrm>
          <a:prstGeom prst="rect">
            <a:avLst/>
          </a:prstGeom>
          <a:noFill/>
        </p:spPr>
        <p:txBody>
          <a:bodyPr wrap="square" rtlCol="0">
            <a:spAutoFit/>
          </a:bodyPr>
          <a:lstStyle/>
          <a:p>
            <a:pPr marL="285750" indent="-285750">
              <a:buFont typeface="Arial" panose="020B0604020202020204" pitchFamily="34" charset="0"/>
              <a:buChar char="•"/>
            </a:pPr>
            <a:r>
              <a:rPr lang="en-US" sz="1200" dirty="0"/>
              <a:t>Customized subscription plan also available.</a:t>
            </a:r>
          </a:p>
          <a:p>
            <a:pPr marL="285750" indent="-285750">
              <a:buFont typeface="Arial" panose="020B0604020202020204" pitchFamily="34" charset="0"/>
              <a:buChar char="•"/>
            </a:pPr>
            <a:r>
              <a:rPr lang="en-US" sz="1200" dirty="0"/>
              <a:t>Subscribed fruits to be delivered in weekly batches.</a:t>
            </a:r>
          </a:p>
          <a:p>
            <a:r>
              <a:rPr lang="en-US" sz="1200" dirty="0"/>
              <a:t> </a:t>
            </a:r>
          </a:p>
        </p:txBody>
      </p:sp>
      <p:graphicFrame>
        <p:nvGraphicFramePr>
          <p:cNvPr id="60" name="Diagram 59"/>
          <p:cNvGraphicFramePr/>
          <p:nvPr/>
        </p:nvGraphicFramePr>
        <p:xfrm>
          <a:off x="1335572" y="5284694"/>
          <a:ext cx="11949610" cy="13984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1" name="TextBox 60"/>
          <p:cNvSpPr txBox="1"/>
          <p:nvPr/>
        </p:nvSpPr>
        <p:spPr>
          <a:xfrm>
            <a:off x="295835" y="5642138"/>
            <a:ext cx="2595282" cy="584775"/>
          </a:xfrm>
          <a:prstGeom prst="rect">
            <a:avLst/>
          </a:prstGeom>
          <a:noFill/>
        </p:spPr>
        <p:txBody>
          <a:bodyPr wrap="square" rtlCol="0">
            <a:spAutoFit/>
          </a:bodyPr>
          <a:lstStyle/>
          <a:p>
            <a:r>
              <a:rPr lang="en-US" sz="1600" dirty="0">
                <a:latin typeface="Mongolian Baiti" pitchFamily="66" charset="0"/>
                <a:cs typeface="Mongolian Baiti" pitchFamily="66" charset="0"/>
              </a:rPr>
              <a:t>Similar strategies which succeeded!</a:t>
            </a:r>
          </a:p>
        </p:txBody>
      </p:sp>
      <p:sp>
        <p:nvSpPr>
          <p:cNvPr id="2" name="Plus Sign 1">
            <a:extLst>
              <a:ext uri="{FF2B5EF4-FFF2-40B4-BE49-F238E27FC236}">
                <a16:creationId xmlns:a16="http://schemas.microsoft.com/office/drawing/2014/main" id="{D919131F-3270-49E4-887A-91C0F47F425B}"/>
              </a:ext>
            </a:extLst>
          </p:cNvPr>
          <p:cNvSpPr/>
          <p:nvPr/>
        </p:nvSpPr>
        <p:spPr>
          <a:xfrm>
            <a:off x="3847358" y="608542"/>
            <a:ext cx="525859" cy="472460"/>
          </a:xfrm>
          <a:prstGeom prst="mathPlus">
            <a:avLst/>
          </a:prstGeom>
          <a:solidFill>
            <a:schemeClr val="accent4">
              <a:lumMod val="75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Rounded Corners 2">
            <a:extLst>
              <a:ext uri="{FF2B5EF4-FFF2-40B4-BE49-F238E27FC236}">
                <a16:creationId xmlns:a16="http://schemas.microsoft.com/office/drawing/2014/main" id="{4B452C35-319A-43E9-AC39-328AEA5B6085}"/>
              </a:ext>
            </a:extLst>
          </p:cNvPr>
          <p:cNvSpPr/>
          <p:nvPr/>
        </p:nvSpPr>
        <p:spPr>
          <a:xfrm>
            <a:off x="4505325" y="615107"/>
            <a:ext cx="3676649" cy="413939"/>
          </a:xfrm>
          <a:prstGeom prst="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Product Catalogue available on The </a:t>
            </a:r>
            <a:r>
              <a:rPr lang="en-US" sz="1400" b="1" dirty="0" err="1"/>
              <a:t>Fruitoholic</a:t>
            </a:r>
            <a:r>
              <a:rPr lang="en-US" sz="1400" b="1" dirty="0"/>
              <a:t> App and Website</a:t>
            </a:r>
            <a:endParaRPr lang="en-IN" sz="1400" b="1" dirty="0"/>
          </a:p>
        </p:txBody>
      </p:sp>
    </p:spTree>
    <p:extLst>
      <p:ext uri="{BB962C8B-B14F-4D97-AF65-F5344CB8AC3E}">
        <p14:creationId xmlns:p14="http://schemas.microsoft.com/office/powerpoint/2010/main" val="3225240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F6E7856D-EF1B-4B3B-A36D-4CD9941217F6}"/>
              </a:ext>
            </a:extLst>
          </p:cNvPr>
          <p:cNvSpPr/>
          <p:nvPr/>
        </p:nvSpPr>
        <p:spPr>
          <a:xfrm>
            <a:off x="8571284" y="1072577"/>
            <a:ext cx="3580062" cy="1956465"/>
          </a:xfrm>
          <a:prstGeom prst="roundRect">
            <a:avLst/>
          </a:prstGeom>
          <a:noFill/>
          <a:ln>
            <a:solidFill>
              <a:schemeClr val="accent4">
                <a:lumMod val="50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5" name="Group 4">
            <a:extLst>
              <a:ext uri="{FF2B5EF4-FFF2-40B4-BE49-F238E27FC236}">
                <a16:creationId xmlns:a16="http://schemas.microsoft.com/office/drawing/2014/main" id="{415E4A3C-878D-4101-B61F-2A135A2FEC7A}"/>
              </a:ext>
            </a:extLst>
          </p:cNvPr>
          <p:cNvGrpSpPr/>
          <p:nvPr/>
        </p:nvGrpSpPr>
        <p:grpSpPr>
          <a:xfrm>
            <a:off x="17480" y="23333"/>
            <a:ext cx="12174520" cy="533258"/>
            <a:chOff x="17480" y="23333"/>
            <a:chExt cx="12174520" cy="533258"/>
          </a:xfrm>
          <a:solidFill>
            <a:srgbClr val="FFC000"/>
          </a:solidFill>
        </p:grpSpPr>
        <p:sp>
          <p:nvSpPr>
            <p:cNvPr id="6" name="Pentagon 18">
              <a:extLst>
                <a:ext uri="{FF2B5EF4-FFF2-40B4-BE49-F238E27FC236}">
                  <a16:creationId xmlns:a16="http://schemas.microsoft.com/office/drawing/2014/main" id="{D26DAEAA-2F6F-453B-A352-953B4A1F60CE}"/>
                </a:ext>
              </a:extLst>
            </p:cNvPr>
            <p:cNvSpPr/>
            <p:nvPr/>
          </p:nvSpPr>
          <p:spPr>
            <a:xfrm>
              <a:off x="9516890" y="23333"/>
              <a:ext cx="2675110"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M</a:t>
              </a:r>
              <a:r>
                <a:rPr lang="en-IN" b="1" dirty="0"/>
                <a:t>arket Expansion</a:t>
              </a:r>
            </a:p>
          </p:txBody>
        </p:sp>
        <p:sp>
          <p:nvSpPr>
            <p:cNvPr id="7" name="Pentagon 18">
              <a:extLst>
                <a:ext uri="{FF2B5EF4-FFF2-40B4-BE49-F238E27FC236}">
                  <a16:creationId xmlns:a16="http://schemas.microsoft.com/office/drawing/2014/main" id="{5FD845A5-94D3-486F-805A-45DA836AD75B}"/>
                </a:ext>
              </a:extLst>
            </p:cNvPr>
            <p:cNvSpPr/>
            <p:nvPr/>
          </p:nvSpPr>
          <p:spPr>
            <a:xfrm>
              <a:off x="7584471" y="23333"/>
              <a:ext cx="2242405"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     Go To Market</a:t>
              </a:r>
            </a:p>
          </p:txBody>
        </p:sp>
        <p:sp>
          <p:nvSpPr>
            <p:cNvPr id="8" name="Pentagon 18">
              <a:extLst>
                <a:ext uri="{FF2B5EF4-FFF2-40B4-BE49-F238E27FC236}">
                  <a16:creationId xmlns:a16="http://schemas.microsoft.com/office/drawing/2014/main" id="{4073B64F-0CC2-4F6E-82C3-B0E9FE37939E}"/>
                </a:ext>
              </a:extLst>
            </p:cNvPr>
            <p:cNvSpPr/>
            <p:nvPr/>
          </p:nvSpPr>
          <p:spPr>
            <a:xfrm>
              <a:off x="5762297" y="23333"/>
              <a:ext cx="2242405"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Product</a:t>
              </a:r>
            </a:p>
          </p:txBody>
        </p:sp>
        <p:sp>
          <p:nvSpPr>
            <p:cNvPr id="9" name="Pentagon 18">
              <a:extLst>
                <a:ext uri="{FF2B5EF4-FFF2-40B4-BE49-F238E27FC236}">
                  <a16:creationId xmlns:a16="http://schemas.microsoft.com/office/drawing/2014/main" id="{13926253-7B32-4BF4-9035-D54525906146}"/>
                </a:ext>
              </a:extLst>
            </p:cNvPr>
            <p:cNvSpPr/>
            <p:nvPr/>
          </p:nvSpPr>
          <p:spPr>
            <a:xfrm>
              <a:off x="3847358" y="23333"/>
              <a:ext cx="2242406"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S</a:t>
              </a:r>
              <a:r>
                <a:rPr lang="en-IN" b="1" dirty="0"/>
                <a:t>olutions</a:t>
              </a:r>
            </a:p>
          </p:txBody>
        </p:sp>
        <p:sp>
          <p:nvSpPr>
            <p:cNvPr id="10" name="Pentagon 18">
              <a:extLst>
                <a:ext uri="{FF2B5EF4-FFF2-40B4-BE49-F238E27FC236}">
                  <a16:creationId xmlns:a16="http://schemas.microsoft.com/office/drawing/2014/main" id="{6F1894BE-3C87-4D7A-ABB4-0D048DB91036}"/>
                </a:ext>
              </a:extLst>
            </p:cNvPr>
            <p:cNvSpPr/>
            <p:nvPr/>
          </p:nvSpPr>
          <p:spPr>
            <a:xfrm>
              <a:off x="1932418" y="23333"/>
              <a:ext cx="2440799"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T</a:t>
              </a:r>
              <a:r>
                <a:rPr lang="en-IN" b="1" dirty="0"/>
                <a:t>arget Customers</a:t>
              </a:r>
            </a:p>
          </p:txBody>
        </p:sp>
        <p:sp>
          <p:nvSpPr>
            <p:cNvPr id="11" name="Pentagon 18">
              <a:extLst>
                <a:ext uri="{FF2B5EF4-FFF2-40B4-BE49-F238E27FC236}">
                  <a16:creationId xmlns:a16="http://schemas.microsoft.com/office/drawing/2014/main" id="{738DA6B0-4B73-4555-B5E3-337A7803770C}"/>
                </a:ext>
              </a:extLst>
            </p:cNvPr>
            <p:cNvSpPr/>
            <p:nvPr/>
          </p:nvSpPr>
          <p:spPr>
            <a:xfrm>
              <a:off x="17480" y="23333"/>
              <a:ext cx="2242406"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Research</a:t>
              </a:r>
            </a:p>
          </p:txBody>
        </p:sp>
      </p:grpSp>
      <p:graphicFrame>
        <p:nvGraphicFramePr>
          <p:cNvPr id="13" name="Table 13">
            <a:extLst>
              <a:ext uri="{FF2B5EF4-FFF2-40B4-BE49-F238E27FC236}">
                <a16:creationId xmlns:a16="http://schemas.microsoft.com/office/drawing/2014/main" id="{ACD8C804-3662-4EBE-8B44-5127411A75AB}"/>
              </a:ext>
            </a:extLst>
          </p:cNvPr>
          <p:cNvGraphicFramePr>
            <a:graphicFrameLocks noGrp="1"/>
          </p:cNvGraphicFramePr>
          <p:nvPr>
            <p:extLst>
              <p:ext uri="{D42A27DB-BD31-4B8C-83A1-F6EECF244321}">
                <p14:modId xmlns:p14="http://schemas.microsoft.com/office/powerpoint/2010/main" val="1861901720"/>
              </p:ext>
            </p:extLst>
          </p:nvPr>
        </p:nvGraphicFramePr>
        <p:xfrm>
          <a:off x="111101" y="1219205"/>
          <a:ext cx="8225974" cy="5591120"/>
        </p:xfrm>
        <a:graphic>
          <a:graphicData uri="http://schemas.openxmlformats.org/drawingml/2006/table">
            <a:tbl>
              <a:tblPr firstRow="1" bandRow="1">
                <a:tableStyleId>{C4B1156A-380E-4F78-BDF5-A606A8083BF9}</a:tableStyleId>
              </a:tblPr>
              <a:tblGrid>
                <a:gridCol w="2741991">
                  <a:extLst>
                    <a:ext uri="{9D8B030D-6E8A-4147-A177-3AD203B41FA5}">
                      <a16:colId xmlns:a16="http://schemas.microsoft.com/office/drawing/2014/main" val="3328952924"/>
                    </a:ext>
                  </a:extLst>
                </a:gridCol>
                <a:gridCol w="4107054">
                  <a:extLst>
                    <a:ext uri="{9D8B030D-6E8A-4147-A177-3AD203B41FA5}">
                      <a16:colId xmlns:a16="http://schemas.microsoft.com/office/drawing/2014/main" val="3803427514"/>
                    </a:ext>
                  </a:extLst>
                </a:gridCol>
                <a:gridCol w="1376929">
                  <a:extLst>
                    <a:ext uri="{9D8B030D-6E8A-4147-A177-3AD203B41FA5}">
                      <a16:colId xmlns:a16="http://schemas.microsoft.com/office/drawing/2014/main" val="3711534777"/>
                    </a:ext>
                  </a:extLst>
                </a:gridCol>
              </a:tblGrid>
              <a:tr h="492482">
                <a:tc>
                  <a:txBody>
                    <a:bodyPr/>
                    <a:lstStyle/>
                    <a:p>
                      <a:pPr algn="ctr"/>
                      <a:r>
                        <a:rPr lang="en-US" sz="1200" b="1" u="none" dirty="0"/>
                        <a:t>Areas</a:t>
                      </a:r>
                      <a:r>
                        <a:rPr lang="en-US" sz="1200" b="1" u="sng" dirty="0"/>
                        <a:t> </a:t>
                      </a:r>
                      <a:r>
                        <a:rPr lang="en-US" sz="1200" b="1" u="none" dirty="0"/>
                        <a:t>of Concern</a:t>
                      </a:r>
                      <a:endParaRPr lang="en-US" sz="1200" b="1" u="sng" dirty="0"/>
                    </a:p>
                  </a:txBody>
                  <a:tcPr/>
                </a:tc>
                <a:tc>
                  <a:txBody>
                    <a:bodyPr/>
                    <a:lstStyle/>
                    <a:p>
                      <a:pPr algn="ctr"/>
                      <a:r>
                        <a:rPr lang="en-US" sz="1200" dirty="0"/>
                        <a:t>Solutions (All Ads to be displayed only in Hyderabad)</a:t>
                      </a:r>
                      <a:endParaRPr lang="en-IN" sz="1200" b="0" dirty="0"/>
                    </a:p>
                  </a:txBody>
                  <a:tcPr/>
                </a:tc>
                <a:tc>
                  <a:txBody>
                    <a:bodyPr/>
                    <a:lstStyle/>
                    <a:p>
                      <a:r>
                        <a:rPr lang="en-US" sz="1200" dirty="0"/>
                        <a:t>Costs to be incurred(in Rs)</a:t>
                      </a:r>
                      <a:endParaRPr lang="en-IN" sz="1200" dirty="0"/>
                    </a:p>
                  </a:txBody>
                  <a:tcPr/>
                </a:tc>
                <a:extLst>
                  <a:ext uri="{0D108BD9-81ED-4DB2-BD59-A6C34878D82A}">
                    <a16:rowId xmlns:a16="http://schemas.microsoft.com/office/drawing/2014/main" val="1823125913"/>
                  </a:ext>
                </a:extLst>
              </a:tr>
              <a:tr h="695269">
                <a:tc>
                  <a:txBody>
                    <a:bodyPr/>
                    <a:lstStyle/>
                    <a:p>
                      <a:r>
                        <a:rPr lang="en-US" sz="1200" kern="1200" dirty="0">
                          <a:effectLst/>
                        </a:rPr>
                        <a:t>No Visibility on Google Search(SEO/SEM)</a:t>
                      </a:r>
                      <a:endParaRPr lang="en-IN" sz="1200" b="0" dirty="0"/>
                    </a:p>
                  </a:txBody>
                  <a:tcPr/>
                </a:tc>
                <a:tc>
                  <a:txBody>
                    <a:bodyPr/>
                    <a:lstStyle/>
                    <a:p>
                      <a:pPr marL="285750" indent="-285750">
                        <a:buFont typeface="Arial" panose="020B0604020202020204" pitchFamily="34" charset="0"/>
                        <a:buChar char="•"/>
                      </a:pPr>
                      <a:r>
                        <a:rPr lang="en-US" sz="1200" dirty="0"/>
                        <a:t>SEM Google Search 500 CPC Clicks</a:t>
                      </a:r>
                    </a:p>
                    <a:p>
                      <a:pPr marL="285750" indent="-285750">
                        <a:buFont typeface="Arial" panose="020B0604020202020204" pitchFamily="34" charset="0"/>
                        <a:buChar char="•"/>
                      </a:pPr>
                      <a:r>
                        <a:rPr lang="en-US" sz="1200" dirty="0"/>
                        <a:t>Content Marketing for better SEO Results</a:t>
                      </a:r>
                    </a:p>
                    <a:p>
                      <a:endParaRPr lang="en-IN" sz="1200" dirty="0"/>
                    </a:p>
                  </a:txBody>
                  <a:tcPr/>
                </a:tc>
                <a:tc>
                  <a:txBody>
                    <a:bodyPr/>
                    <a:lstStyle/>
                    <a:p>
                      <a:r>
                        <a:rPr lang="en-IN" sz="1200" kern="1200" dirty="0">
                          <a:effectLst/>
                        </a:rPr>
                        <a:t> 11,800</a:t>
                      </a:r>
                      <a:endParaRPr lang="en-IN" sz="1200" dirty="0"/>
                    </a:p>
                  </a:txBody>
                  <a:tcPr/>
                </a:tc>
                <a:extLst>
                  <a:ext uri="{0D108BD9-81ED-4DB2-BD59-A6C34878D82A}">
                    <a16:rowId xmlns:a16="http://schemas.microsoft.com/office/drawing/2014/main" val="2277928170"/>
                  </a:ext>
                </a:extLst>
              </a:tr>
              <a:tr h="695269">
                <a:tc>
                  <a:txBody>
                    <a:bodyPr/>
                    <a:lstStyle/>
                    <a:p>
                      <a:r>
                        <a:rPr lang="en-IN" sz="1200" kern="1200" dirty="0">
                          <a:effectLst/>
                        </a:rPr>
                        <a:t>No Visibility on YouTube</a:t>
                      </a:r>
                      <a:endParaRPr lang="en-IN" sz="1200" b="0" dirty="0"/>
                    </a:p>
                  </a:txBody>
                  <a:tcPr/>
                </a:tc>
                <a:tc>
                  <a:txBody>
                    <a:bodyPr/>
                    <a:lstStyle/>
                    <a:p>
                      <a:pPr marL="0" indent="0">
                        <a:buFont typeface="Arial" panose="020B0604020202020204" pitchFamily="34" charset="0"/>
                        <a:buNone/>
                      </a:pPr>
                      <a:r>
                        <a:rPr lang="en-US" sz="1200" u="sng" dirty="0"/>
                        <a:t>YouTube Ad</a:t>
                      </a:r>
                    </a:p>
                    <a:p>
                      <a:pPr marL="285750" indent="-285750">
                        <a:buFont typeface="Arial" panose="020B0604020202020204" pitchFamily="34" charset="0"/>
                        <a:buChar char="•"/>
                      </a:pPr>
                      <a:r>
                        <a:rPr lang="en-US" sz="1200" dirty="0"/>
                        <a:t>40000 Views of Non-Skippable(up to 15 secs) Videos.</a:t>
                      </a:r>
                      <a:endParaRPr lang="en-IN" sz="1200" dirty="0"/>
                    </a:p>
                  </a:txBody>
                  <a:tcPr/>
                </a:tc>
                <a:tc>
                  <a:txBody>
                    <a:bodyPr/>
                    <a:lstStyle/>
                    <a:p>
                      <a:endParaRPr lang="en-US" sz="1200" dirty="0"/>
                    </a:p>
                    <a:p>
                      <a:r>
                        <a:rPr lang="en-US" sz="1200" dirty="0"/>
                        <a:t>11,800</a:t>
                      </a:r>
                      <a:endParaRPr lang="en-IN" sz="1200" dirty="0"/>
                    </a:p>
                  </a:txBody>
                  <a:tcPr/>
                </a:tc>
                <a:extLst>
                  <a:ext uri="{0D108BD9-81ED-4DB2-BD59-A6C34878D82A}">
                    <a16:rowId xmlns:a16="http://schemas.microsoft.com/office/drawing/2014/main" val="74137531"/>
                  </a:ext>
                </a:extLst>
              </a:tr>
              <a:tr h="1100842">
                <a:tc>
                  <a:txBody>
                    <a:bodyPr/>
                    <a:lstStyle/>
                    <a:p>
                      <a:r>
                        <a:rPr lang="en-US" sz="1200" dirty="0"/>
                        <a:t>Low Reach on Facebook Page</a:t>
                      </a:r>
                    </a:p>
                    <a:p>
                      <a:pPr marL="285750" indent="-285750">
                        <a:buFont typeface="Arial" panose="020B0604020202020204" pitchFamily="34" charset="0"/>
                        <a:buChar char="•"/>
                      </a:pPr>
                      <a:r>
                        <a:rPr lang="en-IN" sz="1200" kern="1200" dirty="0">
                          <a:effectLst/>
                        </a:rPr>
                        <a:t>620 Followers</a:t>
                      </a:r>
                    </a:p>
                    <a:p>
                      <a:pPr marL="285750" indent="-285750">
                        <a:buFont typeface="Arial" panose="020B0604020202020204" pitchFamily="34" charset="0"/>
                        <a:buChar char="•"/>
                      </a:pPr>
                      <a:r>
                        <a:rPr lang="en-IN" sz="1200" kern="1200" dirty="0">
                          <a:effectLst/>
                        </a:rPr>
                        <a:t>On an Avg. 4-6 Likes on  each post.</a:t>
                      </a:r>
                      <a:endParaRPr lang="en-IN" sz="1200" dirty="0"/>
                    </a:p>
                  </a:txBody>
                  <a:tcPr/>
                </a:tc>
                <a:tc>
                  <a:txBody>
                    <a:bodyPr/>
                    <a:lstStyle/>
                    <a:p>
                      <a:pPr marL="0" indent="0">
                        <a:buFont typeface="Arial" panose="020B0604020202020204" pitchFamily="34" charset="0"/>
                        <a:buNone/>
                      </a:pPr>
                      <a:r>
                        <a:rPr lang="en-US" sz="1200" u="sng" dirty="0"/>
                        <a:t>Facebook Ad</a:t>
                      </a:r>
                    </a:p>
                    <a:p>
                      <a:pPr marL="285750" indent="-285750">
                        <a:buFont typeface="Arial" panose="020B0604020202020204" pitchFamily="34" charset="0"/>
                        <a:buChar char="•"/>
                      </a:pPr>
                      <a:r>
                        <a:rPr lang="en-US" sz="1200" dirty="0"/>
                        <a:t>2500 CPC Banner Units</a:t>
                      </a:r>
                    </a:p>
                    <a:p>
                      <a:pPr marL="285750" indent="-285750">
                        <a:buFont typeface="Arial" panose="020B0604020202020204" pitchFamily="34" charset="0"/>
                        <a:buChar char="•"/>
                      </a:pPr>
                      <a:r>
                        <a:rPr lang="en-US" sz="1200" dirty="0"/>
                        <a:t>250000 CPM Banner Units</a:t>
                      </a:r>
                    </a:p>
                    <a:p>
                      <a:pPr marL="285750" indent="-285750">
                        <a:buFont typeface="Arial" panose="020B0604020202020204" pitchFamily="34" charset="0"/>
                        <a:buChar char="•"/>
                      </a:pPr>
                      <a:r>
                        <a:rPr lang="en-US" sz="1200" kern="1200" dirty="0">
                          <a:effectLst/>
                        </a:rPr>
                        <a:t>Substantiation by experts needed in awareness posts on the Facebook Page.</a:t>
                      </a:r>
                      <a:endParaRPr lang="en-IN" sz="1200" dirty="0"/>
                    </a:p>
                  </a:txBody>
                  <a:tcPr/>
                </a:tc>
                <a:tc>
                  <a:txBody>
                    <a:bodyPr/>
                    <a:lstStyle/>
                    <a:p>
                      <a:endParaRPr lang="en-US" sz="1200" dirty="0"/>
                    </a:p>
                    <a:p>
                      <a:r>
                        <a:rPr lang="en-US" sz="1200" dirty="0"/>
                        <a:t>11,800</a:t>
                      </a:r>
                    </a:p>
                    <a:p>
                      <a:r>
                        <a:rPr lang="en-US" sz="1200" dirty="0"/>
                        <a:t>14,750</a:t>
                      </a:r>
                      <a:endParaRPr lang="en-IN" sz="1200" dirty="0"/>
                    </a:p>
                  </a:txBody>
                  <a:tcPr/>
                </a:tc>
                <a:extLst>
                  <a:ext uri="{0D108BD9-81ED-4DB2-BD59-A6C34878D82A}">
                    <a16:rowId xmlns:a16="http://schemas.microsoft.com/office/drawing/2014/main" val="4084246825"/>
                  </a:ext>
                </a:extLst>
              </a:tr>
              <a:tr h="1303629">
                <a:tc>
                  <a:txBody>
                    <a:bodyPr/>
                    <a:lstStyle/>
                    <a:p>
                      <a:r>
                        <a:rPr lang="en-US" sz="1200" dirty="0"/>
                        <a:t>Low Reach on Instagram Page</a:t>
                      </a:r>
                    </a:p>
                    <a:p>
                      <a:pPr marL="285750" indent="-285750">
                        <a:buFont typeface="Arial" panose="020B0604020202020204" pitchFamily="34" charset="0"/>
                        <a:buChar char="•"/>
                      </a:pPr>
                      <a:r>
                        <a:rPr lang="en-IN" sz="1200" kern="1200" dirty="0">
                          <a:effectLst/>
                        </a:rPr>
                        <a:t>563 Followers</a:t>
                      </a:r>
                    </a:p>
                    <a:p>
                      <a:pPr marL="285750" indent="-285750">
                        <a:buFont typeface="Arial" panose="020B0604020202020204" pitchFamily="34" charset="0"/>
                        <a:buChar char="•"/>
                      </a:pPr>
                      <a:r>
                        <a:rPr lang="en-IN" sz="1200" kern="1200" dirty="0">
                          <a:effectLst/>
                        </a:rPr>
                        <a:t>172 posts</a:t>
                      </a:r>
                    </a:p>
                    <a:p>
                      <a:pPr marL="285750" indent="-285750">
                        <a:buFont typeface="Arial" panose="020B0604020202020204" pitchFamily="34" charset="0"/>
                        <a:buChar char="•"/>
                      </a:pPr>
                      <a:r>
                        <a:rPr lang="en-IN" sz="1200" kern="1200" dirty="0">
                          <a:effectLst/>
                        </a:rPr>
                        <a:t>On an Avg. 30-40 Likes on Each post</a:t>
                      </a:r>
                    </a:p>
                    <a:p>
                      <a:pPr marL="285750" indent="-285750">
                        <a:buFont typeface="Arial" panose="020B0604020202020204" pitchFamily="34" charset="0"/>
                        <a:buChar char="•"/>
                      </a:pPr>
                      <a:r>
                        <a:rPr lang="en-IN" sz="1200" kern="1200" dirty="0">
                          <a:effectLst/>
                        </a:rPr>
                        <a:t>On an Avg. </a:t>
                      </a:r>
                      <a:r>
                        <a:rPr lang="en-US" sz="1200" kern="1200" dirty="0">
                          <a:effectLst/>
                        </a:rPr>
                        <a:t>150 Views on reels.</a:t>
                      </a:r>
                      <a:endParaRPr lang="en-IN" sz="1200" dirty="0"/>
                    </a:p>
                  </a:txBody>
                  <a:tcPr/>
                </a:tc>
                <a:tc>
                  <a:txBody>
                    <a:bodyPr/>
                    <a:lstStyle/>
                    <a:p>
                      <a:r>
                        <a:rPr lang="en-US" sz="1200" u="sng" dirty="0"/>
                        <a:t>Instagram Ad</a:t>
                      </a:r>
                    </a:p>
                    <a:p>
                      <a:pPr marL="285750" indent="-285750">
                        <a:buFont typeface="Arial" panose="020B0604020202020204" pitchFamily="34" charset="0"/>
                        <a:buChar char="•"/>
                      </a:pPr>
                      <a:r>
                        <a:rPr lang="en-US" sz="1200" u="none" dirty="0"/>
                        <a:t>2500 CPC Banner Units</a:t>
                      </a:r>
                    </a:p>
                    <a:p>
                      <a:pPr marL="285750" indent="-285750">
                        <a:buFont typeface="Arial" panose="020B0604020202020204" pitchFamily="34" charset="0"/>
                        <a:buChar char="•"/>
                      </a:pPr>
                      <a:r>
                        <a:rPr lang="en-US" sz="1200" u="none" dirty="0"/>
                        <a:t>50000 CPM Views on Instagram Reels</a:t>
                      </a:r>
                    </a:p>
                    <a:p>
                      <a:pPr marL="285750" indent="-285750">
                        <a:buFont typeface="Arial" panose="020B0604020202020204" pitchFamily="34" charset="0"/>
                        <a:buChar char="•"/>
                      </a:pPr>
                      <a:r>
                        <a:rPr lang="en-US" sz="1200" u="none" dirty="0"/>
                        <a:t>More Content on Benefits of fruit in specific Areas should be added on Instagram Page of Fruitoholic.</a:t>
                      </a:r>
                      <a:endParaRPr lang="en-IN" sz="1200" b="0" u="none" dirty="0"/>
                    </a:p>
                  </a:txBody>
                  <a:tcPr/>
                </a:tc>
                <a:tc>
                  <a:txBody>
                    <a:bodyPr/>
                    <a:lstStyle/>
                    <a:p>
                      <a:endParaRPr lang="en-US" sz="1200" dirty="0"/>
                    </a:p>
                    <a:p>
                      <a:r>
                        <a:rPr lang="en-IN" sz="1200" dirty="0"/>
                        <a:t>11,800</a:t>
                      </a:r>
                    </a:p>
                    <a:p>
                      <a:r>
                        <a:rPr lang="en-IN" sz="1200" dirty="0"/>
                        <a:t>  8,850</a:t>
                      </a:r>
                    </a:p>
                  </a:txBody>
                  <a:tcPr/>
                </a:tc>
                <a:extLst>
                  <a:ext uri="{0D108BD9-81ED-4DB2-BD59-A6C34878D82A}">
                    <a16:rowId xmlns:a16="http://schemas.microsoft.com/office/drawing/2014/main" val="48251859"/>
                  </a:ext>
                </a:extLst>
              </a:tr>
              <a:tr h="1303629">
                <a:tc>
                  <a:txBody>
                    <a:bodyPr/>
                    <a:lstStyle/>
                    <a:p>
                      <a:r>
                        <a:rPr lang="en-US" sz="1200" dirty="0"/>
                        <a:t>No Visibility on LinkedIn Page</a:t>
                      </a:r>
                      <a:endParaRPr lang="en-IN" sz="1200" dirty="0"/>
                    </a:p>
                  </a:txBody>
                  <a:tcPr/>
                </a:tc>
                <a:tc>
                  <a:txBody>
                    <a:bodyPr/>
                    <a:lstStyle/>
                    <a:p>
                      <a:pPr marL="285750" indent="-285750">
                        <a:buFont typeface="Arial" panose="020B0604020202020204" pitchFamily="34" charset="0"/>
                        <a:buChar char="•"/>
                      </a:pPr>
                      <a:r>
                        <a:rPr lang="en-US" sz="1200" dirty="0"/>
                        <a:t>Dedicated Fruitoholic LinkedIn Page to be created.</a:t>
                      </a:r>
                    </a:p>
                    <a:p>
                      <a:pPr marL="285750" indent="-285750">
                        <a:buFont typeface="Arial" panose="020B0604020202020204" pitchFamily="34" charset="0"/>
                        <a:buChar char="•"/>
                      </a:pPr>
                      <a:r>
                        <a:rPr lang="en-US" sz="1200" dirty="0"/>
                        <a:t>Relevant Content to be uploaded.</a:t>
                      </a:r>
                    </a:p>
                    <a:p>
                      <a:pPr marL="0" indent="0">
                        <a:buFont typeface="Arial" panose="020B0604020202020204" pitchFamily="34" charset="0"/>
                        <a:buNone/>
                      </a:pPr>
                      <a:r>
                        <a:rPr lang="en-US" sz="1200" u="sng" dirty="0"/>
                        <a:t>LinkedIn Ads</a:t>
                      </a:r>
                    </a:p>
                    <a:p>
                      <a:pPr marL="285750" indent="-285750">
                        <a:buFont typeface="Arial" panose="020B0604020202020204" pitchFamily="34" charset="0"/>
                        <a:buChar char="•"/>
                      </a:pPr>
                      <a:r>
                        <a:rPr lang="en-US" sz="1200" dirty="0"/>
                        <a:t>200 CPC Banner Units</a:t>
                      </a:r>
                    </a:p>
                    <a:p>
                      <a:pPr marL="285750" indent="-285750">
                        <a:buFont typeface="Arial" panose="020B0604020202020204" pitchFamily="34" charset="0"/>
                        <a:buChar char="•"/>
                      </a:pPr>
                      <a:r>
                        <a:rPr lang="en-US" sz="1200" dirty="0"/>
                        <a:t>20000 CPV Video Ads</a:t>
                      </a:r>
                    </a:p>
                    <a:p>
                      <a:pPr marL="285750" indent="-285750">
                        <a:buFont typeface="Arial" panose="020B0604020202020204" pitchFamily="34" charset="0"/>
                        <a:buChar char="•"/>
                      </a:pPr>
                      <a:endParaRPr lang="en-IN" sz="1200" dirty="0"/>
                    </a:p>
                  </a:txBody>
                  <a:tcPr/>
                </a:tc>
                <a:tc>
                  <a:txBody>
                    <a:bodyPr/>
                    <a:lstStyle/>
                    <a:p>
                      <a:endParaRPr lang="en-US" sz="1200" dirty="0"/>
                    </a:p>
                    <a:p>
                      <a:endParaRPr lang="en-IN" sz="1200" dirty="0"/>
                    </a:p>
                    <a:p>
                      <a:r>
                        <a:rPr lang="en-IN" sz="1200" kern="1200" dirty="0">
                          <a:effectLst/>
                        </a:rPr>
                        <a:t>14,160</a:t>
                      </a:r>
                    </a:p>
                    <a:p>
                      <a:r>
                        <a:rPr lang="en-IN" sz="1200" kern="1200" dirty="0">
                          <a:effectLst/>
                        </a:rPr>
                        <a:t>18,880</a:t>
                      </a:r>
                      <a:endParaRPr lang="en-IN" sz="1200" dirty="0"/>
                    </a:p>
                  </a:txBody>
                  <a:tcPr/>
                </a:tc>
                <a:extLst>
                  <a:ext uri="{0D108BD9-81ED-4DB2-BD59-A6C34878D82A}">
                    <a16:rowId xmlns:a16="http://schemas.microsoft.com/office/drawing/2014/main" val="845076394"/>
                  </a:ext>
                </a:extLst>
              </a:tr>
            </a:tbl>
          </a:graphicData>
        </a:graphic>
      </p:graphicFrame>
      <p:grpSp>
        <p:nvGrpSpPr>
          <p:cNvPr id="21" name="Group 20">
            <a:extLst>
              <a:ext uri="{FF2B5EF4-FFF2-40B4-BE49-F238E27FC236}">
                <a16:creationId xmlns:a16="http://schemas.microsoft.com/office/drawing/2014/main" id="{E80F9BBE-8848-4BC5-B67F-80CFFC1D9FEF}"/>
              </a:ext>
            </a:extLst>
          </p:cNvPr>
          <p:cNvGrpSpPr/>
          <p:nvPr/>
        </p:nvGrpSpPr>
        <p:grpSpPr>
          <a:xfrm>
            <a:off x="8705673" y="1219205"/>
            <a:ext cx="3445674" cy="1707881"/>
            <a:chOff x="8542656" y="723009"/>
            <a:chExt cx="3499200" cy="1693252"/>
          </a:xfrm>
        </p:grpSpPr>
        <p:pic>
          <p:nvPicPr>
            <p:cNvPr id="1026" name="Picture 2" descr="Ahead of Disney+&amp;#39;s India Launch, Hotstar Rebranded to Disney+ Hotstar |  Entertainment News">
              <a:extLst>
                <a:ext uri="{FF2B5EF4-FFF2-40B4-BE49-F238E27FC236}">
                  <a16:creationId xmlns:a16="http://schemas.microsoft.com/office/drawing/2014/main" id="{F464DDE1-CC11-4E01-870E-0A8074ABD8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42656" y="731875"/>
              <a:ext cx="1113686" cy="742067"/>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046751BE-938E-465B-B172-3E30873DA127}"/>
                </a:ext>
              </a:extLst>
            </p:cNvPr>
            <p:cNvSpPr txBox="1"/>
            <p:nvPr/>
          </p:nvSpPr>
          <p:spPr>
            <a:xfrm>
              <a:off x="9656342" y="723009"/>
              <a:ext cx="2385514" cy="640795"/>
            </a:xfrm>
            <a:prstGeom prst="rect">
              <a:avLst/>
            </a:prstGeom>
            <a:noFill/>
          </p:spPr>
          <p:txBody>
            <a:bodyPr wrap="square" rtlCol="0">
              <a:spAutoFit/>
            </a:bodyPr>
            <a:lstStyle/>
            <a:p>
              <a:r>
                <a:rPr lang="en-US" sz="1200" dirty="0"/>
                <a:t>Targeted 1 Lakh- CPCV -Mid-Roll- 20 sec Videos Units.</a:t>
              </a:r>
            </a:p>
            <a:p>
              <a:r>
                <a:rPr lang="en-US" sz="1200" b="1" dirty="0"/>
                <a:t>                               Cost- ₹ </a:t>
              </a:r>
              <a:r>
                <a:rPr lang="en-IN" sz="1200" b="1" i="0" dirty="0">
                  <a:effectLst/>
                  <a:latin typeface="Montserrat"/>
                </a:rPr>
                <a:t>21,240</a:t>
              </a:r>
              <a:endParaRPr lang="en-IN" sz="1200" b="1" dirty="0"/>
            </a:p>
          </p:txBody>
        </p:sp>
        <p:pic>
          <p:nvPicPr>
            <p:cNvPr id="1028" name="Picture 4" descr="Google Display Network: Hacks for Successful Marketers - Lander Blog">
              <a:extLst>
                <a:ext uri="{FF2B5EF4-FFF2-40B4-BE49-F238E27FC236}">
                  <a16:creationId xmlns:a16="http://schemas.microsoft.com/office/drawing/2014/main" id="{87851514-0BB8-4675-8A2E-96310F196AAA}"/>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14903" t="10287" r="9139" b="32372"/>
            <a:stretch/>
          </p:blipFill>
          <p:spPr bwMode="auto">
            <a:xfrm>
              <a:off x="8542656" y="1682836"/>
              <a:ext cx="1363249" cy="733425"/>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611B9A5-F283-45F5-9232-E01F6FE55476}"/>
                </a:ext>
              </a:extLst>
            </p:cNvPr>
            <p:cNvSpPr txBox="1"/>
            <p:nvPr/>
          </p:nvSpPr>
          <p:spPr>
            <a:xfrm>
              <a:off x="9905905" y="1743342"/>
              <a:ext cx="2097754" cy="640795"/>
            </a:xfrm>
            <a:prstGeom prst="rect">
              <a:avLst/>
            </a:prstGeom>
            <a:noFill/>
          </p:spPr>
          <p:txBody>
            <a:bodyPr wrap="square" rtlCol="0">
              <a:spAutoFit/>
            </a:bodyPr>
            <a:lstStyle/>
            <a:p>
              <a:r>
                <a:rPr lang="en-US" sz="1200" dirty="0"/>
                <a:t>Targeted 20000 CPC Banner Units.</a:t>
              </a:r>
            </a:p>
            <a:p>
              <a:r>
                <a:rPr lang="en-US" sz="1200" b="1" dirty="0"/>
                <a:t>                     Cost- ₹ </a:t>
              </a:r>
              <a:r>
                <a:rPr lang="en-IN" sz="1200" b="1" i="0" dirty="0">
                  <a:effectLst/>
                  <a:latin typeface="Montserrat"/>
                </a:rPr>
                <a:t>11,800</a:t>
              </a:r>
              <a:endParaRPr lang="en-IN" sz="1200" b="1" dirty="0"/>
            </a:p>
          </p:txBody>
        </p:sp>
      </p:grpSp>
      <p:sp>
        <p:nvSpPr>
          <p:cNvPr id="14" name="Rectangle 13">
            <a:extLst>
              <a:ext uri="{FF2B5EF4-FFF2-40B4-BE49-F238E27FC236}">
                <a16:creationId xmlns:a16="http://schemas.microsoft.com/office/drawing/2014/main" id="{BF04C6B4-9FA0-4F60-93C4-0C8CB4127FB0}"/>
              </a:ext>
            </a:extLst>
          </p:cNvPr>
          <p:cNvSpPr/>
          <p:nvPr/>
        </p:nvSpPr>
        <p:spPr>
          <a:xfrm>
            <a:off x="8480066" y="4014765"/>
            <a:ext cx="3633668" cy="279089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endParaRPr lang="en-IN" dirty="0"/>
          </a:p>
        </p:txBody>
      </p:sp>
      <p:sp>
        <p:nvSpPr>
          <p:cNvPr id="16" name="TextBox 15">
            <a:extLst>
              <a:ext uri="{FF2B5EF4-FFF2-40B4-BE49-F238E27FC236}">
                <a16:creationId xmlns:a16="http://schemas.microsoft.com/office/drawing/2014/main" id="{DE4DDB3F-0857-42B9-950B-70FFDD3E9E80}"/>
              </a:ext>
            </a:extLst>
          </p:cNvPr>
          <p:cNvSpPr txBox="1"/>
          <p:nvPr/>
        </p:nvSpPr>
        <p:spPr>
          <a:xfrm>
            <a:off x="8545167" y="4014765"/>
            <a:ext cx="3005803" cy="2677656"/>
          </a:xfrm>
          <a:prstGeom prst="rect">
            <a:avLst/>
          </a:prstGeom>
          <a:noFill/>
        </p:spPr>
        <p:txBody>
          <a:bodyPr wrap="square" rtlCol="0">
            <a:spAutoFit/>
          </a:bodyPr>
          <a:lstStyle/>
          <a:p>
            <a:r>
              <a:rPr lang="en-US" sz="1200" b="1" u="sng" dirty="0"/>
              <a:t>Promotional Ad Content</a:t>
            </a:r>
            <a:r>
              <a:rPr lang="en-US" sz="1200" b="1" dirty="0"/>
              <a:t>:</a:t>
            </a:r>
          </a:p>
          <a:p>
            <a:endParaRPr lang="en-US" sz="1200" dirty="0"/>
          </a:p>
          <a:p>
            <a:pPr marL="285750" indent="-285750">
              <a:buFont typeface="Wingdings" panose="05000000000000000000" pitchFamily="2" charset="2"/>
              <a:buChar char="§"/>
            </a:pPr>
            <a:r>
              <a:rPr lang="en-US" sz="1200" dirty="0"/>
              <a:t>Consumer Persona Specific Banners on our Offerings in terms of Subscription Plans as one spot solution.</a:t>
            </a:r>
          </a:p>
          <a:p>
            <a:pPr marL="285750" indent="-285750">
              <a:buFont typeface="Wingdings" panose="05000000000000000000" pitchFamily="2" charset="2"/>
              <a:buChar char="§"/>
            </a:pPr>
            <a:endParaRPr lang="en-US" sz="1200" dirty="0"/>
          </a:p>
          <a:p>
            <a:pPr marL="285750" indent="-285750">
              <a:buFont typeface="Wingdings" panose="05000000000000000000" pitchFamily="2" charset="2"/>
              <a:buChar char="§"/>
            </a:pPr>
            <a:r>
              <a:rPr lang="en-US" sz="1200" dirty="0"/>
              <a:t>Video Ads to contain Consumer Persona needs and Our Solution through Subscription Plans and other individual products.</a:t>
            </a:r>
          </a:p>
          <a:p>
            <a:pPr marL="285750" indent="-285750">
              <a:buFont typeface="Wingdings" panose="05000000000000000000" pitchFamily="2" charset="2"/>
              <a:buChar char="§"/>
            </a:pPr>
            <a:endParaRPr lang="en-US" sz="1200" dirty="0"/>
          </a:p>
          <a:p>
            <a:pPr marL="285750" indent="-285750">
              <a:buFont typeface="Wingdings" panose="05000000000000000000" pitchFamily="2" charset="2"/>
              <a:buChar char="§"/>
            </a:pPr>
            <a:r>
              <a:rPr lang="en-US" sz="1200" dirty="0"/>
              <a:t>End 5 Secs to be allotted for creating awareness on importance of fruits for targeted Consumer Personas.</a:t>
            </a:r>
          </a:p>
        </p:txBody>
      </p:sp>
      <p:pic>
        <p:nvPicPr>
          <p:cNvPr id="18" name="Picture 2" descr="Banner Design - Performance Optimized Ad Designs">
            <a:extLst>
              <a:ext uri="{FF2B5EF4-FFF2-40B4-BE49-F238E27FC236}">
                <a16:creationId xmlns:a16="http://schemas.microsoft.com/office/drawing/2014/main" id="{3F1733C3-3F4B-42EE-AB52-93BD60F0437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40735" y="4562141"/>
            <a:ext cx="495300" cy="35834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Online Video Icon | T&amp;S Online Marketing">
            <a:extLst>
              <a:ext uri="{FF2B5EF4-FFF2-40B4-BE49-F238E27FC236}">
                <a16:creationId xmlns:a16="http://schemas.microsoft.com/office/drawing/2014/main" id="{BDE9D763-7E88-416E-A584-0FBECBAEC11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534125" y="5131636"/>
            <a:ext cx="501910" cy="5019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Video online conference icon, outline style Stock Vector Image &amp; Art - Alamy">
            <a:extLst>
              <a:ext uri="{FF2B5EF4-FFF2-40B4-BE49-F238E27FC236}">
                <a16:creationId xmlns:a16="http://schemas.microsoft.com/office/drawing/2014/main" id="{6FC8A2D5-A6CB-4E82-A449-07407F2C71F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1535677" y="6128746"/>
            <a:ext cx="501910" cy="501910"/>
          </a:xfrm>
          <a:prstGeom prst="rect">
            <a:avLst/>
          </a:prstGeom>
          <a:noFill/>
          <a:extLst>
            <a:ext uri="{909E8E84-426E-40DD-AFC4-6F175D3DCCD1}">
              <a14:hiddenFill xmlns:a14="http://schemas.microsoft.com/office/drawing/2010/main">
                <a:solidFill>
                  <a:srgbClr val="FFFFFF"/>
                </a:solidFill>
              </a14:hiddenFill>
            </a:ext>
          </a:extLst>
        </p:spPr>
      </p:pic>
      <p:sp>
        <p:nvSpPr>
          <p:cNvPr id="25" name="Arrow: Pentagon 24">
            <a:extLst>
              <a:ext uri="{FF2B5EF4-FFF2-40B4-BE49-F238E27FC236}">
                <a16:creationId xmlns:a16="http://schemas.microsoft.com/office/drawing/2014/main" id="{6F25478E-87A8-47A6-ADC1-F50FB9815215}"/>
              </a:ext>
            </a:extLst>
          </p:cNvPr>
          <p:cNvSpPr/>
          <p:nvPr/>
        </p:nvSpPr>
        <p:spPr>
          <a:xfrm>
            <a:off x="0" y="600117"/>
            <a:ext cx="3771293" cy="47246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Promotional Strategy</a:t>
            </a:r>
            <a:endParaRPr lang="en-IN" b="1" dirty="0"/>
          </a:p>
        </p:txBody>
      </p:sp>
      <p:sp>
        <p:nvSpPr>
          <p:cNvPr id="3" name="Rectangle: Rounded Corners 2">
            <a:extLst>
              <a:ext uri="{FF2B5EF4-FFF2-40B4-BE49-F238E27FC236}">
                <a16:creationId xmlns:a16="http://schemas.microsoft.com/office/drawing/2014/main" id="{FF2F5A1C-DDFB-462A-946D-F42783BD9E80}"/>
              </a:ext>
            </a:extLst>
          </p:cNvPr>
          <p:cNvSpPr/>
          <p:nvPr/>
        </p:nvSpPr>
        <p:spPr>
          <a:xfrm>
            <a:off x="9138687" y="3142284"/>
            <a:ext cx="2438400" cy="686281"/>
          </a:xfrm>
          <a:prstGeom prst="roundRect">
            <a:avLst/>
          </a:prstGeom>
          <a:solidFill>
            <a:schemeClr val="accent4">
              <a:lumMod val="60000"/>
              <a:lumOff val="4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Total Estimated Expenditure</a:t>
            </a:r>
            <a:r>
              <a:rPr lang="en-GB" sz="1400" b="1" dirty="0">
                <a:solidFill>
                  <a:schemeClr val="tx1"/>
                </a:solidFill>
              </a:rPr>
              <a:t>: ₹1,22,720</a:t>
            </a:r>
            <a:endParaRPr lang="en-IN" sz="1400" b="1" dirty="0">
              <a:solidFill>
                <a:schemeClr val="tx1"/>
              </a:solidFill>
            </a:endParaRPr>
          </a:p>
        </p:txBody>
      </p:sp>
    </p:spTree>
    <p:extLst>
      <p:ext uri="{BB962C8B-B14F-4D97-AF65-F5344CB8AC3E}">
        <p14:creationId xmlns:p14="http://schemas.microsoft.com/office/powerpoint/2010/main" val="18393146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CFD3386-240B-42B3-BC3C-2FA3951BEA0C}"/>
              </a:ext>
            </a:extLst>
          </p:cNvPr>
          <p:cNvGrpSpPr/>
          <p:nvPr/>
        </p:nvGrpSpPr>
        <p:grpSpPr>
          <a:xfrm>
            <a:off x="17480" y="23333"/>
            <a:ext cx="12174520" cy="533258"/>
            <a:chOff x="17480" y="23333"/>
            <a:chExt cx="12174520" cy="533258"/>
          </a:xfrm>
          <a:solidFill>
            <a:srgbClr val="FFC000"/>
          </a:solidFill>
        </p:grpSpPr>
        <p:sp>
          <p:nvSpPr>
            <p:cNvPr id="5" name="Pentagon 18">
              <a:extLst>
                <a:ext uri="{FF2B5EF4-FFF2-40B4-BE49-F238E27FC236}">
                  <a16:creationId xmlns:a16="http://schemas.microsoft.com/office/drawing/2014/main" id="{22C635A6-F52B-472E-912B-BC356BCBF6FE}"/>
                </a:ext>
              </a:extLst>
            </p:cNvPr>
            <p:cNvSpPr/>
            <p:nvPr/>
          </p:nvSpPr>
          <p:spPr>
            <a:xfrm>
              <a:off x="9516890" y="23333"/>
              <a:ext cx="2675110"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M</a:t>
              </a:r>
              <a:r>
                <a:rPr lang="en-IN" b="1" dirty="0"/>
                <a:t>arket Expansion</a:t>
              </a:r>
            </a:p>
          </p:txBody>
        </p:sp>
        <p:sp>
          <p:nvSpPr>
            <p:cNvPr id="6" name="Pentagon 18">
              <a:extLst>
                <a:ext uri="{FF2B5EF4-FFF2-40B4-BE49-F238E27FC236}">
                  <a16:creationId xmlns:a16="http://schemas.microsoft.com/office/drawing/2014/main" id="{1FE95D65-E0B7-49B2-A51C-F142153D1D81}"/>
                </a:ext>
              </a:extLst>
            </p:cNvPr>
            <p:cNvSpPr/>
            <p:nvPr/>
          </p:nvSpPr>
          <p:spPr>
            <a:xfrm>
              <a:off x="7584471" y="23333"/>
              <a:ext cx="2242405"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     Go To Market</a:t>
              </a:r>
            </a:p>
          </p:txBody>
        </p:sp>
        <p:sp>
          <p:nvSpPr>
            <p:cNvPr id="7" name="Pentagon 18">
              <a:extLst>
                <a:ext uri="{FF2B5EF4-FFF2-40B4-BE49-F238E27FC236}">
                  <a16:creationId xmlns:a16="http://schemas.microsoft.com/office/drawing/2014/main" id="{2BC57B7D-770E-497F-A2D7-C030D21CDB37}"/>
                </a:ext>
              </a:extLst>
            </p:cNvPr>
            <p:cNvSpPr/>
            <p:nvPr/>
          </p:nvSpPr>
          <p:spPr>
            <a:xfrm>
              <a:off x="5762297" y="23333"/>
              <a:ext cx="2242405"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Product</a:t>
              </a:r>
            </a:p>
          </p:txBody>
        </p:sp>
        <p:sp>
          <p:nvSpPr>
            <p:cNvPr id="8" name="Pentagon 18">
              <a:extLst>
                <a:ext uri="{FF2B5EF4-FFF2-40B4-BE49-F238E27FC236}">
                  <a16:creationId xmlns:a16="http://schemas.microsoft.com/office/drawing/2014/main" id="{8428320A-18E4-4DBF-B4E9-600A5A66DC36}"/>
                </a:ext>
              </a:extLst>
            </p:cNvPr>
            <p:cNvSpPr/>
            <p:nvPr/>
          </p:nvSpPr>
          <p:spPr>
            <a:xfrm>
              <a:off x="3847358" y="23333"/>
              <a:ext cx="2242406"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S</a:t>
              </a:r>
              <a:r>
                <a:rPr lang="en-IN" b="1" dirty="0"/>
                <a:t>olutions</a:t>
              </a:r>
            </a:p>
          </p:txBody>
        </p:sp>
        <p:sp>
          <p:nvSpPr>
            <p:cNvPr id="9" name="Pentagon 18">
              <a:extLst>
                <a:ext uri="{FF2B5EF4-FFF2-40B4-BE49-F238E27FC236}">
                  <a16:creationId xmlns:a16="http://schemas.microsoft.com/office/drawing/2014/main" id="{BC7E051B-2CBE-4167-B7AC-34D33FACD04C}"/>
                </a:ext>
              </a:extLst>
            </p:cNvPr>
            <p:cNvSpPr/>
            <p:nvPr/>
          </p:nvSpPr>
          <p:spPr>
            <a:xfrm>
              <a:off x="1932418" y="23333"/>
              <a:ext cx="2440799"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T</a:t>
              </a:r>
              <a:r>
                <a:rPr lang="en-IN" b="1" dirty="0"/>
                <a:t>arget Customers</a:t>
              </a:r>
            </a:p>
          </p:txBody>
        </p:sp>
        <p:sp>
          <p:nvSpPr>
            <p:cNvPr id="10" name="Pentagon 18">
              <a:extLst>
                <a:ext uri="{FF2B5EF4-FFF2-40B4-BE49-F238E27FC236}">
                  <a16:creationId xmlns:a16="http://schemas.microsoft.com/office/drawing/2014/main" id="{A56D2C79-E595-431A-A8FE-FD9BDF083C94}"/>
                </a:ext>
              </a:extLst>
            </p:cNvPr>
            <p:cNvSpPr/>
            <p:nvPr/>
          </p:nvSpPr>
          <p:spPr>
            <a:xfrm>
              <a:off x="17480" y="23333"/>
              <a:ext cx="2242406"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Research</a:t>
              </a:r>
            </a:p>
          </p:txBody>
        </p:sp>
      </p:grpSp>
      <p:graphicFrame>
        <p:nvGraphicFramePr>
          <p:cNvPr id="2" name="Diagram 1">
            <a:extLst>
              <a:ext uri="{FF2B5EF4-FFF2-40B4-BE49-F238E27FC236}">
                <a16:creationId xmlns:a16="http://schemas.microsoft.com/office/drawing/2014/main" id="{90111290-7D94-4588-A488-1C10ED12F438}"/>
              </a:ext>
            </a:extLst>
          </p:cNvPr>
          <p:cNvGraphicFramePr/>
          <p:nvPr>
            <p:extLst>
              <p:ext uri="{D42A27DB-BD31-4B8C-83A1-F6EECF244321}">
                <p14:modId xmlns:p14="http://schemas.microsoft.com/office/powerpoint/2010/main" val="3637038123"/>
              </p:ext>
            </p:extLst>
          </p:nvPr>
        </p:nvGraphicFramePr>
        <p:xfrm>
          <a:off x="17480" y="1343211"/>
          <a:ext cx="8269270" cy="54914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extBox 10">
            <a:extLst>
              <a:ext uri="{FF2B5EF4-FFF2-40B4-BE49-F238E27FC236}">
                <a16:creationId xmlns:a16="http://schemas.microsoft.com/office/drawing/2014/main" id="{9E40DC24-FA13-4EED-8A3E-F17C1A9CCB51}"/>
              </a:ext>
            </a:extLst>
          </p:cNvPr>
          <p:cNvSpPr txBox="1"/>
          <p:nvPr/>
        </p:nvSpPr>
        <p:spPr>
          <a:xfrm>
            <a:off x="1730007" y="4745371"/>
            <a:ext cx="6675120" cy="1200329"/>
          </a:xfrm>
          <a:prstGeom prst="rect">
            <a:avLst/>
          </a:prstGeom>
          <a:noFill/>
        </p:spPr>
        <p:txBody>
          <a:bodyPr wrap="square" rtlCol="0">
            <a:spAutoFit/>
          </a:bodyPr>
          <a:lstStyle/>
          <a:p>
            <a:r>
              <a:rPr lang="en-US" sz="1200" i="0" u="sng" dirty="0">
                <a:solidFill>
                  <a:schemeClr val="bg1"/>
                </a:solidFill>
                <a:effectLst/>
              </a:rPr>
              <a:t>Cinema Theatres/Auditoriums</a:t>
            </a:r>
          </a:p>
          <a:p>
            <a:pPr marL="171450" indent="-171450">
              <a:buFont typeface="Arial" panose="020B0604020202020204" pitchFamily="34" charset="0"/>
              <a:buChar char="•"/>
            </a:pPr>
            <a:r>
              <a:rPr lang="en-US" sz="1200" i="0" dirty="0">
                <a:solidFill>
                  <a:schemeClr val="bg1"/>
                </a:solidFill>
                <a:effectLst/>
              </a:rPr>
              <a:t>Target  Cinema halls/ Auditoriums to put up banners of </a:t>
            </a:r>
            <a:r>
              <a:rPr lang="en-US" sz="1200" dirty="0">
                <a:solidFill>
                  <a:schemeClr val="bg1"/>
                </a:solidFill>
              </a:rPr>
              <a:t>F</a:t>
            </a:r>
            <a:r>
              <a:rPr lang="en-US" sz="1200" i="0" dirty="0">
                <a:solidFill>
                  <a:schemeClr val="bg1"/>
                </a:solidFill>
                <a:effectLst/>
              </a:rPr>
              <a:t>ruitoholic. </a:t>
            </a:r>
          </a:p>
          <a:p>
            <a:pPr marL="171450" indent="-171450">
              <a:buFont typeface="Arial" panose="020B0604020202020204" pitchFamily="34" charset="0"/>
              <a:buChar char="•"/>
            </a:pPr>
            <a:r>
              <a:rPr lang="en-US" sz="1200" i="0" dirty="0">
                <a:solidFill>
                  <a:schemeClr val="bg1"/>
                </a:solidFill>
                <a:effectLst/>
              </a:rPr>
              <a:t>Tie Up with them to sell our products over the counter.(Retail Model)</a:t>
            </a:r>
          </a:p>
          <a:p>
            <a:pPr marL="171450" indent="-171450">
              <a:buFont typeface="Arial" panose="020B0604020202020204" pitchFamily="34" charset="0"/>
              <a:buChar char="•"/>
            </a:pPr>
            <a:r>
              <a:rPr lang="en-US" sz="1200" i="0" dirty="0">
                <a:solidFill>
                  <a:schemeClr val="bg1"/>
                </a:solidFill>
                <a:effectLst/>
              </a:rPr>
              <a:t>Use the Big Screen to Advertise Fruitoholic and call for action at intervals.</a:t>
            </a:r>
          </a:p>
          <a:p>
            <a:pPr marL="171450" indent="-171450">
              <a:buFont typeface="Arial" panose="020B0604020202020204" pitchFamily="34" charset="0"/>
              <a:buChar char="•"/>
            </a:pPr>
            <a:endParaRPr lang="en-US" sz="1200" i="0" dirty="0">
              <a:solidFill>
                <a:schemeClr val="bg1"/>
              </a:solidFill>
              <a:effectLst/>
            </a:endParaRPr>
          </a:p>
          <a:p>
            <a:pPr marL="285750" indent="-285750">
              <a:buFont typeface="Arial" panose="020B0604020202020204" pitchFamily="34" charset="0"/>
              <a:buChar char="•"/>
            </a:pPr>
            <a:endParaRPr lang="en-IN" sz="1200" dirty="0">
              <a:solidFill>
                <a:schemeClr val="bg1"/>
              </a:solidFill>
            </a:endParaRPr>
          </a:p>
        </p:txBody>
      </p:sp>
      <p:sp>
        <p:nvSpPr>
          <p:cNvPr id="13" name="TextBox 12">
            <a:extLst>
              <a:ext uri="{FF2B5EF4-FFF2-40B4-BE49-F238E27FC236}">
                <a16:creationId xmlns:a16="http://schemas.microsoft.com/office/drawing/2014/main" id="{9E2E4571-603A-4185-B1DC-60B1439F2C81}"/>
              </a:ext>
            </a:extLst>
          </p:cNvPr>
          <p:cNvSpPr txBox="1"/>
          <p:nvPr/>
        </p:nvSpPr>
        <p:spPr>
          <a:xfrm>
            <a:off x="1723778" y="5896853"/>
            <a:ext cx="6060094" cy="830997"/>
          </a:xfrm>
          <a:prstGeom prst="rect">
            <a:avLst/>
          </a:prstGeom>
          <a:noFill/>
        </p:spPr>
        <p:txBody>
          <a:bodyPr wrap="square" rtlCol="0">
            <a:spAutoFit/>
          </a:bodyPr>
          <a:lstStyle/>
          <a:p>
            <a:r>
              <a:rPr lang="en-US" sz="1200" u="sng" dirty="0">
                <a:solidFill>
                  <a:schemeClr val="bg1"/>
                </a:solidFill>
                <a:cs typeface="Arial" panose="020B0604020202020204" pitchFamily="34" charset="0"/>
              </a:rPr>
              <a:t>Detoxification Centers</a:t>
            </a:r>
          </a:p>
          <a:p>
            <a:pPr marL="285750" indent="-285750">
              <a:buFont typeface="Arial" panose="020B0604020202020204" pitchFamily="34" charset="0"/>
              <a:buChar char="•"/>
            </a:pPr>
            <a:r>
              <a:rPr lang="en-US" sz="1200" dirty="0">
                <a:solidFill>
                  <a:schemeClr val="bg1"/>
                </a:solidFill>
                <a:latin typeface="Arial" panose="020B0604020202020204" pitchFamily="34" charset="0"/>
                <a:cs typeface="Arial" panose="020B0604020202020204" pitchFamily="34" charset="0"/>
              </a:rPr>
              <a:t>Put Up banners showing the importance of fruits in detoxification process.</a:t>
            </a:r>
          </a:p>
          <a:p>
            <a:pPr marL="285750" indent="-285750">
              <a:buFont typeface="Arial" panose="020B0604020202020204" pitchFamily="34" charset="0"/>
              <a:buChar char="•"/>
            </a:pPr>
            <a:r>
              <a:rPr lang="en-US" sz="1200" dirty="0">
                <a:solidFill>
                  <a:schemeClr val="bg1"/>
                </a:solidFill>
                <a:latin typeface="Arial" panose="020B0604020202020204" pitchFamily="34" charset="0"/>
                <a:cs typeface="Arial" panose="020B0604020202020204" pitchFamily="34" charset="0"/>
              </a:rPr>
              <a:t>Put up banners showcasing our hassle free subscription plans and products.</a:t>
            </a:r>
          </a:p>
          <a:p>
            <a:pPr marL="285750" indent="-285750">
              <a:buFont typeface="Arial" panose="020B0604020202020204" pitchFamily="34" charset="0"/>
              <a:buChar char="•"/>
            </a:pPr>
            <a:endParaRPr lang="en-IN" sz="1200" dirty="0">
              <a:solidFill>
                <a:schemeClr val="bg1"/>
              </a:solidFill>
              <a:latin typeface="Arial" panose="020B0604020202020204" pitchFamily="34" charset="0"/>
              <a:cs typeface="Arial" panose="020B0604020202020204" pitchFamily="34" charset="0"/>
            </a:endParaRPr>
          </a:p>
        </p:txBody>
      </p:sp>
      <p:sp>
        <p:nvSpPr>
          <p:cNvPr id="16" name="Rectangle: Rounded Corners 15">
            <a:extLst>
              <a:ext uri="{FF2B5EF4-FFF2-40B4-BE49-F238E27FC236}">
                <a16:creationId xmlns:a16="http://schemas.microsoft.com/office/drawing/2014/main" id="{2E84E2B6-0979-4707-A35B-C899CC6AD967}"/>
              </a:ext>
            </a:extLst>
          </p:cNvPr>
          <p:cNvSpPr/>
          <p:nvPr/>
        </p:nvSpPr>
        <p:spPr>
          <a:xfrm>
            <a:off x="8315697" y="1343211"/>
            <a:ext cx="3732058" cy="99817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24" name="Picture 2" descr="No photo description available.">
            <a:extLst>
              <a:ext uri="{FF2B5EF4-FFF2-40B4-BE49-F238E27FC236}">
                <a16:creationId xmlns:a16="http://schemas.microsoft.com/office/drawing/2014/main" id="{9027B246-1351-4E81-966F-FEF7E4FBD143}"/>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91086" y="1481686"/>
            <a:ext cx="756446" cy="756446"/>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TALWALKARS GYM - BORIVALI - MUMBAI Reviews, TALWALKARS GYM - BORIVALI -  MUMBAI India, Gym, Membership, Equipments">
            <a:extLst>
              <a:ext uri="{FF2B5EF4-FFF2-40B4-BE49-F238E27FC236}">
                <a16:creationId xmlns:a16="http://schemas.microsoft.com/office/drawing/2014/main" id="{A75DE1D2-A941-49EF-AC68-579000C3962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307234" y="1425785"/>
            <a:ext cx="942450" cy="83949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6" descr="Gold's Gym – Logos Download">
            <a:extLst>
              <a:ext uri="{FF2B5EF4-FFF2-40B4-BE49-F238E27FC236}">
                <a16:creationId xmlns:a16="http://schemas.microsoft.com/office/drawing/2014/main" id="{DEA4EB0D-EC62-4BD6-90B9-EFBDDCA2332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375149" y="1485029"/>
            <a:ext cx="692134" cy="689058"/>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360 Degree Fitness (@360DegreeFitnes) | Twitter">
            <a:extLst>
              <a:ext uri="{FF2B5EF4-FFF2-40B4-BE49-F238E27FC236}">
                <a16:creationId xmlns:a16="http://schemas.microsoft.com/office/drawing/2014/main" id="{99C31D8D-9675-4491-B128-056D6E286BB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1209573" y="1539604"/>
            <a:ext cx="695891" cy="579909"/>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Rounded Corners 28">
            <a:extLst>
              <a:ext uri="{FF2B5EF4-FFF2-40B4-BE49-F238E27FC236}">
                <a16:creationId xmlns:a16="http://schemas.microsoft.com/office/drawing/2014/main" id="{FE1FB4CE-88D5-4C9D-A867-F785048AB6F9}"/>
              </a:ext>
            </a:extLst>
          </p:cNvPr>
          <p:cNvSpPr/>
          <p:nvPr/>
        </p:nvSpPr>
        <p:spPr>
          <a:xfrm>
            <a:off x="8315697" y="2504577"/>
            <a:ext cx="3732058" cy="93169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0" name="Rectangle: Rounded Corners 29">
            <a:extLst>
              <a:ext uri="{FF2B5EF4-FFF2-40B4-BE49-F238E27FC236}">
                <a16:creationId xmlns:a16="http://schemas.microsoft.com/office/drawing/2014/main" id="{BBEC72F4-FBA2-47E0-AB99-D4410F3536B8}"/>
              </a:ext>
            </a:extLst>
          </p:cNvPr>
          <p:cNvSpPr/>
          <p:nvPr/>
        </p:nvSpPr>
        <p:spPr>
          <a:xfrm>
            <a:off x="8315698" y="3583786"/>
            <a:ext cx="3732058" cy="100470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1" name="Rectangle: Rounded Corners 30">
            <a:extLst>
              <a:ext uri="{FF2B5EF4-FFF2-40B4-BE49-F238E27FC236}">
                <a16:creationId xmlns:a16="http://schemas.microsoft.com/office/drawing/2014/main" id="{47B62F1E-6AE7-45ED-A2FE-162555C48695}"/>
              </a:ext>
            </a:extLst>
          </p:cNvPr>
          <p:cNvSpPr/>
          <p:nvPr/>
        </p:nvSpPr>
        <p:spPr>
          <a:xfrm>
            <a:off x="8309340" y="4712397"/>
            <a:ext cx="3811402" cy="100470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2" name="Rectangle: Rounded Corners 31">
            <a:extLst>
              <a:ext uri="{FF2B5EF4-FFF2-40B4-BE49-F238E27FC236}">
                <a16:creationId xmlns:a16="http://schemas.microsoft.com/office/drawing/2014/main" id="{96906D9C-2934-4C64-8BB3-21FE3E26CD64}"/>
              </a:ext>
            </a:extLst>
          </p:cNvPr>
          <p:cNvSpPr/>
          <p:nvPr/>
        </p:nvSpPr>
        <p:spPr>
          <a:xfrm>
            <a:off x="8309340" y="5860936"/>
            <a:ext cx="3811402" cy="94743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40" name="Picture 16">
            <a:extLst>
              <a:ext uri="{FF2B5EF4-FFF2-40B4-BE49-F238E27FC236}">
                <a16:creationId xmlns:a16="http://schemas.microsoft.com/office/drawing/2014/main" id="{691092B2-4B52-4AE2-B764-8D72AE5A602F}"/>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8439192" y="4812673"/>
            <a:ext cx="805639" cy="805639"/>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a:extLst>
              <a:ext uri="{FF2B5EF4-FFF2-40B4-BE49-F238E27FC236}">
                <a16:creationId xmlns:a16="http://schemas.microsoft.com/office/drawing/2014/main" id="{F5383015-DCD0-4443-BFDC-EE601F80F674}"/>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453107" y="4844234"/>
            <a:ext cx="741029" cy="741029"/>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a:extLst>
              <a:ext uri="{FF2B5EF4-FFF2-40B4-BE49-F238E27FC236}">
                <a16:creationId xmlns:a16="http://schemas.microsoft.com/office/drawing/2014/main" id="{301BE086-1F03-408F-B203-88DA3B20CF29}"/>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10497600" y="4842852"/>
            <a:ext cx="692432" cy="692432"/>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a:extLst>
              <a:ext uri="{FF2B5EF4-FFF2-40B4-BE49-F238E27FC236}">
                <a16:creationId xmlns:a16="http://schemas.microsoft.com/office/drawing/2014/main" id="{CFF29B27-29BC-4F6B-83D6-FE248E130F30}"/>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1242117" y="4812674"/>
            <a:ext cx="805638" cy="805638"/>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EF30C344-A1E2-4981-913D-23BC7C17C646}"/>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8543357" y="2675821"/>
            <a:ext cx="604175" cy="604175"/>
          </a:xfrm>
          <a:prstGeom prst="rect">
            <a:avLst/>
          </a:prstGeom>
          <a:noFill/>
          <a:extLst>
            <a:ext uri="{909E8E84-426E-40DD-AFC4-6F175D3DCCD1}">
              <a14:hiddenFill xmlns:a14="http://schemas.microsoft.com/office/drawing/2010/main">
                <a:solidFill>
                  <a:srgbClr val="FFFFFF"/>
                </a:solidFill>
              </a14:hiddenFill>
            </a:ext>
          </a:extLst>
        </p:spPr>
      </p:pic>
      <p:pic>
        <p:nvPicPr>
          <p:cNvPr id="1050" name="Picture 26">
            <a:extLst>
              <a:ext uri="{FF2B5EF4-FFF2-40B4-BE49-F238E27FC236}">
                <a16:creationId xmlns:a16="http://schemas.microsoft.com/office/drawing/2014/main" id="{B0BA6B97-57F1-4792-8E78-6E8E99DD1334}"/>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9375192" y="2616939"/>
            <a:ext cx="806535" cy="806535"/>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a:extLst>
              <a:ext uri="{FF2B5EF4-FFF2-40B4-BE49-F238E27FC236}">
                <a16:creationId xmlns:a16="http://schemas.microsoft.com/office/drawing/2014/main" id="{E4F0399E-3A98-4A28-ACD0-0CADD614569C}"/>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10403287" y="2647876"/>
            <a:ext cx="635859" cy="672543"/>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a:extLst>
              <a:ext uri="{FF2B5EF4-FFF2-40B4-BE49-F238E27FC236}">
                <a16:creationId xmlns:a16="http://schemas.microsoft.com/office/drawing/2014/main" id="{36C69163-FBF9-48F8-B4C3-1E98EFE69230}"/>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11236135" y="2607830"/>
            <a:ext cx="735159" cy="712589"/>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a:extLst>
              <a:ext uri="{FF2B5EF4-FFF2-40B4-BE49-F238E27FC236}">
                <a16:creationId xmlns:a16="http://schemas.microsoft.com/office/drawing/2014/main" id="{9875F0B1-26C3-4D5B-A816-7122CDBF5BB2}"/>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419002" y="3715306"/>
            <a:ext cx="950524" cy="735861"/>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a:extLst>
              <a:ext uri="{FF2B5EF4-FFF2-40B4-BE49-F238E27FC236}">
                <a16:creationId xmlns:a16="http://schemas.microsoft.com/office/drawing/2014/main" id="{66FB9720-0725-4A01-994D-7B8F5FCE6E98}"/>
              </a:ext>
            </a:extLst>
          </p:cNvPr>
          <p:cNvPicPr>
            <a:picLocks noChangeAspect="1" noChangeArrowheads="1"/>
          </p:cNvPicPr>
          <p:nvPr/>
        </p:nvPicPr>
        <p:blipFill rotWithShape="1">
          <a:blip r:embed="rId20" cstate="print">
            <a:extLst>
              <a:ext uri="{28A0092B-C50C-407E-A947-70E740481C1C}">
                <a14:useLocalDpi xmlns:a14="http://schemas.microsoft.com/office/drawing/2010/main" val="0"/>
              </a:ext>
            </a:extLst>
          </a:blip>
          <a:srcRect l="25302" t="2003" r="29310" b="790"/>
          <a:stretch/>
        </p:blipFill>
        <p:spPr bwMode="auto">
          <a:xfrm>
            <a:off x="9441988" y="3727595"/>
            <a:ext cx="752148" cy="736782"/>
          </a:xfrm>
          <a:prstGeom prst="rect">
            <a:avLst/>
          </a:prstGeom>
          <a:noFill/>
          <a:extLst>
            <a:ext uri="{909E8E84-426E-40DD-AFC4-6F175D3DCCD1}">
              <a14:hiddenFill xmlns:a14="http://schemas.microsoft.com/office/drawing/2010/main">
                <a:solidFill>
                  <a:srgbClr val="FFFFFF"/>
                </a:solidFill>
              </a14:hiddenFill>
            </a:ext>
          </a:extLst>
        </p:spPr>
      </p:pic>
      <p:pic>
        <p:nvPicPr>
          <p:cNvPr id="1062" name="Picture 38">
            <a:extLst>
              <a:ext uri="{FF2B5EF4-FFF2-40B4-BE49-F238E27FC236}">
                <a16:creationId xmlns:a16="http://schemas.microsoft.com/office/drawing/2014/main" id="{3F6F6296-77BA-4CAE-B21C-5E2C5CBDE9B9}"/>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10364509" y="3872658"/>
            <a:ext cx="871626" cy="48876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a:extLst>
              <a:ext uri="{FF2B5EF4-FFF2-40B4-BE49-F238E27FC236}">
                <a16:creationId xmlns:a16="http://schemas.microsoft.com/office/drawing/2014/main" id="{E2B1545B-6339-4EA2-B5DF-2EE5A328C378}"/>
              </a:ext>
            </a:extLst>
          </p:cNvPr>
          <p:cNvPicPr>
            <a:picLocks noChangeAspect="1"/>
          </p:cNvPicPr>
          <p:nvPr/>
        </p:nvPicPr>
        <p:blipFill>
          <a:blip r:embed="rId22" cstate="print"/>
          <a:stretch>
            <a:fillRect/>
          </a:stretch>
        </p:blipFill>
        <p:spPr>
          <a:xfrm>
            <a:off x="8391086" y="6212145"/>
            <a:ext cx="1169110" cy="466931"/>
          </a:xfrm>
          <a:prstGeom prst="rect">
            <a:avLst/>
          </a:prstGeom>
        </p:spPr>
      </p:pic>
      <p:pic>
        <p:nvPicPr>
          <p:cNvPr id="1064" name="Picture 40">
            <a:extLst>
              <a:ext uri="{FF2B5EF4-FFF2-40B4-BE49-F238E27FC236}">
                <a16:creationId xmlns:a16="http://schemas.microsoft.com/office/drawing/2014/main" id="{FB9C2485-CA63-4EFF-BA92-8E97A05C5204}"/>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11406769" y="3842080"/>
            <a:ext cx="488762" cy="48876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669A4FA0-F24D-4C72-A311-F8D2A8A549FF}"/>
              </a:ext>
            </a:extLst>
          </p:cNvPr>
          <p:cNvPicPr>
            <a:picLocks noChangeAspect="1"/>
          </p:cNvPicPr>
          <p:nvPr/>
        </p:nvPicPr>
        <p:blipFill>
          <a:blip r:embed="rId24" cstate="print"/>
          <a:stretch>
            <a:fillRect/>
          </a:stretch>
        </p:blipFill>
        <p:spPr>
          <a:xfrm>
            <a:off x="9571265" y="6170159"/>
            <a:ext cx="915700" cy="539872"/>
          </a:xfrm>
          <a:prstGeom prst="rect">
            <a:avLst/>
          </a:prstGeom>
        </p:spPr>
      </p:pic>
      <p:pic>
        <p:nvPicPr>
          <p:cNvPr id="1066" name="Picture 42">
            <a:extLst>
              <a:ext uri="{FF2B5EF4-FFF2-40B4-BE49-F238E27FC236}">
                <a16:creationId xmlns:a16="http://schemas.microsoft.com/office/drawing/2014/main" id="{9DD3BF16-DE25-4563-872E-CD57C7EE42A9}"/>
              </a:ext>
            </a:extLst>
          </p:cNvPr>
          <p:cNvPicPr>
            <a:picLocks noChangeAspect="1" noChangeArrowheads="1"/>
          </p:cNvPicPr>
          <p:nvPr/>
        </p:nvPicPr>
        <p:blipFill rotWithShape="1">
          <a:blip r:embed="rId25" cstate="print">
            <a:extLst>
              <a:ext uri="{28A0092B-C50C-407E-A947-70E740481C1C}">
                <a14:useLocalDpi xmlns:a14="http://schemas.microsoft.com/office/drawing/2010/main" val="0"/>
              </a:ext>
            </a:extLst>
          </a:blip>
          <a:srcRect l="3417" t="6480" r="9585" b="4412"/>
          <a:stretch/>
        </p:blipFill>
        <p:spPr bwMode="auto">
          <a:xfrm>
            <a:off x="10622646" y="6068100"/>
            <a:ext cx="613489" cy="610976"/>
          </a:xfrm>
          <a:prstGeom prst="rect">
            <a:avLst/>
          </a:prstGeom>
          <a:noFill/>
          <a:extLst>
            <a:ext uri="{909E8E84-426E-40DD-AFC4-6F175D3DCCD1}">
              <a14:hiddenFill xmlns:a14="http://schemas.microsoft.com/office/drawing/2010/main">
                <a:solidFill>
                  <a:srgbClr val="FFFFFF"/>
                </a:solidFill>
              </a14:hiddenFill>
            </a:ext>
          </a:extLst>
        </p:spPr>
      </p:pic>
      <p:pic>
        <p:nvPicPr>
          <p:cNvPr id="1068" name="Picture 44" descr="Hope Trust - Home | Facebook">
            <a:extLst>
              <a:ext uri="{FF2B5EF4-FFF2-40B4-BE49-F238E27FC236}">
                <a16:creationId xmlns:a16="http://schemas.microsoft.com/office/drawing/2014/main" id="{58A515D0-F73A-4F0A-912A-4AC1004A9A68}"/>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11434266" y="6068100"/>
            <a:ext cx="613489" cy="613489"/>
          </a:xfrm>
          <a:prstGeom prst="rect">
            <a:avLst/>
          </a:prstGeom>
          <a:noFill/>
          <a:extLst>
            <a:ext uri="{909E8E84-426E-40DD-AFC4-6F175D3DCCD1}">
              <a14:hiddenFill xmlns:a14="http://schemas.microsoft.com/office/drawing/2010/main">
                <a:solidFill>
                  <a:srgbClr val="FFFFFF"/>
                </a:solidFill>
              </a14:hiddenFill>
            </a:ext>
          </a:extLst>
        </p:spPr>
      </p:pic>
      <p:sp>
        <p:nvSpPr>
          <p:cNvPr id="41" name="Arrow: Pentagon 40">
            <a:extLst>
              <a:ext uri="{FF2B5EF4-FFF2-40B4-BE49-F238E27FC236}">
                <a16:creationId xmlns:a16="http://schemas.microsoft.com/office/drawing/2014/main" id="{6E936A7B-DBA6-41F4-8787-456FF4A2013A}"/>
              </a:ext>
            </a:extLst>
          </p:cNvPr>
          <p:cNvSpPr/>
          <p:nvPr/>
        </p:nvSpPr>
        <p:spPr>
          <a:xfrm>
            <a:off x="0" y="617393"/>
            <a:ext cx="3771293" cy="47246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Strategic Partnerships</a:t>
            </a:r>
            <a:endParaRPr lang="en-IN" b="1" dirty="0"/>
          </a:p>
        </p:txBody>
      </p:sp>
      <p:sp>
        <p:nvSpPr>
          <p:cNvPr id="42" name="Arrow: Pentagon 41">
            <a:extLst>
              <a:ext uri="{FF2B5EF4-FFF2-40B4-BE49-F238E27FC236}">
                <a16:creationId xmlns:a16="http://schemas.microsoft.com/office/drawing/2014/main" id="{F55A6BB1-C87E-4AFB-8F73-B78BDB87D813}"/>
              </a:ext>
            </a:extLst>
          </p:cNvPr>
          <p:cNvSpPr/>
          <p:nvPr/>
        </p:nvSpPr>
        <p:spPr>
          <a:xfrm>
            <a:off x="8349449" y="699536"/>
            <a:ext cx="3771293" cy="47246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Potential Partners in Hyderabad</a:t>
            </a:r>
            <a:endParaRPr lang="en-IN" b="1" dirty="0"/>
          </a:p>
        </p:txBody>
      </p:sp>
    </p:spTree>
    <p:extLst>
      <p:ext uri="{BB962C8B-B14F-4D97-AF65-F5344CB8AC3E}">
        <p14:creationId xmlns:p14="http://schemas.microsoft.com/office/powerpoint/2010/main" val="3162907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p:cNvSpPr/>
          <p:nvPr/>
        </p:nvSpPr>
        <p:spPr>
          <a:xfrm>
            <a:off x="274320" y="4743997"/>
            <a:ext cx="11599817" cy="1885170"/>
          </a:xfrm>
          <a:prstGeom prst="rect">
            <a:avLst/>
          </a:prstGeom>
          <a:solidFill>
            <a:schemeClr val="accent4">
              <a:lumMod val="40000"/>
              <a:lumOff val="6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274321" y="1416897"/>
            <a:ext cx="5085806" cy="2898676"/>
          </a:xfrm>
          <a:prstGeom prst="rect">
            <a:avLst/>
          </a:prstGeom>
          <a:solidFill>
            <a:schemeClr val="accent4">
              <a:lumMod val="40000"/>
              <a:lumOff val="60000"/>
            </a:schemeClr>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FEBDD097-88BD-44AB-A2F0-1BD17D924ACB}"/>
              </a:ext>
            </a:extLst>
          </p:cNvPr>
          <p:cNvGrpSpPr/>
          <p:nvPr/>
        </p:nvGrpSpPr>
        <p:grpSpPr>
          <a:xfrm>
            <a:off x="17480" y="23333"/>
            <a:ext cx="12174520" cy="533258"/>
            <a:chOff x="17480" y="23333"/>
            <a:chExt cx="12174520" cy="533258"/>
          </a:xfrm>
          <a:solidFill>
            <a:srgbClr val="FFC000"/>
          </a:solidFill>
        </p:grpSpPr>
        <p:sp>
          <p:nvSpPr>
            <p:cNvPr id="5" name="Pentagon 18">
              <a:extLst>
                <a:ext uri="{FF2B5EF4-FFF2-40B4-BE49-F238E27FC236}">
                  <a16:creationId xmlns:a16="http://schemas.microsoft.com/office/drawing/2014/main" id="{21590BCD-0F16-4179-94A4-4012A86BBBB8}"/>
                </a:ext>
              </a:extLst>
            </p:cNvPr>
            <p:cNvSpPr/>
            <p:nvPr/>
          </p:nvSpPr>
          <p:spPr>
            <a:xfrm>
              <a:off x="9516890" y="23333"/>
              <a:ext cx="2675110" cy="533258"/>
            </a:xfrm>
            <a:prstGeom prst="homePlate">
              <a:avLst/>
            </a:prstGeom>
            <a:solidFill>
              <a:schemeClr val="accent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M</a:t>
              </a:r>
              <a:r>
                <a:rPr lang="en-IN" b="1" dirty="0"/>
                <a:t>arket Expansion</a:t>
              </a:r>
            </a:p>
          </p:txBody>
        </p:sp>
        <p:sp>
          <p:nvSpPr>
            <p:cNvPr id="6" name="Pentagon 18">
              <a:extLst>
                <a:ext uri="{FF2B5EF4-FFF2-40B4-BE49-F238E27FC236}">
                  <a16:creationId xmlns:a16="http://schemas.microsoft.com/office/drawing/2014/main" id="{EDD4B226-C1A2-42AA-9013-A0685302C32D}"/>
                </a:ext>
              </a:extLst>
            </p:cNvPr>
            <p:cNvSpPr/>
            <p:nvPr/>
          </p:nvSpPr>
          <p:spPr>
            <a:xfrm>
              <a:off x="7584471" y="23333"/>
              <a:ext cx="2242405" cy="533258"/>
            </a:xfrm>
            <a:prstGeom prst="homePlate">
              <a:avLst/>
            </a:prstGeom>
            <a:solidFill>
              <a:srgbClr val="FFC000"/>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      Go To Market</a:t>
              </a:r>
            </a:p>
          </p:txBody>
        </p:sp>
        <p:sp>
          <p:nvSpPr>
            <p:cNvPr id="7" name="Pentagon 18">
              <a:extLst>
                <a:ext uri="{FF2B5EF4-FFF2-40B4-BE49-F238E27FC236}">
                  <a16:creationId xmlns:a16="http://schemas.microsoft.com/office/drawing/2014/main" id="{97E60EA1-79F2-4369-B9F4-7C1EECC9675F}"/>
                </a:ext>
              </a:extLst>
            </p:cNvPr>
            <p:cNvSpPr/>
            <p:nvPr/>
          </p:nvSpPr>
          <p:spPr>
            <a:xfrm>
              <a:off x="5762297" y="23333"/>
              <a:ext cx="2242405"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Product</a:t>
              </a:r>
            </a:p>
          </p:txBody>
        </p:sp>
        <p:sp>
          <p:nvSpPr>
            <p:cNvPr id="8" name="Pentagon 18">
              <a:extLst>
                <a:ext uri="{FF2B5EF4-FFF2-40B4-BE49-F238E27FC236}">
                  <a16:creationId xmlns:a16="http://schemas.microsoft.com/office/drawing/2014/main" id="{FF017322-5B04-4726-94A6-FF47E714CAE7}"/>
                </a:ext>
              </a:extLst>
            </p:cNvPr>
            <p:cNvSpPr/>
            <p:nvPr/>
          </p:nvSpPr>
          <p:spPr>
            <a:xfrm>
              <a:off x="3847358" y="23333"/>
              <a:ext cx="2242406"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S</a:t>
              </a:r>
              <a:r>
                <a:rPr lang="en-IN" b="1" dirty="0"/>
                <a:t>olutions</a:t>
              </a:r>
            </a:p>
          </p:txBody>
        </p:sp>
        <p:sp>
          <p:nvSpPr>
            <p:cNvPr id="9" name="Pentagon 18">
              <a:extLst>
                <a:ext uri="{FF2B5EF4-FFF2-40B4-BE49-F238E27FC236}">
                  <a16:creationId xmlns:a16="http://schemas.microsoft.com/office/drawing/2014/main" id="{03A1DD65-CFA5-4D7B-9C5C-1B655DA496D2}"/>
                </a:ext>
              </a:extLst>
            </p:cNvPr>
            <p:cNvSpPr/>
            <p:nvPr/>
          </p:nvSpPr>
          <p:spPr>
            <a:xfrm>
              <a:off x="1932418" y="23333"/>
              <a:ext cx="2440799"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    T</a:t>
              </a:r>
              <a:r>
                <a:rPr lang="en-IN" b="1" dirty="0"/>
                <a:t>arget Customers</a:t>
              </a:r>
            </a:p>
          </p:txBody>
        </p:sp>
        <p:sp>
          <p:nvSpPr>
            <p:cNvPr id="10" name="Pentagon 18">
              <a:extLst>
                <a:ext uri="{FF2B5EF4-FFF2-40B4-BE49-F238E27FC236}">
                  <a16:creationId xmlns:a16="http://schemas.microsoft.com/office/drawing/2014/main" id="{6B254FF6-95BC-46D8-8BDA-A99FE2FA9294}"/>
                </a:ext>
              </a:extLst>
            </p:cNvPr>
            <p:cNvSpPr/>
            <p:nvPr/>
          </p:nvSpPr>
          <p:spPr>
            <a:xfrm>
              <a:off x="17480" y="23333"/>
              <a:ext cx="2242406" cy="533258"/>
            </a:xfrm>
            <a:prstGeom prst="homePlate">
              <a:avLst/>
            </a:prstGeom>
            <a:grp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Research</a:t>
              </a:r>
            </a:p>
          </p:txBody>
        </p:sp>
      </p:grpSp>
      <p:sp>
        <p:nvSpPr>
          <p:cNvPr id="1026" name="AutoShape 2" descr="data:image/png;base64,iVBORw0KGgoAAAANSUhEUgAAAfIAAAEvCAYAAAC+MUMhAAAgAElEQVR4Xu19X4hlR7X3Gj4uRgKfgmCU76FVpqNO5kNFRO2+onmJTg/EHriM2i8dfTitT9MhDjqhQYW+0RBDevBBux80/aQZLkwnMN2alyjenijyoYGx1enBP08aIcQHA8on9OW3z6lzau+z/1TtXXufXVW/BlHn1K5d67fWXr9aq1ZVnTo5OTkR/hEBIkAEiAARIAJeInAKRP7d735XXn75ZS8F4KCJABEgAkSACMSIwD333COf+9znJCHyr3/963LlypUYcaDMRIAIEAEiQAS8REBxN4ncS/Vx0ESACBABIhA7AiTy2C2A8hMBIkAEiIDXCJDIvVYfB08EiAARIAKxI0Aij90CKD8RIAJEgAh4jQCJ3Gv1cfBEgAgQASIQOwIk8tgtgPITASJABIiA1wiQyL1WHwdPBIgAESACsSNAIo/dAig/ESACRIAIeI0Aidxr9XHwRIAIEAEiEDsCJPLYLYDyEwEiQASIgNcIkMi9Vh8HTwSIABEgArEjQCKP3QIoPxEgAkSACHiNAInca/Vx8ESACBABIhA7AiTy2C2A8hMBIkAEiIDXCJDIvVYfB08EiAARIAKxI0Ai75EF3Lm6KPPrN5MRDbaOZfvS6R6NznwoochhLvF0yxgwiEHGZjawJqvrOzL8okUWBvtyuH2uSZd8lgjkIkAi78Iw7hzI1Sc25drOzfFHLbIgC4OLsnH5kpwb8fXB2ilZ2hkNaLAvJ55+9DOX485VWZxf17DOKnlBto4Ppc15knMMymRaWJDBxQ25fOmcdDn1cy5j02+xBKOFhQU5u7Erl8+d7gajgzU5Nf6YFZNvyfHhpW7e3xRLPu8VAiTyltWlRy35r5qQSnGEcyBrp5Yk4fiFLdk/vCR9ntfPPFLLc6Ip8Nsncue6rJQpCflk/3C7M9uYuZ6zH5QRRl2Q6R25ujgvo+SaDPZPBHPyOyIk8Zb9bazdk8hb1HyaxBdksL8r2yr8vnNHDm48IZvrt+RiZXSoEbkMZP+kO2fdIjztda079IUuHLeNKDV1qcukZ2vuHMja/GiSl8zzjuWwzVSDjahdty3SewYjaT3bpRM5v9euzSDG95HI29J6Ks3XNAKs6fzbkq3v/cZE5CKSmjC2TlI9Vn6Z3lPRetvkyu+1x1YS5NBI5C2ptY5zTaUq94+T6D21Dpkd62Bf9mVpvK6uUniTZpnI4Hh7vB6f7Up/dzaqK/tNNAepnsuTQ73vzsGarG7uyM1xBRDWd3dzC/um2ubUFeSqz4LIJ2OFc78st9dWZX0HgxvI/givtDzDNOlYHr1AcaQz/FZHl6U1EUUReeZduu5sx63bmoktzd/QijNzZR9iKleRedKLvrZkdztnrRiR8+qm7IyNI6PdquxKmd5TE+sJkZvov9B2q+pcMsPPYmpq367HmLZPSx3B3nK/4ekaDVP5WnLBUXVLIm9F3flrZFWvyiPMKiI/PrM5rnSfShnqzquBE0yNIdNPnvMvIv6yeoGskyuVWyoyHLWIfEEWFm5OJhjaO0wJsYhE1b9X6bIWkafSxulI03bcpZPPHFsSbRKTL3sWU+0LyNqji/XtRkRerH+M2tQey9rpNm7aX5p03YyxvM8SHUnar03HFZNJro18VX6Rv1cjQCKvxqhGCz21Zp5WL458y1J1xb+VRtJTUhX1o/87HtLJIv+Z/PemC/bG1btJFLYksjFxAunn92V3VI2NGf68qgQuSyHXIvIsIAVFiKPCpbyIvIrIh8/UTLtWEd3CQLZ2t1OV+LZEXja2PJ2aTtgWtkY6zKxVT4gtP3Ok69to7b9E76lJijaJKJ5c5ut/LMsoMs23x3Id29p3G2PM9lmto8wSDopud0c7bjLfsK18NRwsH8kgQCJvxSS6JPJ0tJDvHM0mE7mp1ZwtPeN36L9pxGpF5FP4lxUKGRYRVZLepAAu7dD0gsRJjbE9IaadXpqEWiLyBEeM/3Cc+q8z7vz0uo57EcFNiuzsl2k0TFITNO29Jmv/BUR+5+CqrC5NtiPqkXG1/uvYY5mO7ftrY4z2Osq3gWn3aS9fKy44sk5J5K0ovFsi19epsT0tiXbz0upFBKecZM467PiDX1iQhZujffCj9kVEke8kptNyC4Mt2bh8Xs6d1nc/ZzMARQoqmZzUJPKiqK8OIdbLrpQYY+Ea+R05uLoqS2qvU8MlAWNbMlybN6u3aCEiL4AyeyhLddaqjj2aZtDKnE/1hGnytP0Y7YncdAJqP5ZWXHBknZLIW1F42pinC4fyX1rf+U9PHM5rhUhjZ1pF5FPkf15ujPbDIvW2cTQqrEsmC5Pf0un2smj0jlwdF5NpGOjrpZWHuajnSiqPa6bW/STyUcJeO0wov+iwuEivOGMwJJNcW3JK5Mki9PQBKmMTMcsoFfeBteWzsrF7OTNpLLPV0ctr2WMJ6dXor3Ky4bjP3PeZ1tvUGEsrLjiyTknkLSm8zqlX9Yk865D25eK1pdGBFIZOMMEhmz7bkKPRHmVMRi7fVlXK6HPyW7bIrtrx5Jx0p7ICpg6jTG8REnnVGvZUxXRBoVpiBanfim3JZI3cLCLXlof0zI/pLgVlCxZ6V49U26p2SmBVwejYJg2J3LC/NsZoHZEXVP1Pr4zVwaslJxxRtyTytpSdijDMyLQJkUvRTNjQWeQ6tsFAbu7gPLlR9Ku9Y2H82/QhJJWOZ/IyWZtfH59YNyyAq7cskVKjhUM3GWtxm/RyQWfFbjnrxTa7B9ITtpxDZAxtyRmRa+9rdMeAhd6NibyWPZqm1pv6hfEMZnLyY9WOjnGiYbJ10GyyZfpdmrZry/HG2S+JvDW9Z9eEF2Rrf1cuqZPd5I7cOXhCVpcmJ7uZEYa2dpY68jF/a4hpWn8MQ54TH08G8t4x7YwKU3Or11LnXSf7TJdG+4uLKon16lhEi3cO5MYTm7IuG8Vn0Vs4dBMiT6ds1f7yO3KwNj85Gz9zqlozXeYYZdk+cr2aX99VkD0EJdkXXz7u4ZvNbKkNIp+SHBG6IC1efAbCJBDW0vOGE1gT/aeKzYzs0bxqPTlyWVV/F9h3G2O0jsizW/AyVeu4S+JoeVhoaY9Xa044mo5J5K2qunzf5fDVZkUtqY9DjTkbmU2tM9Y5wSqnKE079nNqHDkOs3KNbdpbp6qti4gk9VgL28+KtziV6HFhQdTmc7OIPOPoinSZxaiqgG9kS3rVeimOBePOJcXkH6dtyRmRJySxKEvJQTzFf5WTUosJnHlEXjyxKbbHqsIwA79QuQski5O7Pkszg4tLUqSmif3bjaVVFxxJ5yTyDhSN7S9PbF5Ln1iFSOMsbj+bVG3rH9BAOylLRUkHa6spZzdNPJmKUZMtOznyp8k6E3EfXJVFbStPHvkVyZGHw8LCoCDaQjX2E7J5TTsFDtOehYFc3LisZTZyBNDHONiX4+3iW8HKMdf7zhTq4caxjV3Znr8xvmmt+FS14Sl9kz9ExVW6zMhlcvvZ+XOS2gCQdGE37slbq22pUM8Fp90lo9GyBxO8DmRNEURm+1mqIr/KnjNZizK95xH59DeX1r+5PR7I1UVVo1I0mTa3bxsbNR1jWZ/l+/eHtrup3+SYe/ueuXwduODgX0EiD0rF9U6UCwoCCuMIge5saUIqOWvGLoofHSHCbohAXxEgkfdVM3XGZVpZWqdvPhMXAh3akl6op5+cVlmUF5dGKC0RKESARB6QcdTZ8haQ+BTFIQKd2pLJ+r9h8ZpDCNgVEfAGARK5N6qqGii3fVQhxN9NEZiBLd3JOVvAtCbCVCy2IwKBIkAiD1SxFIsIEAEiQATiQIBEHoeeKSURIAJEgAgEigCJPFDFUiwiQASIABGIAwESeRx6ppREgAgQASIQKAIk8kAVS7GIABEgAkQgDgRI5HHomVISASJABIhAoAiQyANVLMUiAkSACBCBOBAgkcehZ0pJBIgAESACgSJAIg9UsRSLCBABIkAE4kCARB6HniklESACRIAIBIoAiTxQxVIsIkAEiAARiAMBEnkceqaURIAIEAEiECgCJPJAFUuxiAARIAJEIA4ESORx6JlSEgEiQASIQKAIkMgDVSzFIgJEgAgQgTgQsCbyO1cXZX795hCdhS05PrwkpxVWB2tyamln9P8WZOv4UC6pH8t+iwNrSkkEChE4WDslSzuZb0ZEUt+b6L/fkauL86I+RXQ82D+R7XMEmQgQgdgQsCTyA1lbvC2XE/IeOpJrF4/lEGx956oszl+TiyPyThzQtYtDoi/7LTbEKS8RSCFwIGunlkT290WWNuWMPvlNvpsj2TjZFvBz8k0dbchJwtb4/lZFdrXJMpElAkQgSgQsiTyNEaKIzTNDIk87GbSDgxo6pvM3dAeU/m0csUcJP4UmAuN01vh7GX8TARK5feYhk5XIZgFpQESACEgDIp8Q9TAgX5RV2R1G58lfmsiLfiOR0wqJQMnkVl+SGuyPonG0z6bWB7I/itz7iWfdzENJFrCfgnJURKBzBGoTuR6NJ26lIyL/1re+JX//+987B4ovJALtInBbrj/6grz5kTVZfNPkTbevPypP//W8PHL/X+XJp38hH3joMblw7/RIXjnclidvnZVH1hZFe7zdIdfqPUfOVw5l+8m/yv2PXRCIlsjy1/vlsRxBgccLb35E1nSQao2j2UNzc3OysrLSrBM+TQQcIVCLyKfT6Nn1OxVh7MnyybbMp9b20r/Z1uaoATuSn90QgZ4gkM5wDZNaa3Jqb3kShWdS7amBo+3mmXTxaU8kSw8jR04lqyqUTWUe9KcLnu2lnBwUEegOAWsiT9a4RE/xjQbbUbEbibw74+CbukRgmqRSBaNjspPcFHrhd9mlCEbvyifjZPy3tuR440jml3ZyK/CzWUCj17EREYgAATsiT8h6XUabz4bwaMUn6a0y6TW7st9scCaR26DFtv1HYHob2eSbKtliltrOmbMVtLeC18s85GUBeysiB0YEOkbAjsg7Hlze60jkPVACh0AEaiNgn3nwJ9tQGxQ+SAQaIUAibwQfHyYCRMAMgZqZh4osoNm72YoIhI0AiTxs/VI6IkAEiAARCBwBEnngCqZ4RIAIEAEiEDYCJPKw9UvpiAARIAJEIHAESOSBK5jiEQEiQASIQNgIkMjD1i+lIwJEgAgQgcARIJEHrmCKRwSIABEgAmEjQCIPW7+UjggQASJABAJHgEQeuIIpnl8I/L+ND1sP+P2bL1o/wweIABEIB4FaRF7nTuHkAgh1KYIsyNbxodS5wpQnu4VjfJRkGgESOa2CCBABWwQsibzmncJlF6pYjphEbgkYm3uFAIncK3VxsESgFwhYErkac87FB5krFvVLDqYvPKh/HSGJvBd2w0G0hEAsRB6LnC2ZCbslAikE3BE5utXT59qdwiDyVdmVw3EuvRmRU4dEIFQEHnjtOWvRnr/7QetnZv2A73LOzc3JysrKrGHk+4lAgoBTIi+6U9g1kV+5coXqIwJBIhBLpBqLnEEaKYXqHQLuiBzR+N6ynGyfGwqppdrnry7K/NHG5DdBRL4nyyfbMmptDAxT68ZQsaGHCMRCcLHI6aEJcsgeIuCMyJN18GsX5fjwkpwep9lF9kHWLHbz0DQ45FkgEAvBxSLnLGyI74wPAUsir3mncBKgL8r8+s0RwoMhwdfAmxF5DdA8fiR/q+O0HQ72T0Qlg0Qyv2v1Gn2HIhaCi0XOvtsbxxcGApZEPnuhSeSz10E3IyjZ6pgQ9arIbv5ZBCD/zTPHWnFlNyN28ZZYCC4WOV3YBPsgAlUIkMirEOLvM0Ygb4dDCZFntkHOePDWr4+F4GKR09oA+AARqIEAibwGaHykSwSKiHxexis1oi3VpE4QHI4znXbvcuz274qF4GKR094C+AQRsEeARG6PGZ/oFIHqMwdShZYg8s0z+UWXnY673stiIbhY5KxnBXyKCNghQCK3w4utO0egmsiTg4gUeSO1niyfj3ZPNNjq2LmoIhILwcUi5yxsiO+MDwESeXw690ziaiJPKttlf3ROQbr91LbInksfC8HFImfPzY3DCwQBEnkgigxPjJKtjtl18IWtSSodQKR+r7/VcRaYxkJwscg5CxviO+NDgEQen84pcY8RiIXgYpGzx6bGoQWEAIk8IGVSFP8RiIXgYpHTf4ukBD4gUIvI80/bgrglJ2ql0p0LsnWcf5hHFWg8EKYKIf7uMwKxEFwscvpsixy7PwhYEnnZaVtYmiw4UYtnrftjERzpTBGIheBikXOmxsSXR4OAJZErXHIqiUtO1Eoqh6duP9uUMzWickbk0dhmlILGQnCxyBmlEVPozhFwR+QlJ2q5vo+8DKXb1x+Vp38xJ+cfWZPFN2VbviKH20/KjT99QB567ILcq/1c/lzneuELI0Xggdees5b8+bsftH5m1g/4Lufc3JysrKzMGka+nwgkCLgl8oITtXAf+arsapdYVO8NLtJPcURenvZHf8MJxUU5u36k3YVe/RxthQh0hUAskWoscnZlN3xP3Ai4I/KSE7VA5NOp9T2NTM2VUJ1aL5gkjFP/y7J3Ku/d9ScX5qNnSyJQjkAsBBeLnLR3ItAFAu6IPDkKc7LunTpRq9Nit3xCRiHe3jLurMbvJPIujIvvsEcgFoKLRU57C+ATRMAeAUsiLzltC+8uOVErIfbxdVX1T9uqFZFjXHvL2hGeJHJ7U5ntE7E4fspZbGfv33xxtkbItxOBniJgSeSzl6IOkQ/3vWfHnt3LztT67LVbPAISXFgEF4s++/xNcWzhIBAFkafVxdS6j+Ybi+OnnGFNWHz81jhm/xAIiMgr0v5j3WSJ3PQ5/5Qb0ohJcGERXCz6DOkbpCz9RSAgIu8vyBxZcwRicfyUM6wJS3PLZw9EoBoBEnk1RmzRAwRIcGERXCz67MGnwyFEgACJPAIlhyBiLI6fcoY1YQnh26MM/UeARN5/HXGEIkKCC4vgYtEnP14i0AUCJPIuUOY7GiMQi+OnnGFNWBobPjsgAgYIkMgNQGKT2SNAgguL4GLR5+y/HI4gBgRqEfnwgJXsgSoKLrWdK3N6W+rUt6JnqyGvPhCmug+28A+BWBw/5QxrwuLfl8YR+4iAJZFX3xSWe8NYp2et+6gGjrkKARJcWAQXiz6r7Jq/EwEXCFgSuXql3Q1jyTnrRxujs87RR/3jUBmRu1C7f33E4vgpZ1gTFv++NI7YRwScEnnRDWPDKL3t+8jT8MfiEH00ujpjjkWflJNEXuf74DNxI+COyEtuGHNN5CYqe+C150yapdo8f/eD1s/wgW4QiEWflLPYnvr0fc7NzcnKyko3xs+3EIEKBJwRedkNY+dv5KXW864SrdaXaWo9lsimGrEwWsSiT8rJiDyML5ZSdImAMyJPDzpzMckMit1icYhdGsss3xWLPikniXyW3xnf7ScClkRuelPY9FWhScHb+s0RSpmtaRbYMSK3ACugpiS4sAguFn0G9AlSlB4jYEnks5eERD57HcxiBLE4fsoZ1oRlFt8K3xkfAiRyTefv33wxPgvwRGISXFgEF4s+Pfm8OEzPESCRk8i9MOFYHD/lDGvC4sXHxUF6jwCJnETuhRGT4MIiuFj06cXHxUF6jwCJnETuhRHH4vgpZ1gTFi8+Lg7SewRI5CRyL4yYBBcWwcWiTy8+Lg7SewRI5CRyL4w4FsdPOcOasHjxcXGQ3iNAIieRe2HEJLiwCC4WfXrxcXGQ3iNAIieRe2HEsTh+yhnWhMWLj4uD9B4BEjmJ3AsjJsGFRXCx6NOLj4uD9B6BWkQ+vCBlQbaOD+XS6QkGqWNYF7bk+PCSjH/G7WhLO6PG08+aIsmT3UyRctOuSNdSqU91nG/943h1CWJx/JQzrAmLm6+QvRCBcgQsiRxnqC+J7O+LLG3KmRSRH8ja4m25nJD30Ilfu3gsh2B6XprioR2W6NpAn8Oray/K2fUjWT7ZlnMNESDBhUVwseizodnzcSJghIAlkas+4eSzRJ5+HyK5zTNDIk8i9aMNOdlW7rz6+aLRMyI30qvDRtO6qtRnQvRHsnGyLHun6l1XmxUgFsdPOcOasDj8ENkVEShEoCUiTzv/YXS2O4zOk79mRG6izwdee86kWarN83c/aP1M+A/cluuPviBvfmRNFt80lPaVw235L/kPWVP/IOk2t68/Kr++7zG5cC/+/ddy32MX5N6GQMWiT8pZbCh9+j7n5uZkZWWloVXzcSLgBoFWiFyPxjFM10R+5cqVSuljiWwqgWjcID8iL5yYHa/Jqb3lUfZl+jrbusOJRZ+UkxF53W+Ez8WLgHMin067Dol8OrVeL+XK1HrXxmqaWh/qU5JCyOwY6xc3qp5IcGERXCz67Ppr5fviRMApkScVzrKvrYWPQDUojjKFn0RuipSrdjnLIMb6ZERuq4VYCC4WOW31z/ZEoA4ClkSuthRpr1LbzBLnvi439VFoW9BSW9Ok/pYkEnkdNdd5pkTXo+WS+XWl7SJ9kshtkY+F4GKR01b/bE8E6iBgSeR1XuH2GRK5Wzx96S0Wx085w1pC8OX74jj9RoBErunv/Zsv+q3NgEdPgguL4GLRZ8CfJEXrEQIkcs+JvOw0vdKT9npkhCZDicXxU86wJiwmts02RKApAiRyn4k8OSZVZH90clq62PBA1tZEtpNDeDIn7TW1mhk8T4ILi+Bi0ecMPhW+MkIESOQeE/nUtj4Q++aZ9Bn3iXz1D+DpyzcRi+OnnGFNWPry/XAcYSNAIveYyJOLS3TiHh+NOjzbXE+tD/ZPZHxCroc2TYILi+Bi0aeHnxqH7CECJHKfiXyUMh/vAoMs2VvnEvlGW8nO5uzx98RoY3H8lDOsCYsnnxeH6TkCJHKviTxjfYjQx8ej5vyWm3b3w4JJcGERXCz69OPr4ih9R4BEHgyRq2tHRyn0gzVZvH15fFFN4al7nlhwLI6fcoY1YfHk8+IwPUegFpEnpLCTc352UkWtDtrO/F72mwWIPBBGAytzml56HTxzMltuyt0c+P//38+YNx61/Ld//5T1M0UPkODCIrhY9OnsA2BHRKAEAUsiV1HfvshS5j7ysvO3jc/mrtYVibwaozZakMjbQHW6z1gILhY5u7EaviV2BCyJXMFleiPWkOzP38i7/SwzETDUBIncECjHzUjkjgEt6C4WgotFzm6shm+JHQGnRF50RzWIvPD+6tN2KsCATf4eeO05k2apNs/f/aD1M7E88MWPvMNa1G/+9PfWzxQ9EIs+KWexyfTp+5ybm5OVlRVn9s2OiEATBLwk8itXrlTKzBl/JURWDRiRW8FVu3EsdhuLnDaGYIJJ9j6IYb3S5C0LW8fjAlebd9dqm1kyrdUHH3KCgFMinz/a0O4in1xhOX81L7W+J8ujo0VtJGFq3QYtd21J5O6wLOvJxJlnn/fxsp9Y5LSxGhNMdF1P70QZ1jDd6pLMbQRk29YQcEbkwmK31pTUh45J5N1owcSZk8i70UXXbzHR/ZjIM6c4jseaOu1xGEzJYEd2dkTUrpZsFJ8cIrUrsjq/LjdVRwN1eNSwjzNbt2R9dPLUZHfMJFjLniQpMhjfAdE1jjG+z5LIM1uagJi2rSl121ZGkWW/2QDPiNwGLXdtSeTusGRELmJCWiFMWGysxgSTMZEX3auQIvicCB2/r4rsHl6S04V3MMDPJ43k0ul0H4kfv3ZxdJ+DRuRFEwsbANi2NgKWRF77Pc4eJJE7g9KqIxK5FVy1G5s48xAILhY5bQzBBBN7Is8sYZYQeTZSH0be6ag7ybymJgKj/stOlbQBgW1rIUAi12Dzca2xltZrPEQirwFajUdMnDmJvAawHjxiovs6qfV0LdIwwh4f26XW01MR/jDzerRhTuTTdVAeAB7QEEnknhO5ycfvwvGTyLv56rvSZzfSFL8lFjltcDbBZBJs5F2ElDmmOUmdZyLyzNHN4/HpEfXoxMizNhE5U+s2qnbelkROIjcyKhK5EUyNG5k4cxcTs8YDbdhBLHLawGSCSTprOF2zlD6mOYfIM8c6Y3zDZ/S+BjIY7Igsm0fkLHaz0bT7tiRyErmRVZHIjWBq3MjEmZPIG8McbQdYB988o+0159p2ELZAIieRGxkyidwIpsaNSOTFELKGpbF5yXCbsLbNjNvEHIA6+y5I5CRyIyskkRvB1LgRiZxE3tiI2EF0CJDISeRGRk8iN4KpcSMSOYm8sRGxg+gQIJGTyI2MnkRuBFPjRiRyEnljI2IH0SHglMjTp7ctyNYxTgYaYYqiivHp/pnfLGDngTBpsLpy/CRyCyNt0LQrfTYYopNHY5HTCVjshAhUIOCOyDP7CBNSV5eolJ3DbqkiEjmJ3NRkfCyOioXgYpHT1FbZjgg0QaATIk+RejJa7G/clDN6xG4oBYmcRG5oKkIiN0Wq+3Yk8u4x5xvDRcAdkSf8rKXPx7fnYMfDoqzKrnZPLonclUl15RCZWnelsfJ+utJnN9IUvyUWOWeNM98fBwJOiTw5dP/WlhxvHMn80s742jzXRG6imgdee86kWarN83c/aP3MrB/oSs4vfuQd1qJ+86e/t36m6IGu5HQ24JodUc5i4Pr0fc7NzcnKykpNLfMxIuAWAXdEnj0hSFsznz5QP+foQEO5mFpnat3QVJhaNwVqBu0Ykc8AdL4yWAScEXn6nlqVZpfh5fIsdmvNgLpyiEytt6bCVMdd6bMbaZhanzXOfH8cCDgjcpHyA/zTW9MGQ4KvgTEjckbkpmbDYjdTpLpvF8uEpXtk+cYYEXBI5N3ARyInkZtaGoncFKnu25HIu8ecbwwXARK5plt7x191jSA6V23qZyHKzK8rh8jUejdOoCt9diMNU+uzxpnvjwMBEnljIl8V2dVOsMvYzbBi/6KcXT+S5ZrLCSRyERJcsRXYT0Bn79xi0efskQ5oBKi1StztJVEHhgYkXSNRSORtEvm4cn9Z9k7tkcgbmGosjp9yhjVhsTH5f0ufUlMAAB+aSURBVHz745XN7/rCj1Jtki2/O5N/WtjS7hqv7K1hg0wRc8Peqh8vJHJkPcsDqurOW27RMlYk8sZEPi/rN1Un6fQ5PrK95RPZPld/u12VeXXl+Jlar9KEm9+70qeb0dbvJRY5bRCyJfKExGVfTrZV2TD8zJLc6pLMbQRs2tZnIm8qe8XzJPJGRJ5GN7UFL7WvnkTe1I5jcfyUkxF52bcyjsgzd1uMn4Hf2Twjx0n6eeh3ZLAjOzsyPqArG8XLwpYc74qszq/LJCZRE4RhH2e2bsn6KGIZ7CM4wRvTfq10Z1IyXtv+h6eCzo/euzAYiNw6k5Na1yPysvFmTh+VCSZKll5gVcNZksgdEnlyRO3oIzrOpLyGr6l/61uRbrty/IzIa3xdNR7pSp81hub0kVjktAHNKiJPEbb2lhTB50Toqai26KjsLDFOovz0eSEakRdNLHIBMOw/k44enxw6tUZerz/xAiszCyKROyTy6VSX6pwRuZk5FreKxfFTTkbkRhG5MZFnanNKiDwbqQ8j74zvmnp+1H/2ZM8cIaz7zzstNLfYbToiHxcW6+OdGuNwR9HRRsHy5wyxsvWXJPImRJ66Yx0B99YopZVVA4nc1jCz7UlwYRFcLPq0sXuriNwitZ7eLTOM0lV93Lg4LjUxKCG4AiKfPoY7I3md/h0TuehXayfDqyDyZOlgBljZGM2oLYm8CZHXANz1I105RKbWXWsuv7+u9NmNNMyw2OBsReTqfIqz08VuUrCGnYzlYE0Wb1/WbqIcjVAnzdF69lmbiLwqtV6n/9qpdS0LoU88spXjSSA2OkY8s94/U6xsjKYdIs8ckKJdZZq64rTBWjFPdktruSvHHxeRlx3iE8YBPzV8hdNHurJbp4NuuTM7Ip9ElJNdM3rxVsLaSaFaKiLPFp2NC7503z2QwWBHJG/HTVFqHfGtVpgmkj0Aq07/6T4H+/sim7flcuUaeQGRjyYyp8b79fSapT5hZW9oTiNyrIFsnsnZx8hLU+w1Y/hEVw4xJiIvO8QnlAN+DM2rtWZd2W1rAnja8ZSPNljb9lTUxsP2CSt3RF6SWklmakcbmf2Om3LmuPhEtCItMCJnRG76hdY68azsEJ+ADvgxxbCtdiTytpCt6HcqIm/n6OgZSef2tR5h5Y7Is4Vf2h69YRSzq63LFG17qNYDBmzy98Brz5k0S7V5/u4HrZ+Z9QNdyfnFj7zDWtRv/vT31s8UPdCVnLevPyq/vu8xuXDvbbn+6K/lvscuyL2jQZX95krQruR0Nd66/fgu59zcnKysrNQVn88RAacIuCXy8UEE6fvIUdHoksivXLlSCUIsM/6u5IwitV52iE9gB/xUfkAtN+jKblsWg90TgV4g4I7Ip47PmxQPTG9NqL8di6n1tN105RBjIPKpE68SqIcFMfc+kT7TeqgFfw/4mbX36cpuZy0n308EukDAHZEnFZKTde/UCUAsdmtNl105xBiIPK2ksslm/YlolSF0pc+qcbT9eyxyto0j+ycCQMAhkWfPsU0XUZRvTTBXBiNyRuSm1lKr2G3cOYncFOc67UjkdVDjM0QgHwG3RN4ByiRyErmpmTUjctO3uG0XC8HFIqdb62BvRIBEXmkDdRx/LCnnWOSsNJKWG8RCcLHI2bK5sHsikCDAiFwzBBJ58VdBIu/GY8RCcLHI2Y3V8C2xI0AiJ5EbfQMkciOYGjeKheBikbOxQbADImCAAImcRG5gJiIkciOYGjeKheBikbOxQbADImCAAImcRG5gJiRyI5AcNIqF4GKR04FJsAsiUIkAiZxEXmkkaMCI3Aimxo1iIbhY5GxsEOyACBggQCInkRuYCYncCCQHjWIhuFjkdGAS7IIIVCJAIieRVxoJI3IjiJw0ioXgYpHTiVGwEyJQgUALRK4ukM9cj5e6Ha3+GdV9OxAmlpQz5cz/kv7t3z/l1MnEQnCxyGljHCbf2MTe4GdXRXbtr4K2GVOjtpmjuRv1xYdLEXBO5MMrSy/K2fUjWT7ZlnN4fcBnrZt8fFkNuHT+XTlEykkid+lLu7Jbl2Nuuy+Tb8wrIm8bMPY/RsAtkSeEfSQbJ8uyd2pvTOTJOetHG3KyndA6DmVPXbBiow9G5Gm0unKIJk4mxgmLy0kZ8OtKnzbfXBttY5HTBjuTbyyfyIf3ApzZuiXr6zeTVw72T2Tibtfk1NLOeCiT34bPyWBHdnYmz0zdAriwJce7Iqvz6zLsPXnByJ+XvTt9X4Gr+zZsMI2lrVMihwHsLcOAphXo8j5yE+U88NpzJs1SbZ6/+0HrZ774kXdYP/PNn/7e+pmiByhnMZRd6NOlLiFJV/p0ZoA1O/Jdzrm5OVlZWakpff5jzYh8SW5tHcvhpdNSdvPkMDuKYAvZUvjpyXPJqFLXURcFXHpaP91H6t1J/6OALvVep7CxM6dHtGINfG85NUtTqfVhun03MbLhHyNyV9bXVWRj4mSyMrmMVvsqp0sZgV9Xcrqyv7r9xCKnDT4m31hZRJ5aykyWzy/J6ZRfTphari7Oy9HGdMBVReTZSH0Y2WduCZyaCIyIfGocNsiwbRUCziLyqXRM8uZhUdv5G3mp9UnqvWqQ+u9MrafR6sohmjgZErmNJee37UqfzUfarIdY5LRByeQbsyVymVrWrCDyUZSuEvELoyhfQMSbZ+QYk4OyyUABkc9PjcMGGbatQsAZkadflDNLm78mF4+HFZbp9EvVENO/k8hJ5KYW08UlOIzITbUxG7utN7rZPNUGkZ/OVo4nu4dE9sep9UxAdbAmi7cva9nTERZ6RJ30uS5nbSJyptZbNapuiDxZelmU+VEhhkhma5qFiCTy2ThEEyfDiNzCkAuaxhKpxiKnjUWYfGO2EXmymFm49TcTcKHtiKTHRW3jwjm1rRiNBjIY7Ijk1ENNr7Fnip4dcIANprG0bYnI24OPRE4iN7UuRuSmSHXfjkTePeYmb8QS6eaZYdFc8se1bRPYZt6GRK6poAvHj9e5TMd25RBNogVG5M2/56702XykzXqIRc5mKM3g6amIvH72dAajj/aVJHISuZHxk8jzYXI5KcMbYiG4WOQ0+rjYiAg0RIBETiI3MiESOYncyFAMG9Ul8uHumOkjnlM1ODjAJKmu5h8RiAMBEjmJ3MjSSeQkciNDMWxkT+Svys5//k5kf19kaVPOjHbADF93IGuLt+WytjXq2kVtnddwTGxGBHxFgEROIjeyXRI5idzIUAwb2RO5yLCGpfowqamCLcMxsRkR8BUBEjmJ3Mh2SeRhE3l6e2j92wmNjKlRLUAVkVf9bjpCtiMC/iBAIieRG1kriTxgIs8c1jF9yZGRiVg1aisiZzRupQY2DgQBEjmJ3MiUSeQkciNDMWzUBpFXT0D0Q030G7wMB81mRKCnCDgl8tLK0cLTheyQ6e5AmMxHn70acDRsElyx/lxuzarv+O3sy1afLmXESJvLaWa3U6jo3+f4iko77Gxa15czP3WeVLOLulozfySM1m00xLY+IeCQyEsqRzPn/fpx1rp+VV+xSm0dP3py6fzrO0Q7M6WcvkTkZnablSYhwltbcrxxJPNLO+n7rO1Mxai1vd3+Q/77hV/J+IRPvEVtM8s5VnT8mxoNz/o20gsb+YmAQyJPA6DPfqdTXvULUrqNyJO7AJOLXor+SHCMyF1++vYEp6q5x4wlVxer7TY15uwxnB2QXnM5LVFPZQSHzw6v4bTsh82JQA8RaInI00Tt533k2RRl/lGFJHISucvvujnBmdmtPuapDFnqhiyX0k36ai6n5bhS13Cqi0TULWCWfbE5EegZAq0QeXYtyjWRm2D4wGvPmTRLtXn+7gcLn3nlcFuevHVWHllblDdprb74kXdYv+ebP/299TNFDziR8/Z1efTpX4xeMSfnH1mTRV1IEaGc+RpwqUu8wYk+taEW2W1amlfkcPtJufGnyb9+4KHH5MK9zsx0qiPXclaO9JVD2f4vkf8Yf7+35fqjv5b7HrsgdcScm5uTlZWVyteyARHoAgHnRJ5XOZqfWs/cg2sobXep9cyAsjP60c/eR+SG9QuUM99AXdY74A3OI9UCuzX83Fpr5lzOypFOZwnnr13kUa6VuLGBDwg4JfLCylFDsjABbFZEXiSb7wRnWr9AOf0kcpNqbpPvznWb7ok8ey83b/VyrVP2NzsE3BF5ReVo+uSo+h9RZ0SeLY4puIghBIJbld3J/cMFR2BSTk+I3NBuZ+dyhm+eCZHPWmi+nwi0hIA7Im9pgNluOyNyQ3lIcMVAuUw7N3X8pnUatvp0KWNMBNdUn4afJ5sRgSgQIJFrah5eymD3Z+v40btL59/UIZrWL1BOTyJyO/OdWeumdjuzgfPFRKCHCJDIIydyMaxf8J3I25LT5aSMEXm5h6wz0e6hz+WQiIBzBEjksRO5iJjUL3hP5C3JSSKv55PqROT3/Z//bfWyu77wI6v2bEwEfEWARE4iN7LdEIjcRFBbOUnkJqhOtyGR18ONTxGBPARI5CRyoy/DluDQqUuSq+P466RibeV0KSNT6+WmyIjc6FNlowgRIJGTyI3M3pbgSORGsE414oSlGDcSeT2b4lPhI0AiJ5EbWTmJPB8mXyNyW332QU4SudGnykYRIkAiJ5Ebmb2t42dEbgQrI3ILmGyJ/H/9389Z9D5s6nrCYj0APkAEaiBAItdAs3UUeHTWzqKvqVjXTrGvcrp2/HXk7MJufZRz1t9mDX/MR4hALQS6I/LU0ZELsnVcfs93kTRtnuzWhUOMheBikdNHgqszAfVRThJ5LU7gQx4i0A2RGx46YoIfiTyNUp0IrotqbhK5iTVPt6mjzy4moCTyevrkU0SgCwQ6IXLTG7ZMBCaRk8hN7ARtupiw+EhwjMiLLci1Pk1tle2IQBMEOiNykxu2TAR54okn5F//+pdJU7YhAkSACLSCwNzcnKysrLTSNzslArYIeEfktgKyPREgAkSACBCBkBHojMjnjzbkZPvcCMsDWTu1J8sn26L+JWSQKRsRIAJEgAgQgbYQ6ITITW+eaktI9ksEiAARIAJEIFQEuiFyw5unQgWZchEBIkAEiAARaAuBzoi8LQHYLxEgAkSACBCBmBEgkcesfcpOBIgAESAC3iNAIvdehRSACBABIkAEYkaARB6z9ik7ESACRIAIeI8Aidx7FVIAIkAEiAARiBkBEnnM2qfsRIAIEAEi4D0CJHLvVUgBiAARIAJEIGYESOQxa5+yEwEiQASIgPcIkMi9V2F9AX7wgx/Ihz70IXnb295WvxM+2QsEfvazn8kzzzwjTz31VC/G0+YgvvrVr8rLL78s3/72t9t8DfsmAt4gQCLPqOovf/mLPP300/LGN75RPv/5z3ujyDoD/cIXviCf+tSn5GMf+1idx/lMjxD429/+Jvfff7+8973vle9973s9Gpn7ofzxj39MOsW3ioko/4hA7AiQyDUL+NWvfiUXLlxInMOPf/xj+fSnPx18hAOn+NnPflauX7+eTF5C/QPR4T8hZx9iInPY6fve974oJi6hfpOUyx0CJPIRlorEQWiIakBwiHD+8Ic/uEO7pz2ByCH/Cy+8ECSZYwnhypUrCZEjywKjD/EPk0+k17/zne/IQw89FHxkHtvEJUSbpUxuECCRj3Dc29uTz3zmM0lk+olPfCIhNkTnly5dkuXl5eAiOUxU8B9MWhCJh0rmkBF6xCQFf29/+9sTfYaWfgaJY6nk+9//fmKroabZMSnb3t5O7Bb1ACRzN0TAXvxGIHoi/8c//pGQNtLpWBuHM4SDuHr1akLoWIeD84DzB6mHsJ78wx/+MJETBA75Dw4OEucfIpkjOoWcWCZ5+OGH5a677hLIH9paMjIOr3vd6wSFYPgDwX34wx9O7DqUSYsi8a985Svy+OOPJ3Ji4g0bxsQF32YMxX5+Uw5H3wYCURM5HDrISzmAt7zlLQmZ49/gLJRTBJmDEEACX/7yl9vQQ2d9wunBwYO8IS/WGeH0EbEqMv/4xz+eEJ+Pf8isPPvss0kRHyZjkBN/qOre3d1NKp2hY/yG/x1KsRRIDuT24osvJnaKPzUxC0VO2Crkwx+yLPguYcOKzDEhD2Gi7eN3xzHPFoFoiRxOAI4Bjh7Rmf6nInOVZp+tity+/be//W0Ska6vr8s3vvGNJJrBH0hOkbnbN3bbm4pEkVL/zW9+M14SgawvvfRSQt5YQkHk9q53vavbwTl+G9LpqigTsiAqRfZBbcsC2Snic/zqmXSHyRgmXsg+zM3NJXUAWCrBv+Fb5R8RiBWBaIl8a2sr2YtaVPgUMpnD2DGRQcSGiQzIHan21dXVxDn6/KfSrIhKkWFQaWXIC6KDrCA637cWqggcyz/IFmFtHIQGPeI3Rei+ZlaUDUJf+NMnXa9//evl1VdfTTJJaiks5N0IPn+PHHs3CERL5GWHSoAMQAQgczgLRK8+/cH5IVJTZIX//bWvfS2RCev8qphPRaYoHlpbW0v+3ec/6A3/UWv/iEiRegWZg8jxWwgOXy2PqF0GWCqBzkHmvuswmxlD9A15UaOCCRhsGBMy/CHrgn8LSWafvz+OfXYIREXkWEMDMWMdDeQGIvvlL3+ZOHv9D2lYRABwHj7+qa1ziLAxCYGjh6JBZnCMcH6I1DCZ+clPfiKf/OQnvZusZPWCKBTRGZw+0uaYxOB/g8yhc8gODHyPUFU2BbUAkFGlmWHD+q4LH+1WHzN0d+7cuSRjhP8N2fCn1sMhPzIQvi+P+K4njr8fCERF5FgbhkNQkYty8vphKHAaWDvHv/nsJBSZQwbUAKglBExmENFg/Tg7gemHSdqPQm0xU07/3e9+t3zpS18aFyvqlev2vff3CUxQ1NY6ROSoylcZl/6OunpkkAs61Ne+1aRMkbkq6KvujS2IQPgIREXkUKdO5iA4OEI4CThAEBtS0HAgIWxjUWSODIS+BQmTGVSm+74erj5PPYMCMrvnnnuSvcbISKidB759yijsQmU99KaWeSAbbFVNUkB4KPbCDgtU6uPfQ0kzZyfd0J+KzCFnKLsNfLNLjrefCARP5CAzODy9Mj3rJFD4BkeIvxAKvpBGxn/0E+oUqakDNDBR8W2rDsauHyMLPSLjoNa98f+hRywdgMBBhKja9jGzokegyCAhi6IyDuoYYciJFLOqcfB1KUi5RmQVoGNF0nlk3k83ylERgdkiEDSRq4gFThHRNqIVRKJweFhTVWeMhxLFwJTU2j/+N4gcSwSqYhuTGuCA7IOP++FV9KkyCSA3RKNqQgLy/uc//5n8G8gO0azPyweKzNXlIGpbmUo9Q75QbBffIzIO+AORY/KiDu/Rl8Nm6y75diLQTwSCJnJADueOPdKIQLE+jIgNM38VvSCiCWm/OJweUo+IQlH8BRJQZK6Kh3yt3Fbr+9AlyDxL5Op3EB3a+LbbIM9F6AV7qFJXa8PZk9z66V7MRqWyREo+TLDxb7BbReboKZRJixkqbEUEzBEInsh1MlcHniAyVWlY/HcITh+ROCYs+G/9ohc4RUXmPhYIgchQ+KQus9HJHBX373nPexIH72P6vOwzxWQTsqoJJzIM+NMnZYjQfVseycqs9AvbRAGm+vPdbs1dMFsSgeYIBEfkKBKCU89eyaki8xBOL8uqHUSNLWZYB1frpXqRF5yiz8euYj8/0q7QHZYLFJkjswA9q22F+P9YR/ad1CEvii4hGwgOMuG/QeaYqCH1jH3/IWylgy1nMy3KvqFzHLXLwrbmjp49hI1AcESO1DLWgPM+/hDJHBMXZBXUOfAqTYm94b5WbOd9ckVkrtLseAZRrO8kjkkZlkDU0aqoC8A6v0o7g8zx0WaPFfbNTSESh6xqmaeIzH2Ti+MlArNAIDgiVw4dF0iok6B0YBWZ4yCYbNQ+CwU0fadygCjwUmvCMZN5Uzxn/TwibhAcom3UOHzwgx9MDu0J6b547OtHxgFkrgrbVGYFdQ/qwKJZ64LvJwK+IBAkkVcdHgFn6fvaIhy7nlpGFKdXMYPMEan7nn6FLpF1UPrKi8wRifsuJ8gNf+pYXegXBW1Iq0OP2EqHdHoIW8wwQcFaP2wUhy+pJROVZlenL/riRDlOIjBrBIIkcoBaReazBr7p+7F+iAmJOm8bjj9L5k3fMevn1b3pWDZQBXsg9CyZz3qcLt7/1re+NXVcMHZTqON01X/7nk4HTpiw/OlPf0p2VsBekUlCsWIIyyIu7IB9EIE6CHhL5HDsSM9hjRSOHlEb1g/VrU9w+KGTubpvOkvmWF/1dYuZMmK19x2yYY1YnaWuDngBmUPvvkfiak84ZMRyj/6HyBUEF8IhRUouyIP0OexTkbgq1tR3W9RxZnyGCMSKgLdEDoXpW1SwRQmkri4GUeepKzKHM/Td6WOyAkeoH62aJXPI7+MhKCBqOHdVpIjI7ec//3nqaFnUNyCa04+bDeHDReYBk9BQzjPA9k59Iqlu48P3h4k2sknIOKhDX2DDIHXflw1CsEXK4CcC3hE5nAScvjqZDE5AnVgGx4C/UI52ROocDl5NSooqe3E/M6q1sxGdTyaZPf8dskO32Fus9r9Dr9grr/Tsk3xVYw3FZiEnJtXYNoaJl76VDpNqrPmD5DFRw7o/iF1F5lUY8XciQATyEfCOyPMqsuHwMevXT75SjhHk5muaGWujiFwwUVHRmiJzKA6FUYjAQYKo9PV56xVkfcMb3pA6OlZdaKMuDsH/D+FiEHUcKWwZ2RW1PBQKmevX6KqsCrJEIW7/JLEQgT4g4B2RA7QiMs+eYJZN8fUBcJsxQB5U9SJiQTpSJ3MUCiENjTZYNlDVzjb9z7otCA06QnYFEdrvfve71K1ziOCwTqzWw9U947Med5P3Q151b7i6Mlev2gaZw759XAZSGRN1ZS7WwrMntpHMm1gPnyUCgUTkSgxTMvdd8YhCkaZUpKbIHPKD4BDp+Oj0oRc9csOk5Jlnnglq/RtZIrXVSp1ZAJ2pyQsIHVvKULXta22D+r5wgyBOFQSJQ5ewS12/+uFEuHYWbXzfAuq7b+H4w0HAy4i8isx9Po40a1qIclCdj2ptkIAihlAukFDOHo4dETr+4OBBfDhHHcsFvk5UIEu2GBEFiyBwbCXTSRwZFl9rHDBhUePPHrJURObhuFBKQgRmj4BXRA6HgQIZpOuwVopZfyinmKG4C84QJIYjZnWixjGd6tIQRebYquNjdXqeyevOHksE6sIQdY+879XMWTLH/wehqzPUVWTu64QFNvmjH/2osAhR6RcTFx+vz529m+YIiEA5At4QuZr1Y70YTgOOUO07VWSONVRf03VqnzSITB3TickKnDscJdaP1X3Uvq/9V5F5SGfEo1gRk0/oFFG42vMPGZGKxqQUH6GvJA5dImuEGg799jKlYywZYFlILaX4+n2SSIhAnxHwhsjhKJAyR6SKiGZubi6oS0FgJPqJZXB+IAAQAWSGswwpCo+BzNVpe+qAnmxk3mfHYDM22CqyRnAm+hkH6ANFjCDzkCZnNtiwLRHoAgFviBxrw+985zvlpZdeGpM4HATITlXJdgFY2+/IHj+K6Bsy4t+RXg89ooG8+j3cbePdZv95KWcUL0JGFZm3+f4u+1ZnHuiX96gsmloW6nI8fBcRiAmB3hE5yFmd/KSO4MQg4fxw5zZSkOpkL6wtfvSjH/Vy61WZkYV4lnhMHxWyJ0ijY8kHNqufZYDIFMskRVft+oyTInMUvOHsBhA5lrt8XjbwWR8cezwI9IrIEYmp+8SRosP/B6mD3OEM1VocUs34DZXOat04NJWRzP3VKGwWfyAxNSnF5BPkhog8tGhc1xQmLyB0pNuRPQqlINNfa+TIY0CgN0SuLlNAJa9+yxMcAqq54RBwNCcic1U4FMJtUFWReQgXg8TwIekyYuKJY0pR04DoVBW2wZZ513Zs1kB5iUD7CPSGyNUNSDilLFsYg99wzeOrr76aOEb+EYE+IKDfa4//jT9Vw4BIHAWZ6+vrfRgqx0AEiEDACPSGyIFx2eER+l7qgPVB0TxCAMfnIiuEtDlOK0NRItLn2DaIZR+sj+uXvngkGodKBIiARwj0isiLyFwVuv35z3/2CFoONXQE1PkFisyROsd5AI8//niyPxz/H4egMCoP3RIoHxGYLQK9I/IsmcMJ4vIF3lc8W0Ph2/MRAJljPRwFmPo96SjMRISOokyslaurWIkjESACRMA1Ar0kcp3MEdVgqw6PdnStevZniwDIGdet6lXnqOd49tlnk65UZK73i/Q76j4YlduizfZEgAiYItBbIldkjiKi7GlRpsKxHRFwiQAmldg+huJLkDlu/AKJ43/jD5mjLJmr++RJ5C41wb6IABHQEeg1kVNVRKBvCCgyR8ocWyL16BxpdmyVxBaz0LdG9k0vHA8RiBkBEnnM2qfstRDIRubcElkLRj5EBIiAIwRI5I6AZDdxIUAyj0vflJYI9BkBEnmftcOx9RoBReb4b7VO3usBc3BEgAgEiQCJPEi1UqiuEACJq3P/u3on30MEiAAR0BEgkdMeiAARIAJEgAh4jACJ3GPlcehEgAgQASJABEjktAEiQASIABEgAh4jQCL3WHkcOhEgAkSACBABEjltgAgQASJABIiAxwiQyD1WHodOBIgAESACRIBEThsgAkSACBABIuAxAiRyj5XHoRMBIkAEiAARIJHTBogAESACRIAIeIwAidxj5XHoRIAIEAEiQARI5LQBIkAEiAARIAIeI5Ai8qeeekpwdjT/iAARIAJEgAgQAT8QuOuuu+Thhx+WUycnJyd+DJmjJAJEgAgQASJABLII/A9hDHAH0RRDGw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data:image/png;base64,iVBORw0KGgoAAAANSUhEUgAAAfIAAAEvCAYAAAC+MUMhAAAgAElEQVR4Xu19X4hlR7X3Gj4uRgKfgmCU76FVpqNO5kNFRO2+onmJTg/EHriM2i8dfTitT9MhDjqhQYW+0RBDevBBux80/aQZLkwnMN2alyjenijyoYGx1enBP08aIcQHA8on9OW3z6lzau+z/1TtXXufXVW/BlHn1K5d67fWXr9aq1ZVnTo5OTkR/hEBIkAEiAARIAJeInAKRP7d735XXn75ZS8F4KCJABEgAkSACMSIwD333COf+9znJCHyr3/963LlypUYcaDMRIAIEAEiQAS8REBxN4ncS/Vx0ESACBABIhA7AiTy2C2A8hMBIkAEiIDXCJDIvVYfB08EiAARIAKxI0Aij90CKD8RIAJEgAh4jQCJ3Gv1cfBEgAgQASIQOwIk8tgtgPITASJABIiA1wiQyL1WHwdPBIgAESACsSNAIo/dAig/ESACRIAIeI0Aidxr9XHwRIAIEAEiEDsCJPLYLYDyEwEiQASIgNcIkMi9Vh8HTwSIABEgArEjQCKP3QIoPxEgAkSACHiNAInca/Vx8ESACBABIhA7AiTy2C2A8hMBIkAEiIDXCJDIvVYfB08EiAARIAKxI0Ai75EF3Lm6KPPrN5MRDbaOZfvS6R6NznwoochhLvF0yxgwiEHGZjawJqvrOzL8okUWBvtyuH2uSZd8lgjkIkAi78Iw7hzI1Sc25drOzfFHLbIgC4OLsnH5kpwb8fXB2ilZ2hkNaLAvJ55+9DOX485VWZxf17DOKnlBto4Ppc15knMMymRaWJDBxQ25fOmcdDn1cy5j02+xBKOFhQU5u7Erl8+d7gajgzU5Nf6YFZNvyfHhpW7e3xRLPu8VAiTyltWlRy35r5qQSnGEcyBrp5Yk4fiFLdk/vCR9ntfPPFLLc6Ip8Nsncue6rJQpCflk/3C7M9uYuZ6zH5QRRl2Q6R25ujgvo+SaDPZPBHPyOyIk8Zb9bazdk8hb1HyaxBdksL8r2yr8vnNHDm48IZvrt+RiZXSoEbkMZP+kO2fdIjztda079IUuHLeNKDV1qcukZ2vuHMja/GiSl8zzjuWwzVSDjahdty3SewYjaT3bpRM5v9euzSDG95HI29J6Ks3XNAKs6fzbkq3v/cZE5CKSmjC2TlI9Vn6Z3lPRetvkyu+1x1YS5NBI5C2ptY5zTaUq94+T6D21Dpkd62Bf9mVpvK6uUniTZpnI4Hh7vB6f7Up/dzaqK/tNNAepnsuTQ73vzsGarG7uyM1xBRDWd3dzC/um2ubUFeSqz4LIJ2OFc78st9dWZX0HgxvI/givtDzDNOlYHr1AcaQz/FZHl6U1EUUReeZduu5sx63bmoktzd/QijNzZR9iKleRedKLvrZkdztnrRiR8+qm7IyNI6PdquxKmd5TE+sJkZvov9B2q+pcMsPPYmpq367HmLZPSx3B3nK/4ekaDVP5WnLBUXVLIm9F3flrZFWvyiPMKiI/PrM5rnSfShnqzquBE0yNIdNPnvMvIv6yeoGskyuVWyoyHLWIfEEWFm5OJhjaO0wJsYhE1b9X6bIWkafSxulI03bcpZPPHFsSbRKTL3sWU+0LyNqji/XtRkRerH+M2tQey9rpNm7aX5p03YyxvM8SHUnar03HFZNJro18VX6Rv1cjQCKvxqhGCz21Zp5WL458y1J1xb+VRtJTUhX1o/87HtLJIv+Z/PemC/bG1btJFLYksjFxAunn92V3VI2NGf68qgQuSyHXIvIsIAVFiKPCpbyIvIrIh8/UTLtWEd3CQLZ2t1OV+LZEXja2PJ2aTtgWtkY6zKxVT4gtP3Ok69to7b9E76lJijaJKJ5c5ut/LMsoMs23x3Id29p3G2PM9lmto8wSDopud0c7bjLfsK18NRwsH8kgQCJvxSS6JPJ0tJDvHM0mE7mp1ZwtPeN36L9pxGpF5FP4lxUKGRYRVZLepAAu7dD0gsRJjbE9IaadXpqEWiLyBEeM/3Cc+q8z7vz0uo57EcFNiuzsl2k0TFITNO29Jmv/BUR+5+CqrC5NtiPqkXG1/uvYY5mO7ftrY4z2Osq3gWn3aS9fKy44sk5J5K0ovFsi19epsT0tiXbz0upFBKecZM467PiDX1iQhZujffCj9kVEke8kptNyC4Mt2bh8Xs6d1nc/ZzMARQoqmZzUJPKiqK8OIdbLrpQYY+Ea+R05uLoqS2qvU8MlAWNbMlybN6u3aCEiL4AyeyhLddaqjj2aZtDKnE/1hGnytP0Y7YncdAJqP5ZWXHBknZLIW1F42pinC4fyX1rf+U9PHM5rhUhjZ1pF5FPkf15ujPbDIvW2cTQqrEsmC5Pf0un2smj0jlwdF5NpGOjrpZWHuajnSiqPa6bW/STyUcJeO0wov+iwuEivOGMwJJNcW3JK5Mki9PQBKmMTMcsoFfeBteWzsrF7OTNpLLPV0ctr2WMJ6dXor3Ky4bjP3PeZ1tvUGEsrLjiyTknkLSm8zqlX9Yk865D25eK1pdGBFIZOMMEhmz7bkKPRHmVMRi7fVlXK6HPyW7bIrtrx5Jx0p7ICpg6jTG8REnnVGvZUxXRBoVpiBanfim3JZI3cLCLXlof0zI/pLgVlCxZ6V49U26p2SmBVwejYJg2J3LC/NsZoHZEXVP1Pr4zVwaslJxxRtyTytpSdijDMyLQJkUvRTNjQWeQ6tsFAbu7gPLlR9Ku9Y2H82/QhJJWOZ/IyWZtfH59YNyyAq7cskVKjhUM3GWtxm/RyQWfFbjnrxTa7B9ITtpxDZAxtyRmRa+9rdMeAhd6NibyWPZqm1pv6hfEMZnLyY9WOjnGiYbJ10GyyZfpdmrZry/HG2S+JvDW9Z9eEF2Rrf1cuqZPd5I7cOXhCVpcmJ7uZEYa2dpY68jF/a4hpWn8MQ54TH08G8t4x7YwKU3Or11LnXSf7TJdG+4uLKon16lhEi3cO5MYTm7IuG8Vn0Vs4dBMiT6ds1f7yO3KwNj85Gz9zqlozXeYYZdk+cr2aX99VkD0EJdkXXz7u4ZvNbKkNIp+SHBG6IC1efAbCJBDW0vOGE1gT/aeKzYzs0bxqPTlyWVV/F9h3G2O0jsizW/AyVeu4S+JoeVhoaY9Xa044mo5J5K2qunzf5fDVZkUtqY9DjTkbmU2tM9Y5wSqnKE079nNqHDkOs3KNbdpbp6qti4gk9VgL28+KtziV6HFhQdTmc7OIPOPoinSZxaiqgG9kS3rVeimOBePOJcXkH6dtyRmRJySxKEvJQTzFf5WTUosJnHlEXjyxKbbHqsIwA79QuQski5O7Pkszg4tLUqSmif3bjaVVFxxJ5yTyDhSN7S9PbF5Ln1iFSOMsbj+bVG3rH9BAOylLRUkHa6spZzdNPJmKUZMtOznyp8k6E3EfXJVFbStPHvkVyZGHw8LCoCDaQjX2E7J5TTsFDtOehYFc3LisZTZyBNDHONiX4+3iW8HKMdf7zhTq4caxjV3Znr8xvmmt+FS14Sl9kz9ExVW6zMhlcvvZ+XOS2gCQdGE37slbq22pUM8Fp90lo9GyBxO8DmRNEURm+1mqIr/KnjNZizK95xH59DeX1r+5PR7I1UVVo1I0mTa3bxsbNR1jWZ/l+/eHtrup3+SYe/ueuXwduODgX0EiD0rF9U6UCwoCCuMIge5saUIqOWvGLoofHSHCbohAXxEgkfdVM3XGZVpZWqdvPhMXAh3akl6op5+cVlmUF5dGKC0RKESARB6QcdTZ8haQ+BTFIQKd2pLJ+r9h8ZpDCNgVEfAGARK5N6qqGii3fVQhxN9NEZiBLd3JOVvAtCbCVCy2IwKBIkAiD1SxFIsIEAEiQATiQIBEHoeeKSURIAJEgAgEigCJPFDFUiwiQASIABGIAwESeRx6ppREgAgQASIQKAIk8kAVS7GIABEgAkQgDgRI5HHomVISASJABIhAoAiQyANVLMUiAkSACBCBOBAgkcehZ0pJBIgAESACgSJAIg9UsRSLCBABIkAE4kCARB6HniklESACRIAIBIoAiTxQxVIsIkAEiAARiAMBEnkceqaURIAIEAEiECgCJPJAFUuxiAARIAJEIA4ESORx6JlSEgEiQASIQKAIkMgDVSzFIgJEgAgQgTgQsCbyO1cXZX795hCdhS05PrwkpxVWB2tyamln9P8WZOv4UC6pH8t+iwNrSkkEChE4WDslSzuZb0ZEUt+b6L/fkauL86I+RXQ82D+R7XMEmQgQgdgQsCTyA1lbvC2XE/IeOpJrF4/lEGx956oszl+TiyPyThzQtYtDoi/7LTbEKS8RSCFwIGunlkT290WWNuWMPvlNvpsj2TjZFvBz8k0dbchJwtb4/lZFdrXJMpElAkQgSgQsiTyNEaKIzTNDIk87GbSDgxo6pvM3dAeU/m0csUcJP4UmAuN01vh7GX8TARK5feYhk5XIZgFpQESACEgDIp8Q9TAgX5RV2R1G58lfmsiLfiOR0wqJQMnkVl+SGuyPonG0z6bWB7I/itz7iWfdzENJFrCfgnJURKBzBGoTuR6NJ26lIyL/1re+JX//+987B4ovJALtInBbrj/6grz5kTVZfNPkTbevPypP//W8PHL/X+XJp38hH3joMblw7/RIXjnclidvnZVH1hZFe7zdIdfqPUfOVw5l+8m/yv2PXRCIlsjy1/vlsRxBgccLb35E1nSQao2j2UNzc3OysrLSrBM+TQQcIVCLyKfT6Nn1OxVh7MnyybbMp9b20r/Z1uaoATuSn90QgZ4gkM5wDZNaa3Jqb3kShWdS7amBo+3mmXTxaU8kSw8jR04lqyqUTWUe9KcLnu2lnBwUEegOAWsiT9a4RE/xjQbbUbEbibw74+CbukRgmqRSBaNjspPcFHrhd9mlCEbvyifjZPy3tuR440jml3ZyK/CzWUCj17EREYgAATsiT8h6XUabz4bwaMUn6a0y6TW7st9scCaR26DFtv1HYHob2eSbKtliltrOmbMVtLeC18s85GUBeysiB0YEOkbAjsg7Hlze60jkPVACh0AEaiNgn3nwJ9tQGxQ+SAQaIUAibwQfHyYCRMAMgZqZh4osoNm72YoIhI0AiTxs/VI6IkAEiAARCBwBEnngCqZ4RIAIEAEiEDYCJPKw9UvpiAARIAJEIHAESOSBK5jiEQEiQASIQNgIkMjD1i+lIwJEgAgQgcARIJEHrmCKRwSIABEgAmEjQCIPW7+UjggQASJABAJHgEQeuIIpnl8I/L+ND1sP+P2bL1o/wweIABEIB4FaRF7nTuHkAgh1KYIsyNbxodS5wpQnu4VjfJRkGgESOa2CCBABWwQsibzmncJlF6pYjphEbgkYm3uFAIncK3VxsESgFwhYErkac87FB5krFvVLDqYvPKh/HSGJvBd2w0G0hEAsRB6LnC2ZCbslAikE3BE5utXT59qdwiDyVdmVw3EuvRmRU4dEIFQEHnjtOWvRnr/7QetnZv2A73LOzc3JysrKrGHk+4lAgoBTIi+6U9g1kV+5coXqIwJBIhBLpBqLnEEaKYXqHQLuiBzR+N6ynGyfGwqppdrnry7K/NHG5DdBRL4nyyfbMmptDAxT68ZQsaGHCMRCcLHI6aEJcsgeIuCMyJN18GsX5fjwkpwep9lF9kHWLHbz0DQ45FkgEAvBxSLnLGyI74wPAUsir3mncBKgL8r8+s0RwoMhwdfAmxF5DdA8fiR/q+O0HQ72T0Qlg0Qyv2v1Gn2HIhaCi0XOvtsbxxcGApZEPnuhSeSz10E3IyjZ6pgQ9arIbv5ZBCD/zTPHWnFlNyN28ZZYCC4WOV3YBPsgAlUIkMirEOLvM0Ygb4dDCZFntkHOePDWr4+F4GKR09oA+AARqIEAibwGaHykSwSKiHxexis1oi3VpE4QHI4znXbvcuz274qF4GKR094C+AQRsEeARG6PGZ/oFIHqMwdShZYg8s0z+UWXnY673stiIbhY5KxnBXyKCNghQCK3w4utO0egmsiTg4gUeSO1niyfj3ZPNNjq2LmoIhILwcUi5yxsiO+MDwESeXw690ziaiJPKttlf3ROQbr91LbInksfC8HFImfPzY3DCwQBEnkgigxPjJKtjtl18IWtSSodQKR+r7/VcRaYxkJwscg5CxviO+NDgEQen84pcY8RiIXgYpGzx6bGoQWEAIk8IGVSFP8RiIXgYpHTf4ukBD4gUIvI80/bgrglJ2ql0p0LsnWcf5hHFWg8EKYKIf7uMwKxEFwscvpsixy7PwhYEnnZaVtYmiw4UYtnrftjERzpTBGIheBikXOmxsSXR4OAJZErXHIqiUtO1Eoqh6duP9uUMzWickbk0dhmlILGQnCxyBmlEVPozhFwR+QlJ2q5vo+8DKXb1x+Vp38xJ+cfWZPFN2VbviKH20/KjT99QB567ILcq/1c/lzneuELI0Xggdees5b8+bsftH5m1g/4Lufc3JysrKzMGka+nwgkCLgl8oITtXAf+arsapdYVO8NLtJPcURenvZHf8MJxUU5u36k3YVe/RxthQh0hUAskWoscnZlN3xP3Ai4I/KSE7VA5NOp9T2NTM2VUJ1aL5gkjFP/y7J3Ku/d9ScX5qNnSyJQjkAsBBeLnLR3ItAFAu6IPDkKc7LunTpRq9Nit3xCRiHe3jLurMbvJPIujIvvsEcgFoKLRU57C+ATRMAeAUsiLzltC+8uOVErIfbxdVX1T9uqFZFjXHvL2hGeJHJ7U5ntE7E4fspZbGfv33xxtkbItxOBniJgSeSzl6IOkQ/3vWfHnt3LztT67LVbPAISXFgEF4s++/xNcWzhIBAFkafVxdS6j+Ybi+OnnGFNWHz81jhm/xAIiMgr0v5j3WSJ3PQ5/5Qb0ohJcGERXCz6DOkbpCz9RSAgIu8vyBxZcwRicfyUM6wJS3PLZw9EoBoBEnk1RmzRAwRIcGERXCz67MGnwyFEgACJPAIlhyBiLI6fcoY1YQnh26MM/UeARN5/HXGEIkKCC4vgYtEnP14i0AUCJPIuUOY7GiMQi+OnnGFNWBobPjsgAgYIkMgNQGKT2SNAgguL4GLR5+y/HI4gBgRqEfnwgJXsgSoKLrWdK3N6W+rUt6JnqyGvPhCmug+28A+BWBw/5QxrwuLfl8YR+4iAJZFX3xSWe8NYp2et+6gGjrkKARJcWAQXiz6r7Jq/EwEXCFgSuXql3Q1jyTnrRxujs87RR/3jUBmRu1C7f33E4vgpZ1gTFv++NI7YRwScEnnRDWPDKL3t+8jT8MfiEH00ujpjjkWflJNEXuf74DNxI+COyEtuGHNN5CYqe+C150yapdo8f/eD1s/wgW4QiEWflLPYnvr0fc7NzcnKyko3xs+3EIEKBJwRedkNY+dv5KXW864SrdaXaWo9lsimGrEwWsSiT8rJiDyML5ZSdImAMyJPDzpzMckMit1icYhdGsss3xWLPikniXyW3xnf7ScClkRuelPY9FWhScHb+s0RSpmtaRbYMSK3ACugpiS4sAguFn0G9AlSlB4jYEnks5eERD57HcxiBLE4fsoZ1oRlFt8K3xkfAiRyTefv33wxPgvwRGISXFgEF4s+Pfm8OEzPESCRk8i9MOFYHD/lDGvC4sXHxUF6jwCJnETuhRGT4MIiuFj06cXHxUF6jwCJnETuhRHH4vgpZ1gTFi8+Lg7SewRI5CRyL4yYBBcWwcWiTy8+Lg7SewRI5CRyL4w4FsdPOcOasHjxcXGQ3iNAIieRe2HEJLiwCC4WfXrxcXGQ3iNAIieRe2HEsTh+yhnWhMWLj4uD9B4BEjmJ3AsjJsGFRXCx6NOLj4uD9B6BWkQ+vCBlQbaOD+XS6QkGqWNYF7bk+PCSjH/G7WhLO6PG08+aIsmT3UyRctOuSNdSqU91nG/943h1CWJx/JQzrAmLm6+QvRCBcgQsiRxnqC+J7O+LLG3KmRSRH8ja4m25nJD30Ilfu3gsh2B6XprioR2W6NpAn8Oray/K2fUjWT7ZlnMNESDBhUVwseizodnzcSJghIAlkas+4eSzRJ5+HyK5zTNDIk8i9aMNOdlW7rz6+aLRMyI30qvDRtO6qtRnQvRHsnGyLHun6l1XmxUgFsdPOcOasDj8ENkVEShEoCUiTzv/YXS2O4zOk79mRG6izwdee86kWarN83c/aP1M+A/cluuPviBvfmRNFt80lPaVw235L/kPWVP/IOk2t68/Kr++7zG5cC/+/ddy32MX5N6GQMWiT8pZbCh9+j7n5uZkZWWloVXzcSLgBoFWiFyPxjFM10R+5cqVSuljiWwqgWjcID8iL5yYHa/Jqb3lUfZl+jrbusOJRZ+UkxF53W+Ez8WLgHMin067Dol8OrVeL+XK1HrXxmqaWh/qU5JCyOwY6xc3qp5IcGERXCz67Ppr5fviRMApkScVzrKvrYWPQDUojjKFn0RuipSrdjnLIMb6ZERuq4VYCC4WOW31z/ZEoA4ClkSuthRpr1LbzBLnvi439VFoW9BSW9Ok/pYkEnkdNdd5pkTXo+WS+XWl7SJ9kshtkY+F4GKR01b/bE8E6iBgSeR1XuH2GRK5Wzx96S0Wx085w1pC8OX74jj9RoBErunv/Zsv+q3NgEdPgguL4GLRZ8CfJEXrEQIkcs+JvOw0vdKT9npkhCZDicXxU86wJiwmts02RKApAiRyn4k8OSZVZH90clq62PBA1tZEtpNDeDIn7TW1mhk8T4ILi+Bi0ecMPhW+MkIESOQeE/nUtj4Q++aZ9Bn3iXz1D+DpyzcRi+OnnGFNWPry/XAcYSNAIveYyJOLS3TiHh+NOjzbXE+tD/ZPZHxCroc2TYILi+Bi0aeHnxqH7CECJHKfiXyUMh/vAoMs2VvnEvlGW8nO5uzx98RoY3H8lDOsCYsnnxeH6TkCJHKviTxjfYjQx8ej5vyWm3b3w4JJcGERXCz69OPr4ih9R4BEHgyRq2tHRyn0gzVZvH15fFFN4al7nlhwLI6fcoY1YfHk8+IwPUegFpEnpLCTc352UkWtDtrO/F72mwWIPBBGAytzml56HTxzMltuyt0c+P//38+YNx61/Ld//5T1M0UPkODCIrhY9OnsA2BHRKAEAUsiV1HfvshS5j7ysvO3jc/mrtYVibwaozZakMjbQHW6z1gILhY5u7EaviV2BCyJXMFleiPWkOzP38i7/SwzETDUBIncECjHzUjkjgEt6C4WgotFzm6shm+JHQGnRF50RzWIvPD+6tN2KsCATf4eeO05k2apNs/f/aD1M7E88MWPvMNa1G/+9PfWzxQ9EIs+KWexyfTp+5ybm5OVlRVn9s2OiEATBLwk8itXrlTKzBl/JURWDRiRW8FVu3EsdhuLnDaGYIJJ9j6IYb3S5C0LW8fjAlebd9dqm1kyrdUHH3KCgFMinz/a0O4in1xhOX81L7W+J8ujo0VtJGFq3QYtd21J5O6wLOvJxJlnn/fxsp9Y5LSxGhNMdF1P70QZ1jDd6pLMbQRk29YQcEbkwmK31pTUh45J5N1owcSZk8i70UXXbzHR/ZjIM6c4jseaOu1xGEzJYEd2dkTUrpZsFJ8cIrUrsjq/LjdVRwN1eNSwjzNbt2R9dPLUZHfMJFjLniQpMhjfAdE1jjG+z5LIM1uagJi2rSl121ZGkWW/2QDPiNwGLXdtSeTusGRELmJCWiFMWGysxgSTMZEX3auQIvicCB2/r4rsHl6S04V3MMDPJ43k0ul0H4kfv3ZxdJ+DRuRFEwsbANi2NgKWRF77Pc4eJJE7g9KqIxK5FVy1G5s48xAILhY5bQzBBBN7Is8sYZYQeTZSH0be6ag7ybymJgKj/stOlbQBgW1rIUAi12Dzca2xltZrPEQirwFajUdMnDmJvAawHjxiovs6qfV0LdIwwh4f26XW01MR/jDzerRhTuTTdVAeAB7QEEnknhO5ycfvwvGTyLv56rvSZzfSFL8lFjltcDbBZBJs5F2ElDmmOUmdZyLyzNHN4/HpEfXoxMizNhE5U+s2qnbelkROIjcyKhK5EUyNG5k4cxcTs8YDbdhBLHLawGSCSTprOF2zlD6mOYfIM8c6Y3zDZ/S+BjIY7Igsm0fkLHaz0bT7tiRyErmRVZHIjWBq3MjEmZPIG8McbQdYB988o+0159p2ELZAIieRGxkyidwIpsaNSOTFELKGpbF5yXCbsLbNjNvEHIA6+y5I5CRyIyskkRvB1LgRiZxE3tiI2EF0CJDISeRGRk8iN4KpcSMSOYm8sRGxg+gQIJGTyI2MnkRuBFPjRiRyEnljI2IH0SHglMjTp7ctyNYxTgYaYYqiivHp/pnfLGDngTBpsLpy/CRyCyNt0LQrfTYYopNHY5HTCVjshAhUIOCOyDP7CBNSV5eolJ3DbqkiEjmJ3NRkfCyOioXgYpHT1FbZjgg0QaATIk+RejJa7G/clDN6xG4oBYmcRG5oKkIiN0Wq+3Yk8u4x5xvDRcAdkSf8rKXPx7fnYMfDoqzKrnZPLonclUl15RCZWnelsfJ+utJnN9IUvyUWOWeNM98fBwJOiTw5dP/WlhxvHMn80s742jzXRG6imgdee86kWarN83c/aP3MrB/oSs4vfuQd1qJ+86e/t36m6IGu5HQ24JodUc5i4Pr0fc7NzcnKykpNLfMxIuAWAXdEnj0hSFsznz5QP+foQEO5mFpnat3QVJhaNwVqBu0Ykc8AdL4yWAScEXn6nlqVZpfh5fIsdmvNgLpyiEytt6bCVMdd6bMbaZhanzXOfH8cCDgjcpHyA/zTW9MGQ4KvgTEjckbkpmbDYjdTpLpvF8uEpXtk+cYYEXBI5N3ARyInkZtaGoncFKnu25HIu8ecbwwXARK5plt7x191jSA6V23qZyHKzK8rh8jUejdOoCt9diMNU+uzxpnvjwMBEnljIl8V2dVOsMvYzbBi/6KcXT+S5ZrLCSRyERJcsRXYT0Bn79xi0efskQ5oBKi1StztJVEHhgYkXSNRSORtEvm4cn9Z9k7tkcgbmGosjp9yhjVhsTH5f0ufUlMAAB+aSURBVHz745XN7/rCj1Jtki2/O5N/WtjS7hqv7K1hg0wRc8Peqh8vJHJkPcsDqurOW27RMlYk8sZEPi/rN1Un6fQ5PrK95RPZPld/u12VeXXl+Jlar9KEm9+70qeb0dbvJRY5bRCyJfKExGVfTrZV2TD8zJLc6pLMbQRs2tZnIm8qe8XzJPJGRJ5GN7UFL7WvnkTe1I5jcfyUkxF52bcyjsgzd1uMn4Hf2Twjx0n6eeh3ZLAjOzsyPqArG8XLwpYc74qszq/LJCZRE4RhH2e2bsn6KGIZ7CM4wRvTfq10Z1IyXtv+h6eCzo/euzAYiNw6k5Na1yPysvFmTh+VCSZKll5gVcNZksgdEnlyRO3oIzrOpLyGr6l/61uRbrty/IzIa3xdNR7pSp81hub0kVjktAHNKiJPEbb2lhTB50Toqai26KjsLDFOovz0eSEakRdNLHIBMOw/k44enxw6tUZerz/xAiszCyKROyTy6VSX6pwRuZk5FreKxfFTTkbkRhG5MZFnanNKiDwbqQ8j74zvmnp+1H/2ZM8cIaz7zzstNLfYbToiHxcW6+OdGuNwR9HRRsHy5wyxsvWXJPImRJ66Yx0B99YopZVVA4nc1jCz7UlwYRFcLPq0sXuriNwitZ7eLTOM0lV93Lg4LjUxKCG4AiKfPoY7I3md/h0TuehXayfDqyDyZOlgBljZGM2oLYm8CZHXANz1I105RKbWXWsuv7+u9NmNNMyw2OBsReTqfIqz08VuUrCGnYzlYE0Wb1/WbqIcjVAnzdF69lmbiLwqtV6n/9qpdS0LoU88spXjSSA2OkY8s94/U6xsjKYdIs8ckKJdZZq64rTBWjFPdktruSvHHxeRlx3iE8YBPzV8hdNHurJbp4NuuTM7Ip9ElJNdM3rxVsLaSaFaKiLPFp2NC7503z2QwWBHJG/HTVFqHfGtVpgmkj0Aq07/6T4H+/sim7flcuUaeQGRjyYyp8b79fSapT5hZW9oTiNyrIFsnsnZx8hLU+w1Y/hEVw4xJiIvO8QnlAN+DM2rtWZd2W1rAnja8ZSPNljb9lTUxsP2CSt3RF6SWklmakcbmf2Om3LmuPhEtCItMCJnRG76hdY68azsEJ+ADvgxxbCtdiTytpCt6HcqIm/n6OgZSef2tR5h5Y7Is4Vf2h69YRSzq63LFG17qNYDBmzy98Brz5k0S7V5/u4HrZ+Z9QNdyfnFj7zDWtRv/vT31s8UPdCVnLevPyq/vu8xuXDvbbn+6K/lvscuyL2jQZX95krQruR0Nd66/fgu59zcnKysrNQVn88RAacIuCXy8UEE6fvIUdHoksivXLlSCUIsM/6u5IwitV52iE9gB/xUfkAtN+jKblsWg90TgV4g4I7Ip47PmxQPTG9NqL8di6n1tN105RBjIPKpE68SqIcFMfc+kT7TeqgFfw/4mbX36cpuZy0n308EukDAHZEnFZKTde/UCUAsdmtNl105xBiIPK2ksslm/YlolSF0pc+qcbT9eyxyto0j+ycCQMAhkWfPsU0XUZRvTTBXBiNyRuSm1lKr2G3cOYncFOc67UjkdVDjM0QgHwG3RN4ByiRyErmpmTUjctO3uG0XC8HFIqdb62BvRIBEXmkDdRx/LCnnWOSsNJKWG8RCcLHI2bK5sHsikCDAiFwzBBJ58VdBIu/GY8RCcLHI2Y3V8C2xI0AiJ5EbfQMkciOYGjeKheBikbOxQbADImCAAImcRG5gJiIkciOYGjeKheBikbOxQbADImCAAImcRG5gJiRyI5AcNIqF4GKR04FJsAsiUIkAiZxEXmkkaMCI3Aimxo1iIbhY5GxsEOyACBggQCInkRuYCYncCCQHjWIhuFjkdGAS7IIIVCJAIieRVxoJI3IjiJw0ioXgYpHTiVGwEyJQgUALRK4ukM9cj5e6Ha3+GdV9OxAmlpQz5cz/kv7t3z/l1MnEQnCxyGljHCbf2MTe4GdXRXbtr4K2GVOjtpmjuRv1xYdLEXBO5MMrSy/K2fUjWT7ZlnN4fcBnrZt8fFkNuHT+XTlEykkid+lLu7Jbl2Nuuy+Tb8wrIm8bMPY/RsAtkSeEfSQbJ8uyd2pvTOTJOetHG3KyndA6DmVPXbBiow9G5Gm0unKIJk4mxgmLy0kZ8OtKnzbfXBttY5HTBjuTbyyfyIf3ApzZuiXr6zeTVw72T2Tibtfk1NLOeCiT34bPyWBHdnYmz0zdAriwJce7Iqvz6zLsPXnByJ+XvTt9X4Gr+zZsMI2lrVMihwHsLcOAphXo8j5yE+U88NpzJs1SbZ6/+0HrZ774kXdYP/PNn/7e+pmiByhnMZRd6NOlLiFJV/p0ZoA1O/Jdzrm5OVlZWakpff5jzYh8SW5tHcvhpdNSdvPkMDuKYAvZUvjpyXPJqFLXURcFXHpaP91H6t1J/6OALvVep7CxM6dHtGINfG85NUtTqfVhun03MbLhHyNyV9bXVWRj4mSyMrmMVvsqp0sZgV9Xcrqyv7r9xCKnDT4m31hZRJ5aykyWzy/J6ZRfTphari7Oy9HGdMBVReTZSH0Y2WduCZyaCIyIfGocNsiwbRUCziLyqXRM8uZhUdv5G3mp9UnqvWqQ+u9MrafR6sohmjgZErmNJee37UqfzUfarIdY5LRByeQbsyVymVrWrCDyUZSuEvELoyhfQMSbZ+QYk4OyyUABkc9PjcMGGbatQsAZkadflDNLm78mF4+HFZbp9EvVENO/k8hJ5KYW08UlOIzITbUxG7utN7rZPNUGkZ/OVo4nu4dE9sep9UxAdbAmi7cva9nTERZ6RJ30uS5nbSJyptZbNapuiDxZelmU+VEhhkhma5qFiCTy2ThEEyfDiNzCkAuaxhKpxiKnjUWYfGO2EXmymFm49TcTcKHtiKTHRW3jwjm1rRiNBjIY7Ijk1ENNr7Fnip4dcIANprG0bYnI24OPRE4iN7UuRuSmSHXfjkTePeYmb8QS6eaZYdFc8se1bRPYZt6GRK6poAvHj9e5TMd25RBNogVG5M2/56702XykzXqIRc5mKM3g6amIvH72dAajj/aVJHISuZHxk8jzYXI5KcMbYiG4WOQ0+rjYiAg0RIBETiI3MiESOYncyFAMG9Ul8uHumOkjnlM1ODjAJKmu5h8RiAMBEjmJ3MjSSeQkciNDMWxkT+Svys5//k5kf19kaVPOjHbADF93IGuLt+WytjXq2kVtnddwTGxGBHxFgEROIjeyXRI5idzIUAwb2RO5yLCGpfowqamCLcMxsRkR8BUBEjmJ3Mh2SeRhE3l6e2j92wmNjKlRLUAVkVf9bjpCtiMC/iBAIieRG1kriTxgIs8c1jF9yZGRiVg1aisiZzRupQY2DgQBEjmJ3MiUSeQkciNDMWzUBpFXT0D0Q030G7wMB81mRKCnCDgl8tLK0cLTheyQ6e5AmMxHn70acDRsElyx/lxuzarv+O3sy1afLmXESJvLaWa3U6jo3+f4iko77Gxa15czP3WeVLOLulozfySM1m00xLY+IeCQyEsqRzPn/fpx1rp+VV+xSm0dP3py6fzrO0Q7M6WcvkTkZnablSYhwltbcrxxJPNLO+n7rO1Mxai1vd3+Q/77hV/J+IRPvEVtM8s5VnT8mxoNz/o20gsb+YmAQyJPA6DPfqdTXvULUrqNyJO7AJOLXor+SHCMyF1++vYEp6q5x4wlVxer7TY15uwxnB2QXnM5LVFPZQSHzw6v4bTsh82JQA8RaInI00Tt533k2RRl/lGFJHISucvvujnBmdmtPuapDFnqhiyX0k36ai6n5bhS13Cqi0TULWCWfbE5EegZAq0QeXYtyjWRm2D4wGvPmTRLtXn+7gcLn3nlcFuevHVWHllblDdprb74kXdYv+ebP/299TNFDziR8/Z1efTpX4xeMSfnH1mTRV1IEaGc+RpwqUu8wYk+taEW2W1amlfkcPtJufGnyb9+4KHH5MK9zsx0qiPXclaO9JVD2f4vkf8Yf7+35fqjv5b7HrsgdcScm5uTlZWVyteyARHoAgHnRJ5XOZqfWs/cg2sobXep9cyAsjP60c/eR+SG9QuUM99AXdY74A3OI9UCuzX83Fpr5lzOypFOZwnnr13kUa6VuLGBDwg4JfLCylFDsjABbFZEXiSb7wRnWr9AOf0kcpNqbpPvznWb7ok8ey83b/VyrVP2NzsE3BF5ReVo+uSo+h9RZ0SeLY4puIghBIJbld3J/cMFR2BSTk+I3NBuZ+dyhm+eCZHPWmi+nwi0hIA7Im9pgNluOyNyQ3lIcMVAuUw7N3X8pnUatvp0KWNMBNdUn4afJ5sRgSgQIJFrah5eymD3Z+v40btL59/UIZrWL1BOTyJyO/OdWeumdjuzgfPFRKCHCJDIIydyMaxf8J3I25LT5aSMEXm5h6wz0e6hz+WQiIBzBEjksRO5iJjUL3hP5C3JSSKv55PqROT3/Z//bfWyu77wI6v2bEwEfEWARE4iN7LdEIjcRFBbOUnkJqhOtyGR18ONTxGBPARI5CRyoy/DluDQqUuSq+P466RibeV0KSNT6+WmyIjc6FNlowgRIJGTyI3M3pbgSORGsE414oSlGDcSeT2b4lPhI0AiJ5EbWTmJPB8mXyNyW332QU4SudGnykYRIkAiJ5Ebmb2t42dEbgQrI3ILmGyJ/H/9389Z9D5s6nrCYj0APkAEaiBAItdAs3UUeHTWzqKvqVjXTrGvcrp2/HXk7MJufZRz1t9mDX/MR4hALQS6I/LU0ZELsnVcfs93kTRtnuzWhUOMheBikdNHgqszAfVRThJ5LU7gQx4i0A2RGx46YoIfiTyNUp0IrotqbhK5iTVPt6mjzy4moCTyevrkU0SgCwQ6IXLTG7ZMBCaRk8hN7ARtupiw+EhwjMiLLci1Pk1tle2IQBMEOiNykxu2TAR54okn5F//+pdJU7YhAkSACLSCwNzcnKysrLTSNzslArYIeEfktgKyPREgAkSACBCBkBHojMjnjzbkZPvcCMsDWTu1J8sn26L+JWSQKRsRIAJEgAgQgbYQ6ITITW+eaktI9ksEiAARIAJEIFQEuiFyw5unQgWZchEBIkAEiAARaAuBzoi8LQHYLxEgAkSACBCBmBEgkcesfcpOBIgAESAC3iNAIvdehRSACBABIkAEYkaARB6z9ik7ESACRIAIeI8Aidx7FVIAIkAEiAARiBkBEnnM2qfsRIAIEAEi4D0CJHLvVUgBiAARIAJEIGYESOQxa5+yEwEiQASIgPcIkMi9V2F9AX7wgx/Ihz70IXnb295WvxM+2QsEfvazn8kzzzwjTz31VC/G0+YgvvrVr8rLL78s3/72t9t8DfsmAt4gQCLPqOovf/mLPP300/LGN75RPv/5z3ujyDoD/cIXviCf+tSn5GMf+1idx/lMjxD429/+Jvfff7+8973vle9973s9Gpn7ofzxj39MOsW3ioko/4hA7AiQyDUL+NWvfiUXLlxInMOPf/xj+fSnPx18hAOn+NnPflauX7+eTF5C/QPR4T8hZx9iInPY6fve974oJi6hfpOUyx0CJPIRlorEQWiIakBwiHD+8Ic/uEO7pz2ByCH/Cy+8ECSZYwnhypUrCZEjywKjD/EPk0+k17/zne/IQw89FHxkHtvEJUSbpUxuECCRj3Dc29uTz3zmM0lk+olPfCIhNkTnly5dkuXl5eAiOUxU8B9MWhCJh0rmkBF6xCQFf29/+9sTfYaWfgaJY6nk+9//fmKroabZMSnb3t5O7Bb1ACRzN0TAXvxGIHoi/8c//pGQNtLpWBuHM4SDuHr1akLoWIeD84DzB6mHsJ78wx/+MJETBA75Dw4OEucfIpkjOoWcWCZ5+OGH5a677hLIH9paMjIOr3vd6wSFYPgDwX34wx9O7DqUSYsi8a985Svy+OOPJ3Ji4g0bxsQF32YMxX5+Uw5H3wYCURM5HDrISzmAt7zlLQmZ49/gLJRTBJmDEEACX/7yl9vQQ2d9wunBwYO8IS/WGeH0EbEqMv/4xz+eEJ+Pf8isPPvss0kRHyZjkBN/qOre3d1NKp2hY/yG/x1KsRRIDuT24osvJnaKPzUxC0VO2Crkwx+yLPguYcOKzDEhD2Gi7eN3xzHPFoFoiRxOAI4Bjh7Rmf6nInOVZp+tity+/be//W0Ska6vr8s3vvGNJJrBH0hOkbnbN3bbm4pEkVL/zW9+M14SgawvvfRSQt5YQkHk9q53vavbwTl+G9LpqigTsiAqRfZBbcsC2Snic/zqmXSHyRgmXsg+zM3NJXUAWCrBv+Fb5R8RiBWBaIl8a2sr2YtaVPgUMpnD2DGRQcSGiQzIHan21dXVxDn6/KfSrIhKkWFQaWXIC6KDrCA637cWqggcyz/IFmFtHIQGPeI3Rei+ZlaUDUJf+NMnXa9//evl1VdfTTJJaiks5N0IPn+PHHs3CERL5GWHSoAMQAQgczgLRK8+/cH5IVJTZIX//bWvfS2RCev8qphPRaYoHlpbW0v+3ec/6A3/UWv/iEiRegWZg8jxWwgOXy2PqF0GWCqBzkHmvuswmxlD9A15UaOCCRhsGBMy/CHrgn8LSWafvz+OfXYIREXkWEMDMWMdDeQGIvvlL3+ZOHv9D2lYRABwHj7+qa1ziLAxCYGjh6JBZnCMcH6I1DCZ+clPfiKf/OQnvZusZPWCKBTRGZw+0uaYxOB/g8yhc8gODHyPUFU2BbUAkFGlmWHD+q4LH+1WHzN0d+7cuSRjhP8N2fCn1sMhPzIQvi+P+K4njr8fCERF5FgbhkNQkYty8vphKHAaWDvHv/nsJBSZQwbUAKglBExmENFg/Tg7gemHSdqPQm0xU07/3e9+t3zpS18aFyvqlev2vff3CUxQ1NY6ROSoylcZl/6OunpkkAs61Ne+1aRMkbkq6KvujS2IQPgIREXkUKdO5iA4OEI4CThAEBtS0HAgIWxjUWSODIS+BQmTGVSm+74erj5PPYMCMrvnnnuSvcbISKidB759yijsQmU99KaWeSAbbFVNUkB4KPbCDgtU6uPfQ0kzZyfd0J+KzCFnKLsNfLNLjrefCARP5CAzODy9Mj3rJFD4BkeIvxAKvpBGxn/0E+oUqakDNDBR8W2rDsauHyMLPSLjoNa98f+hRywdgMBBhKja9jGzokegyCAhi6IyDuoYYciJFLOqcfB1KUi5RmQVoGNF0nlk3k83ylERgdkiEDSRq4gFThHRNqIVRKJweFhTVWeMhxLFwJTU2j/+N4gcSwSqYhuTGuCA7IOP++FV9KkyCSA3RKNqQgLy/uc//5n8G8gO0azPyweKzNXlIGpbmUo9Q75QbBffIzIO+AORY/KiDu/Rl8Nm6y75diLQTwSCJnJADueOPdKIQLE+jIgNM38VvSCiCWm/OJweUo+IQlH8BRJQZK6Kh3yt3Fbr+9AlyDxL5Op3EB3a+LbbIM9F6AV7qFJXa8PZk9z66V7MRqWyREo+TLDxb7BbReboKZRJixkqbEUEzBEInsh1MlcHniAyVWlY/HcITh+ROCYs+G/9ohc4RUXmPhYIgchQ+KQus9HJHBX373nPexIH72P6vOwzxWQTsqoJJzIM+NMnZYjQfVseycqs9AvbRAGm+vPdbs1dMFsSgeYIBEfkKBKCU89eyaki8xBOL8uqHUSNLWZYB1frpXqRF5yiz8euYj8/0q7QHZYLFJkjswA9q22F+P9YR/ad1CEvii4hGwgOMuG/QeaYqCH1jH3/IWylgy1nMy3KvqFzHLXLwrbmjp49hI1AcESO1DLWgPM+/hDJHBMXZBXUOfAqTYm94b5WbOd9ckVkrtLseAZRrO8kjkkZlkDU0aqoC8A6v0o7g8zx0WaPFfbNTSESh6xqmaeIzH2Ti+MlArNAIDgiVw4dF0iok6B0YBWZ4yCYbNQ+CwU0fadygCjwUmvCMZN5Uzxn/TwibhAcom3UOHzwgx9MDu0J6b547OtHxgFkrgrbVGYFdQ/qwKJZ64LvJwK+IBAkkVcdHgFn6fvaIhy7nlpGFKdXMYPMEan7nn6FLpF1UPrKi8wRifsuJ8gNf+pYXegXBW1Iq0OP2EqHdHoIW8wwQcFaP2wUhy+pJROVZlenL/riRDlOIjBrBIIkcoBaReazBr7p+7F+iAmJOm8bjj9L5k3fMevn1b3pWDZQBXsg9CyZz3qcLt7/1re+NXVcMHZTqON01X/7nk4HTpiw/OlPf0p2VsBekUlCsWIIyyIu7IB9EIE6CHhL5HDsSM9hjRSOHlEb1g/VrU9w+KGTubpvOkvmWF/1dYuZMmK19x2yYY1YnaWuDngBmUPvvkfiak84ZMRyj/6HyBUEF8IhRUouyIP0OexTkbgq1tR3W9RxZnyGCMSKgLdEDoXpW1SwRQmkri4GUeepKzKHM/Td6WOyAkeoH62aJXPI7+MhKCBqOHdVpIjI7ec//3nqaFnUNyCa04+bDeHDReYBk9BQzjPA9k59Iqlu48P3h4k2sknIOKhDX2DDIHXflw1CsEXK4CcC3hE5nAScvjqZDE5AnVgGx4C/UI52ROocDl5NSooqe3E/M6q1sxGdTyaZPf8dskO32Fus9r9Dr9grr/Tsk3xVYw3FZiEnJtXYNoaJl76VDpNqrPmD5DFRw7o/iF1F5lUY8XciQATyEfCOyPMqsuHwMevXT75SjhHk5muaGWujiFwwUVHRmiJzKA6FUYjAQYKo9PV56xVkfcMb3pA6OlZdaKMuDsH/D+FiEHUcKWwZ2RW1PBQKmevX6KqsCrJEIW7/JLEQgT4g4B2RA7QiMs+eYJZN8fUBcJsxQB5U9SJiQTpSJ3MUCiENjTZYNlDVzjb9z7otCA06QnYFEdrvfve71K1ziOCwTqzWw9U947Med5P3Q151b7i6Mlev2gaZw759XAZSGRN1ZS7WwrMntpHMm1gPnyUCgUTkSgxTMvdd8YhCkaZUpKbIHPKD4BDp+Oj0oRc9csOk5Jlnnglq/RtZIrXVSp1ZAJ2pyQsIHVvKULXta22D+r5wgyBOFQSJQ5ewS12/+uFEuHYWbXzfAuq7b+H4w0HAy4i8isx9Po40a1qIclCdj2ptkIAihlAukFDOHo4dETr+4OBBfDhHHcsFvk5UIEu2GBEFiyBwbCXTSRwZFl9rHDBhUePPHrJURObhuFBKQgRmj4BXRA6HgQIZpOuwVopZfyinmKG4C84QJIYjZnWixjGd6tIQRebYquNjdXqeyevOHksE6sIQdY+879XMWTLH/wehqzPUVWTu64QFNvmjH/2osAhR6RcTFx+vz529m+YIiEA5At4QuZr1Y70YTgOOUO07VWSONVRf03VqnzSITB3TickKnDscJdaP1X3Uvq/9V5F5SGfEo1gRk0/oFFG42vMPGZGKxqQUH6GvJA5dImuEGg799jKlYywZYFlILaX4+n2SSIhAnxHwhsjhKJAyR6SKiGZubi6oS0FgJPqJZXB+IAAQAWSGswwpCo+BzNVpe+qAnmxk3mfHYDM22CqyRnAm+hkH6ANFjCDzkCZnNtiwLRHoAgFviBxrw+985zvlpZdeGpM4HATITlXJdgFY2+/IHj+K6Bsy4t+RXg89ooG8+j3cbePdZv95KWcUL0JGFZm3+f4u+1ZnHuiX96gsmloW6nI8fBcRiAmB3hE5yFmd/KSO4MQg4fxw5zZSkOpkL6wtfvSjH/Vy61WZkYV4lnhMHxWyJ0ijY8kHNqufZYDIFMskRVft+oyTInMUvOHsBhA5lrt8XjbwWR8cezwI9IrIEYmp+8SRosP/B6mD3OEM1VocUs34DZXOat04NJWRzP3VKGwWfyAxNSnF5BPkhog8tGhc1xQmLyB0pNuRPQqlINNfa+TIY0CgN0SuLlNAJa9+yxMcAqq54RBwNCcic1U4FMJtUFWReQgXg8TwIekyYuKJY0pR04DoVBW2wZZ513Zs1kB5iUD7CPSGyNUNSDilLFsYg99wzeOrr76aOEb+EYE+IKDfa4//jT9Vw4BIHAWZ6+vrfRgqx0AEiEDACPSGyIFx2eER+l7qgPVB0TxCAMfnIiuEtDlOK0NRItLn2DaIZR+sj+uXvngkGodKBIiARwj0isiLyFwVuv35z3/2CFoONXQE1PkFisyROsd5AI8//niyPxz/H4egMCoP3RIoHxGYLQK9I/IsmcMJ4vIF3lc8W0Ph2/MRAJljPRwFmPo96SjMRISOokyslaurWIkjESACRMA1Ar0kcp3MEdVgqw6PdnStevZniwDIGdet6lXnqOd49tlnk65UZK73i/Q76j4YlduizfZEgAiYItBbIldkjiKi7GlRpsKxHRFwiQAmldg+huJLkDlu/AKJ43/jD5mjLJmr++RJ5C41wb6IABHQEeg1kVNVRKBvCCgyR8ocWyL16BxpdmyVxBaz0LdG9k0vHA8RiBkBEnnM2qfstRDIRubcElkLRj5EBIiAIwRI5I6AZDdxIUAyj0vflJYI9BkBEnmftcOx9RoBReb4b7VO3usBc3BEgAgEiQCJPEi1UqiuEACJq3P/u3on30MEiAAR0BEgkdMeiAARIAJEgAh4jACJ3GPlcehEgAgQASJABEjktAEiQASIABEgAh4jQCL3WHkcOhEgAkSACBABEjltgAgQASJABIiAxwiQyD1WHodOBIgAESACRIBEThsgAkSACBABIuAxAiRyj5XHoRMBIkAEiAARIJHTBogAESACRIAIeIwAidxj5XHoRIAIEAEiQARI5LQBIkAEiAARIAIeI5Ai8qeeekpwdjT/iAARIAJEgAgQAT8QuOuuu+Thhx+WUycnJyd+DJmjJAJEgAgQASJABLII/A9hDHAH0RRDGw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data:image/png;base64,iVBORw0KGgoAAAANSUhEUgAAAfIAAAEvCAYAAAC+MUMhAAAgAElEQVR4Xu19X4hlR7X3Gj4uRgKfgmCU76FVpqNO5kNFRO2+onmJTg/EHriM2i8dfTitT9MhDjqhQYW+0RBDevBBux80/aQZLkwnMN2alyjenijyoYGx1enBP08aIcQHA8on9OW3z6lzau+z/1TtXXufXVW/BlHn1K5d67fWXr9aq1ZVnTo5OTkR/hEBIkAEiAARIAJeInAKRP7d735XXn75ZS8F4KCJABEgAkSACMSIwD333COf+9znJCHyr3/963LlypUYcaDMRIAIEAEiQAS8REBxN4ncS/Vx0ESACBABIhA7AiTy2C2A8hMBIkAEiIDXCJDIvVYfB08EiAARIAKxI0Aij90CKD8RIAJEgAh4jQCJ3Gv1cfBEgAgQASIQOwIk8tgtgPITASJABIiA1wiQyL1WHwdPBIgAESACsSNAIo/dAig/ESACRIAIeI0Aidxr9XHwRIAIEAEiEDsCJPLYLYDyEwEiQASIgNcIkMi9Vh8HTwSIABEgArEjQCKP3QIoPxEgAkSACHiNAInca/Vx8ESACBABIhA7AiTy2C2A8hMBIkAEiIDXCJDIvVYfB08EiAARIAKxI0Ai75EF3Lm6KPPrN5MRDbaOZfvS6R6NznwoochhLvF0yxgwiEHGZjawJqvrOzL8okUWBvtyuH2uSZd8lgjkIkAi78Iw7hzI1Sc25drOzfFHLbIgC4OLsnH5kpwb8fXB2ilZ2hkNaLAvJ55+9DOX485VWZxf17DOKnlBto4Ppc15knMMymRaWJDBxQ25fOmcdDn1cy5j02+xBKOFhQU5u7Erl8+d7gajgzU5Nf6YFZNvyfHhpW7e3xRLPu8VAiTyltWlRy35r5qQSnGEcyBrp5Yk4fiFLdk/vCR9ntfPPFLLc6Ip8Nsncue6rJQpCflk/3C7M9uYuZ6zH5QRRl2Q6R25ujgvo+SaDPZPBHPyOyIk8Zb9bazdk8hb1HyaxBdksL8r2yr8vnNHDm48IZvrt+RiZXSoEbkMZP+kO2fdIjztda079IUuHLeNKDV1qcukZ2vuHMja/GiSl8zzjuWwzVSDjahdty3SewYjaT3bpRM5v9euzSDG95HI29J6Ks3XNAKs6fzbkq3v/cZE5CKSmjC2TlI9Vn6Z3lPRetvkyu+1x1YS5NBI5C2ptY5zTaUq94+T6D21Dpkd62Bf9mVpvK6uUniTZpnI4Hh7vB6f7Up/dzaqK/tNNAepnsuTQ73vzsGarG7uyM1xBRDWd3dzC/um2ubUFeSqz4LIJ2OFc78st9dWZX0HgxvI/givtDzDNOlYHr1AcaQz/FZHl6U1EUUReeZduu5sx63bmoktzd/QijNzZR9iKleRedKLvrZkdztnrRiR8+qm7IyNI6PdquxKmd5TE+sJkZvov9B2q+pcMsPPYmpq367HmLZPSx3B3nK/4ekaDVP5WnLBUXVLIm9F3flrZFWvyiPMKiI/PrM5rnSfShnqzquBE0yNIdNPnvMvIv6yeoGskyuVWyoyHLWIfEEWFm5OJhjaO0wJsYhE1b9X6bIWkafSxulI03bcpZPPHFsSbRKTL3sWU+0LyNqji/XtRkRerH+M2tQey9rpNm7aX5p03YyxvM8SHUnar03HFZNJro18VX6Rv1cjQCKvxqhGCz21Zp5WL458y1J1xb+VRtJTUhX1o/87HtLJIv+Z/PemC/bG1btJFLYksjFxAunn92V3VI2NGf68qgQuSyHXIvIsIAVFiKPCpbyIvIrIh8/UTLtWEd3CQLZ2t1OV+LZEXja2PJ2aTtgWtkY6zKxVT4gtP3Ok69to7b9E76lJijaJKJ5c5ut/LMsoMs23x3Id29p3G2PM9lmto8wSDopud0c7bjLfsK18NRwsH8kgQCJvxSS6JPJ0tJDvHM0mE7mp1ZwtPeN36L9pxGpF5FP4lxUKGRYRVZLepAAu7dD0gsRJjbE9IaadXpqEWiLyBEeM/3Cc+q8z7vz0uo57EcFNiuzsl2k0TFITNO29Jmv/BUR+5+CqrC5NtiPqkXG1/uvYY5mO7ftrY4z2Osq3gWn3aS9fKy44sk5J5K0ovFsi19epsT0tiXbz0upFBKecZM467PiDX1iQhZujffCj9kVEke8kptNyC4Mt2bh8Xs6d1nc/ZzMARQoqmZzUJPKiqK8OIdbLrpQYY+Ea+R05uLoqS2qvU8MlAWNbMlybN6u3aCEiL4AyeyhLddaqjj2aZtDKnE/1hGnytP0Y7YncdAJqP5ZWXHBknZLIW1F42pinC4fyX1rf+U9PHM5rhUhjZ1pF5FPkf15ujPbDIvW2cTQqrEsmC5Pf0un2smj0jlwdF5NpGOjrpZWHuajnSiqPa6bW/STyUcJeO0wov+iwuEivOGMwJJNcW3JK5Mki9PQBKmMTMcsoFfeBteWzsrF7OTNpLLPV0ctr2WMJ6dXor3Ky4bjP3PeZ1tvUGEsrLjiyTknkLSm8zqlX9Yk865D25eK1pdGBFIZOMMEhmz7bkKPRHmVMRi7fVlXK6HPyW7bIrtrx5Jx0p7ICpg6jTG8REnnVGvZUxXRBoVpiBanfim3JZI3cLCLXlof0zI/pLgVlCxZ6V49U26p2SmBVwejYJg2J3LC/NsZoHZEXVP1Pr4zVwaslJxxRtyTytpSdijDMyLQJkUvRTNjQWeQ6tsFAbu7gPLlR9Ku9Y2H82/QhJJWOZ/IyWZtfH59YNyyAq7cskVKjhUM3GWtxm/RyQWfFbjnrxTa7B9ITtpxDZAxtyRmRa+9rdMeAhd6NibyWPZqm1pv6hfEMZnLyY9WOjnGiYbJ10GyyZfpdmrZry/HG2S+JvDW9Z9eEF2Rrf1cuqZPd5I7cOXhCVpcmJ7uZEYa2dpY68jF/a4hpWn8MQ54TH08G8t4x7YwKU3Or11LnXSf7TJdG+4uLKon16lhEi3cO5MYTm7IuG8Vn0Vs4dBMiT6ds1f7yO3KwNj85Gz9zqlozXeYYZdk+cr2aX99VkD0EJdkXXz7u4ZvNbKkNIp+SHBG6IC1efAbCJBDW0vOGE1gT/aeKzYzs0bxqPTlyWVV/F9h3G2O0jsizW/AyVeu4S+JoeVhoaY9Xa044mo5J5K2qunzf5fDVZkUtqY9DjTkbmU2tM9Y5wSqnKE079nNqHDkOs3KNbdpbp6qti4gk9VgL28+KtziV6HFhQdTmc7OIPOPoinSZxaiqgG9kS3rVeimOBePOJcXkH6dtyRmRJySxKEvJQTzFf5WTUosJnHlEXjyxKbbHqsIwA79QuQski5O7Pkszg4tLUqSmif3bjaVVFxxJ5yTyDhSN7S9PbF5Ln1iFSOMsbj+bVG3rH9BAOylLRUkHa6spZzdNPJmKUZMtOznyp8k6E3EfXJVFbStPHvkVyZGHw8LCoCDaQjX2E7J5TTsFDtOehYFc3LisZTZyBNDHONiX4+3iW8HKMdf7zhTq4caxjV3Znr8xvmmt+FS14Sl9kz9ExVW6zMhlcvvZ+XOS2gCQdGE37slbq22pUM8Fp90lo9GyBxO8DmRNEURm+1mqIr/KnjNZizK95xH59DeX1r+5PR7I1UVVo1I0mTa3bxsbNR1jWZ/l+/eHtrup3+SYe/ueuXwduODgX0EiD0rF9U6UCwoCCuMIge5saUIqOWvGLoofHSHCbohAXxEgkfdVM3XGZVpZWqdvPhMXAh3akl6op5+cVlmUF5dGKC0RKESARB6QcdTZ8haQ+BTFIQKd2pLJ+r9h8ZpDCNgVEfAGARK5N6qqGii3fVQhxN9NEZiBLd3JOVvAtCbCVCy2IwKBIkAiD1SxFIsIEAEiQATiQIBEHoeeKSURIAJEgAgEigCJPFDFUiwiQASIABGIAwESeRx6ppREgAgQASIQKAIk8kAVS7GIABEgAkQgDgRI5HHomVISASJABIhAoAiQyANVLMUiAkSACBCBOBAgkcehZ0pJBIgAESACgSJAIg9UsRSLCBABIkAE4kCARB6HniklESACRIAIBIoAiTxQxVIsIkAEiAARiAMBEnkceqaURIAIEAEiECgCJPJAFUuxiAARIAJEIA4ESORx6JlSEgEiQASIQKAIkMgDVSzFIgJEgAgQgTgQsCbyO1cXZX795hCdhS05PrwkpxVWB2tyamln9P8WZOv4UC6pH8t+iwNrSkkEChE4WDslSzuZb0ZEUt+b6L/fkauL86I+RXQ82D+R7XMEmQgQgdgQsCTyA1lbvC2XE/IeOpJrF4/lEGx956oszl+TiyPyThzQtYtDoi/7LTbEKS8RSCFwIGunlkT290WWNuWMPvlNvpsj2TjZFvBz8k0dbchJwtb4/lZFdrXJMpElAkQgSgQsiTyNEaKIzTNDIk87GbSDgxo6pvM3dAeU/m0csUcJP4UmAuN01vh7GX8TARK5feYhk5XIZgFpQESACEgDIp8Q9TAgX5RV2R1G58lfmsiLfiOR0wqJQMnkVl+SGuyPonG0z6bWB7I/itz7iWfdzENJFrCfgnJURKBzBGoTuR6NJ26lIyL/1re+JX//+987B4ovJALtInBbrj/6grz5kTVZfNPkTbevPypP//W8PHL/X+XJp38hH3joMblw7/RIXjnclidvnZVH1hZFe7zdIdfqPUfOVw5l+8m/yv2PXRCIlsjy1/vlsRxBgccLb35E1nSQao2j2UNzc3OysrLSrBM+TQQcIVCLyKfT6Nn1OxVh7MnyybbMp9b20r/Z1uaoATuSn90QgZ4gkM5wDZNaa3Jqb3kShWdS7amBo+3mmXTxaU8kSw8jR04lqyqUTWUe9KcLnu2lnBwUEegOAWsiT9a4RE/xjQbbUbEbibw74+CbukRgmqRSBaNjspPcFHrhd9mlCEbvyifjZPy3tuR440jml3ZyK/CzWUCj17EREYgAATsiT8h6XUabz4bwaMUn6a0y6TW7st9scCaR26DFtv1HYHob2eSbKtliltrOmbMVtLeC18s85GUBeysiB0YEOkbAjsg7Hlze60jkPVACh0AEaiNgn3nwJ9tQGxQ+SAQaIUAibwQfHyYCRMAMgZqZh4osoNm72YoIhI0AiTxs/VI6IkAEiAARCBwBEnngCqZ4RIAIEAEiEDYCJPKw9UvpiAARIAJEIHAESOSBK5jiEQEiQASIQNgIkMjD1i+lIwJEgAgQgcARIJEHrmCKRwSIABEgAmEjQCIPW7+UjggQASJABAJHgEQeuIIpnl8I/L+ND1sP+P2bL1o/wweIABEIB4FaRF7nTuHkAgh1KYIsyNbxodS5wpQnu4VjfJRkGgESOa2CCBABWwQsibzmncJlF6pYjphEbgkYm3uFAIncK3VxsESgFwhYErkac87FB5krFvVLDqYvPKh/HSGJvBd2w0G0hEAsRB6LnC2ZCbslAikE3BE5utXT59qdwiDyVdmVw3EuvRmRU4dEIFQEHnjtOWvRnr/7QetnZv2A73LOzc3JysrKrGHk+4lAgoBTIi+6U9g1kV+5coXqIwJBIhBLpBqLnEEaKYXqHQLuiBzR+N6ynGyfGwqppdrnry7K/NHG5DdBRL4nyyfbMmptDAxT68ZQsaGHCMRCcLHI6aEJcsgeIuCMyJN18GsX5fjwkpwep9lF9kHWLHbz0DQ45FkgEAvBxSLnLGyI74wPAUsir3mncBKgL8r8+s0RwoMhwdfAmxF5DdA8fiR/q+O0HQ72T0Qlg0Qyv2v1Gn2HIhaCi0XOvtsbxxcGApZEPnuhSeSz10E3IyjZ6pgQ9arIbv5ZBCD/zTPHWnFlNyN28ZZYCC4WOV3YBPsgAlUIkMirEOLvM0Ygb4dDCZFntkHOePDWr4+F4GKR09oA+AARqIEAibwGaHykSwSKiHxexis1oi3VpE4QHI4znXbvcuz274qF4GKR094C+AQRsEeARG6PGZ/oFIHqMwdShZYg8s0z+UWXnY673stiIbhY5KxnBXyKCNghQCK3w4utO0egmsiTg4gUeSO1niyfj3ZPNNjq2LmoIhILwcUi5yxsiO+MDwESeXw690ziaiJPKttlf3ROQbr91LbInksfC8HFImfPzY3DCwQBEnkgigxPjJKtjtl18IWtSSodQKR+r7/VcRaYxkJwscg5CxviO+NDgEQen84pcY8RiIXgYpGzx6bGoQWEAIk8IGVSFP8RiIXgYpHTf4ukBD4gUIvI80/bgrglJ2ql0p0LsnWcf5hHFWg8EKYKIf7uMwKxEFwscvpsixy7PwhYEnnZaVtYmiw4UYtnrftjERzpTBGIheBikXOmxsSXR4OAJZErXHIqiUtO1Eoqh6duP9uUMzWickbk0dhmlILGQnCxyBmlEVPozhFwR+QlJ2q5vo+8DKXb1x+Vp38xJ+cfWZPFN2VbviKH20/KjT99QB567ILcq/1c/lzneuELI0Xggdees5b8+bsftH5m1g/4Lufc3JysrKzMGka+nwgkCLgl8oITtXAf+arsapdYVO8NLtJPcURenvZHf8MJxUU5u36k3YVe/RxthQh0hUAskWoscnZlN3xP3Ai4I/KSE7VA5NOp9T2NTM2VUJ1aL5gkjFP/y7J3Ku/d9ScX5qNnSyJQjkAsBBeLnLR3ItAFAu6IPDkKc7LunTpRq9Nit3xCRiHe3jLurMbvJPIujIvvsEcgFoKLRU57C+ATRMAeAUsiLzltC+8uOVErIfbxdVX1T9uqFZFjXHvL2hGeJHJ7U5ntE7E4fspZbGfv33xxtkbItxOBniJgSeSzl6IOkQ/3vWfHnt3LztT67LVbPAISXFgEF4s++/xNcWzhIBAFkafVxdS6j+Ybi+OnnGFNWHz81jhm/xAIiMgr0v5j3WSJ3PQ5/5Qb0ohJcGERXCz6DOkbpCz9RSAgIu8vyBxZcwRicfyUM6wJS3PLZw9EoBoBEnk1RmzRAwRIcGERXCz67MGnwyFEgACJPAIlhyBiLI6fcoY1YQnh26MM/UeARN5/HXGEIkKCC4vgYtEnP14i0AUCJPIuUOY7GiMQi+OnnGFNWBobPjsgAgYIkMgNQGKT2SNAgguL4GLR5+y/HI4gBgRqEfnwgJXsgSoKLrWdK3N6W+rUt6JnqyGvPhCmug+28A+BWBw/5QxrwuLfl8YR+4iAJZFX3xSWe8NYp2et+6gGjrkKARJcWAQXiz6r7Jq/EwEXCFgSuXql3Q1jyTnrRxujs87RR/3jUBmRu1C7f33E4vgpZ1gTFv++NI7YRwScEnnRDWPDKL3t+8jT8MfiEH00ujpjjkWflJNEXuf74DNxI+COyEtuGHNN5CYqe+C150yapdo8f/eD1s/wgW4QiEWflLPYnvr0fc7NzcnKyko3xs+3EIEKBJwRedkNY+dv5KXW864SrdaXaWo9lsimGrEwWsSiT8rJiDyML5ZSdImAMyJPDzpzMckMit1icYhdGsss3xWLPikniXyW3xnf7ScClkRuelPY9FWhScHb+s0RSpmtaRbYMSK3ACugpiS4sAguFn0G9AlSlB4jYEnks5eERD57HcxiBLE4fsoZ1oRlFt8K3xkfAiRyTefv33wxPgvwRGISXFgEF4s+Pfm8OEzPESCRk8i9MOFYHD/lDGvC4sXHxUF6jwCJnETuhRGT4MIiuFj06cXHxUF6jwCJnETuhRHH4vgpZ1gTFi8+Lg7SewRI5CRyL4yYBBcWwcWiTy8+Lg7SewRI5CRyL4w4FsdPOcOasHjxcXGQ3iNAIieRe2HEJLiwCC4WfXrxcXGQ3iNAIieRe2HEsTh+yhnWhMWLj4uD9B4BEjmJ3AsjJsGFRXCx6NOLj4uD9B6BWkQ+vCBlQbaOD+XS6QkGqWNYF7bk+PCSjH/G7WhLO6PG08+aIsmT3UyRctOuSNdSqU91nG/943h1CWJx/JQzrAmLm6+QvRCBcgQsiRxnqC+J7O+LLG3KmRSRH8ja4m25nJD30Ilfu3gsh2B6XprioR2W6NpAn8Oray/K2fUjWT7ZlnMNESDBhUVwseizodnzcSJghIAlkas+4eSzRJ5+HyK5zTNDIk8i9aMNOdlW7rz6+aLRMyI30qvDRtO6qtRnQvRHsnGyLHun6l1XmxUgFsdPOcOasDj8ENkVEShEoCUiTzv/YXS2O4zOk79mRG6izwdee86kWarN83c/aP1M+A/cluuPviBvfmRNFt80lPaVw235L/kPWVP/IOk2t68/Kr++7zG5cC/+/ddy32MX5N6GQMWiT8pZbCh9+j7n5uZkZWWloVXzcSLgBoFWiFyPxjFM10R+5cqVSuljiWwqgWjcID8iL5yYHa/Jqb3lUfZl+jrbusOJRZ+UkxF53W+Ez8WLgHMin067Dol8OrVeL+XK1HrXxmqaWh/qU5JCyOwY6xc3qp5IcGERXCz67Ppr5fviRMApkScVzrKvrYWPQDUojjKFn0RuipSrdjnLIMb6ZERuq4VYCC4WOW31z/ZEoA4ClkSuthRpr1LbzBLnvi439VFoW9BSW9Ok/pYkEnkdNdd5pkTXo+WS+XWl7SJ9kshtkY+F4GKR01b/bE8E6iBgSeR1XuH2GRK5Wzx96S0Wx085w1pC8OX74jj9RoBErunv/Zsv+q3NgEdPgguL4GLRZ8CfJEXrEQIkcs+JvOw0vdKT9npkhCZDicXxU86wJiwmts02RKApAiRyn4k8OSZVZH90clq62PBA1tZEtpNDeDIn7TW1mhk8T4ILi+Bi0ecMPhW+MkIESOQeE/nUtj4Q++aZ9Bn3iXz1D+DpyzcRi+OnnGFNWPry/XAcYSNAIveYyJOLS3TiHh+NOjzbXE+tD/ZPZHxCroc2TYILi+Bi0aeHnxqH7CECJHKfiXyUMh/vAoMs2VvnEvlGW8nO5uzx98RoY3H8lDOsCYsnnxeH6TkCJHKviTxjfYjQx8ej5vyWm3b3w4JJcGERXCz69OPr4ih9R4BEHgyRq2tHRyn0gzVZvH15fFFN4al7nlhwLI6fcoY1YfHk8+IwPUegFpEnpLCTc352UkWtDtrO/F72mwWIPBBGAytzml56HTxzMltuyt0c+P//38+YNx61/Ld//5T1M0UPkODCIrhY9OnsA2BHRKAEAUsiV1HfvshS5j7ysvO3jc/mrtYVibwaozZakMjbQHW6z1gILhY5u7EaviV2BCyJXMFleiPWkOzP38i7/SwzETDUBIncECjHzUjkjgEt6C4WgotFzm6shm+JHQGnRF50RzWIvPD+6tN2KsCATf4eeO05k2apNs/f/aD1M7E88MWPvMNa1G/+9PfWzxQ9EIs+KWexyfTp+5ybm5OVlRVn9s2OiEATBLwk8itXrlTKzBl/JURWDRiRW8FVu3EsdhuLnDaGYIJJ9j6IYb3S5C0LW8fjAlebd9dqm1kyrdUHH3KCgFMinz/a0O4in1xhOX81L7W+J8ujo0VtJGFq3QYtd21J5O6wLOvJxJlnn/fxsp9Y5LSxGhNMdF1P70QZ1jDd6pLMbQRk29YQcEbkwmK31pTUh45J5N1owcSZk8i70UXXbzHR/ZjIM6c4jseaOu1xGEzJYEd2dkTUrpZsFJ8cIrUrsjq/LjdVRwN1eNSwjzNbt2R9dPLUZHfMJFjLniQpMhjfAdE1jjG+z5LIM1uagJi2rSl121ZGkWW/2QDPiNwGLXdtSeTusGRELmJCWiFMWGysxgSTMZEX3auQIvicCB2/r4rsHl6S04V3MMDPJ43k0ul0H4kfv3ZxdJ+DRuRFEwsbANi2NgKWRF77Pc4eJJE7g9KqIxK5FVy1G5s48xAILhY5bQzBBBN7Is8sYZYQeTZSH0be6ag7ybymJgKj/stOlbQBgW1rIUAi12Dzca2xltZrPEQirwFajUdMnDmJvAawHjxiovs6qfV0LdIwwh4f26XW01MR/jDzerRhTuTTdVAeAB7QEEnknhO5ycfvwvGTyLv56rvSZzfSFL8lFjltcDbBZBJs5F2ElDmmOUmdZyLyzNHN4/HpEfXoxMizNhE5U+s2qnbelkROIjcyKhK5EUyNG5k4cxcTs8YDbdhBLHLawGSCSTprOF2zlD6mOYfIM8c6Y3zDZ/S+BjIY7Igsm0fkLHaz0bT7tiRyErmRVZHIjWBq3MjEmZPIG8McbQdYB988o+0159p2ELZAIieRGxkyidwIpsaNSOTFELKGpbF5yXCbsLbNjNvEHIA6+y5I5CRyIyskkRvB1LgRiZxE3tiI2EF0CJDISeRGRk8iN4KpcSMSOYm8sRGxg+gQIJGTyI2MnkRuBFPjRiRyEnljI2IH0SHglMjTp7ctyNYxTgYaYYqiivHp/pnfLGDngTBpsLpy/CRyCyNt0LQrfTYYopNHY5HTCVjshAhUIOCOyDP7CBNSV5eolJ3DbqkiEjmJ3NRkfCyOioXgYpHT1FbZjgg0QaATIk+RejJa7G/clDN6xG4oBYmcRG5oKkIiN0Wq+3Yk8u4x5xvDRcAdkSf8rKXPx7fnYMfDoqzKrnZPLonclUl15RCZWnelsfJ+utJnN9IUvyUWOWeNM98fBwJOiTw5dP/WlhxvHMn80s742jzXRG6imgdee86kWarN83c/aP3MrB/oSs4vfuQd1qJ+86e/t36m6IGu5HQ24JodUc5i4Pr0fc7NzcnKykpNLfMxIuAWAXdEnj0hSFsznz5QP+foQEO5mFpnat3QVJhaNwVqBu0Ykc8AdL4yWAScEXn6nlqVZpfh5fIsdmvNgLpyiEytt6bCVMdd6bMbaZhanzXOfH8cCDgjcpHyA/zTW9MGQ4KvgTEjckbkpmbDYjdTpLpvF8uEpXtk+cYYEXBI5N3ARyInkZtaGoncFKnu25HIu8ecbwwXARK5plt7x191jSA6V23qZyHKzK8rh8jUejdOoCt9diMNU+uzxpnvjwMBEnljIl8V2dVOsMvYzbBi/6KcXT+S5ZrLCSRyERJcsRXYT0Bn79xi0efskQ5oBKi1StztJVEHhgYkXSNRSORtEvm4cn9Z9k7tkcgbmGosjp9yhjVhsTH5f0ufUlMAAB+aSURBVHz745XN7/rCj1Jtki2/O5N/WtjS7hqv7K1hg0wRc8Peqh8vJHJkPcsDqurOW27RMlYk8sZEPi/rN1Un6fQ5PrK95RPZPld/u12VeXXl+Jlar9KEm9+70qeb0dbvJRY5bRCyJfKExGVfTrZV2TD8zJLc6pLMbQRs2tZnIm8qe8XzJPJGRJ5GN7UFL7WvnkTe1I5jcfyUkxF52bcyjsgzd1uMn4Hf2Twjx0n6eeh3ZLAjOzsyPqArG8XLwpYc74qszq/LJCZRE4RhH2e2bsn6KGIZ7CM4wRvTfq10Z1IyXtv+h6eCzo/euzAYiNw6k5Na1yPysvFmTh+VCSZKll5gVcNZksgdEnlyRO3oIzrOpLyGr6l/61uRbrty/IzIa3xdNR7pSp81hub0kVjktAHNKiJPEbb2lhTB50Toqai26KjsLDFOovz0eSEakRdNLHIBMOw/k44enxw6tUZerz/xAiszCyKROyTy6VSX6pwRuZk5FreKxfFTTkbkRhG5MZFnanNKiDwbqQ8j74zvmnp+1H/2ZM8cIaz7zzstNLfYbToiHxcW6+OdGuNwR9HRRsHy5wyxsvWXJPImRJ66Yx0B99YopZVVA4nc1jCz7UlwYRFcLPq0sXuriNwitZ7eLTOM0lV93Lg4LjUxKCG4AiKfPoY7I3md/h0TuehXayfDqyDyZOlgBljZGM2oLYm8CZHXANz1I105RKbWXWsuv7+u9NmNNMyw2OBsReTqfIqz08VuUrCGnYzlYE0Wb1/WbqIcjVAnzdF69lmbiLwqtV6n/9qpdS0LoU88spXjSSA2OkY8s94/U6xsjKYdIs8ckKJdZZq64rTBWjFPdktruSvHHxeRlx3iE8YBPzV8hdNHurJbp4NuuTM7Ip9ElJNdM3rxVsLaSaFaKiLPFp2NC7503z2QwWBHJG/HTVFqHfGtVpgmkj0Aq07/6T4H+/sim7flcuUaeQGRjyYyp8b79fSapT5hZW9oTiNyrIFsnsnZx8hLU+w1Y/hEVw4xJiIvO8QnlAN+DM2rtWZd2W1rAnja8ZSPNljb9lTUxsP2CSt3RF6SWklmakcbmf2Om3LmuPhEtCItMCJnRG76hdY68azsEJ+ADvgxxbCtdiTytpCt6HcqIm/n6OgZSef2tR5h5Y7Is4Vf2h69YRSzq63LFG17qNYDBmzy98Brz5k0S7V5/u4HrZ+Z9QNdyfnFj7zDWtRv/vT31s8UPdCVnLevPyq/vu8xuXDvbbn+6K/lvscuyL2jQZX95krQruR0Nd66/fgu59zcnKysrNQVn88RAacIuCXy8UEE6fvIUdHoksivXLlSCUIsM/6u5IwitV52iE9gB/xUfkAtN+jKblsWg90TgV4g4I7Ip47PmxQPTG9NqL8di6n1tN105RBjIPKpE68SqIcFMfc+kT7TeqgFfw/4mbX36cpuZy0n308EukDAHZEnFZKTde/UCUAsdmtNl105xBiIPK2ksslm/YlolSF0pc+qcbT9eyxyto0j+ycCQMAhkWfPsU0XUZRvTTBXBiNyRuSm1lKr2G3cOYncFOc67UjkdVDjM0QgHwG3RN4ByiRyErmpmTUjctO3uG0XC8HFIqdb62BvRIBEXmkDdRx/LCnnWOSsNJKWG8RCcLHI2bK5sHsikCDAiFwzBBJ58VdBIu/GY8RCcLHI2Y3V8C2xI0AiJ5EbfQMkciOYGjeKheBikbOxQbADImCAAImcRG5gJiIkciOYGjeKheBikbOxQbADImCAAImcRG5gJiRyI5AcNIqF4GKR04FJsAsiUIkAiZxEXmkkaMCI3Aimxo1iIbhY5GxsEOyACBggQCInkRuYCYncCCQHjWIhuFjkdGAS7IIIVCJAIieRVxoJI3IjiJw0ioXgYpHTiVGwEyJQgUALRK4ukM9cj5e6Ha3+GdV9OxAmlpQz5cz/kv7t3z/l1MnEQnCxyGljHCbf2MTe4GdXRXbtr4K2GVOjtpmjuRv1xYdLEXBO5MMrSy/K2fUjWT7ZlnN4fcBnrZt8fFkNuHT+XTlEykkid+lLu7Jbl2Nuuy+Tb8wrIm8bMPY/RsAtkSeEfSQbJ8uyd2pvTOTJOetHG3KyndA6DmVPXbBiow9G5Gm0unKIJk4mxgmLy0kZ8OtKnzbfXBttY5HTBjuTbyyfyIf3ApzZuiXr6zeTVw72T2Tibtfk1NLOeCiT34bPyWBHdnYmz0zdAriwJce7Iqvz6zLsPXnByJ+XvTt9X4Gr+zZsMI2lrVMihwHsLcOAphXo8j5yE+U88NpzJs1SbZ6/+0HrZ774kXdYP/PNn/7e+pmiByhnMZRd6NOlLiFJV/p0ZoA1O/Jdzrm5OVlZWakpff5jzYh8SW5tHcvhpdNSdvPkMDuKYAvZUvjpyXPJqFLXURcFXHpaP91H6t1J/6OALvVep7CxM6dHtGINfG85NUtTqfVhun03MbLhHyNyV9bXVWRj4mSyMrmMVvsqp0sZgV9Xcrqyv7r9xCKnDT4m31hZRJ5aykyWzy/J6ZRfTphari7Oy9HGdMBVReTZSH0Y2WduCZyaCIyIfGocNsiwbRUCziLyqXRM8uZhUdv5G3mp9UnqvWqQ+u9MrafR6sohmjgZErmNJee37UqfzUfarIdY5LRByeQbsyVymVrWrCDyUZSuEvELoyhfQMSbZ+QYk4OyyUABkc9PjcMGGbatQsAZkadflDNLm78mF4+HFZbp9EvVENO/k8hJ5KYW08UlOIzITbUxG7utN7rZPNUGkZ/OVo4nu4dE9sep9UxAdbAmi7cva9nTERZ6RJ30uS5nbSJyptZbNapuiDxZelmU+VEhhkhma5qFiCTy2ThEEyfDiNzCkAuaxhKpxiKnjUWYfGO2EXmymFm49TcTcKHtiKTHRW3jwjm1rRiNBjIY7Ijk1ENNr7Fnip4dcIANprG0bYnI24OPRE4iN7UuRuSmSHXfjkTePeYmb8QS6eaZYdFc8se1bRPYZt6GRK6poAvHj9e5TMd25RBNogVG5M2/56702XykzXqIRc5mKM3g6amIvH72dAajj/aVJHISuZHxk8jzYXI5KcMbYiG4WOQ0+rjYiAg0RIBETiI3MiESOYncyFAMG9Ul8uHumOkjnlM1ODjAJKmu5h8RiAMBEjmJ3MjSSeQkciNDMWxkT+Svys5//k5kf19kaVPOjHbADF93IGuLt+WytjXq2kVtnddwTGxGBHxFgEROIjeyXRI5idzIUAwb2RO5yLCGpfowqamCLcMxsRkR8BUBEjmJ3Mh2SeRhE3l6e2j92wmNjKlRLUAVkVf9bjpCtiMC/iBAIieRG1kriTxgIs8c1jF9yZGRiVg1aisiZzRupQY2DgQBEjmJ3MiUSeQkciNDMWzUBpFXT0D0Q030G7wMB81mRKCnCDgl8tLK0cLTheyQ6e5AmMxHn70acDRsElyx/lxuzarv+O3sy1afLmXESJvLaWa3U6jo3+f4iko77Gxa15czP3WeVLOLulozfySM1m00xLY+IeCQyEsqRzPn/fpx1rp+VV+xSm0dP3py6fzrO0Q7M6WcvkTkZnablSYhwltbcrxxJPNLO+n7rO1Mxai1vd3+Q/77hV/J+IRPvEVtM8s5VnT8mxoNz/o20gsb+YmAQyJPA6DPfqdTXvULUrqNyJO7AJOLXor+SHCMyF1++vYEp6q5x4wlVxer7TY15uwxnB2QXnM5LVFPZQSHzw6v4bTsh82JQA8RaInI00Tt533k2RRl/lGFJHISucvvujnBmdmtPuapDFnqhiyX0k36ai6n5bhS13Cqi0TULWCWfbE5EegZAq0QeXYtyjWRm2D4wGvPmTRLtXn+7gcLn3nlcFuevHVWHllblDdprb74kXdYv+ebP/299TNFDziR8/Z1efTpX4xeMSfnH1mTRV1IEaGc+RpwqUu8wYk+taEW2W1amlfkcPtJufGnyb9+4KHH5MK9zsx0qiPXclaO9JVD2f4vkf8Yf7+35fqjv5b7HrsgdcScm5uTlZWVyteyARHoAgHnRJ5XOZqfWs/cg2sobXep9cyAsjP60c/eR+SG9QuUM99AXdY74A3OI9UCuzX83Fpr5lzOypFOZwnnr13kUa6VuLGBDwg4JfLCylFDsjABbFZEXiSb7wRnWr9AOf0kcpNqbpPvznWb7ok8ey83b/VyrVP2NzsE3BF5ReVo+uSo+h9RZ0SeLY4puIghBIJbld3J/cMFR2BSTk+I3NBuZ+dyhm+eCZHPWmi+nwi0hIA7Im9pgNluOyNyQ3lIcMVAuUw7N3X8pnUatvp0KWNMBNdUn4afJ5sRgSgQIJFrah5eymD3Z+v40btL59/UIZrWL1BOTyJyO/OdWeumdjuzgfPFRKCHCJDIIydyMaxf8J3I25LT5aSMEXm5h6wz0e6hz+WQiIBzBEjksRO5iJjUL3hP5C3JSSKv55PqROT3/Z//bfWyu77wI6v2bEwEfEWARE4iN7LdEIjcRFBbOUnkJqhOtyGR18ONTxGBPARI5CRyoy/DluDQqUuSq+P466RibeV0KSNT6+WmyIjc6FNlowgRIJGTyI3M3pbgSORGsE414oSlGDcSeT2b4lPhI0AiJ5EbWTmJPB8mXyNyW332QU4SudGnykYRIkAiJ5Ebmb2t42dEbgQrI3ILmGyJ/H/9389Z9D5s6nrCYj0APkAEaiBAItdAs3UUeHTWzqKvqVjXTrGvcrp2/HXk7MJufZRz1t9mDX/MR4hALQS6I/LU0ZELsnVcfs93kTRtnuzWhUOMheBikdNHgqszAfVRThJ5LU7gQx4i0A2RGx46YoIfiTyNUp0IrotqbhK5iTVPt6mjzy4moCTyevrkU0SgCwQ6IXLTG7ZMBCaRk8hN7ARtupiw+EhwjMiLLci1Pk1tle2IQBMEOiNykxu2TAR54okn5F//+pdJU7YhAkSACLSCwNzcnKysrLTSNzslArYIeEfktgKyPREgAkSACBCBkBHojMjnjzbkZPvcCMsDWTu1J8sn26L+JWSQKRsRIAJEgAgQgbYQ6ITITW+eaktI9ksEiAARIAJEIFQEuiFyw5unQgWZchEBIkAEiAARaAuBzoi8LQHYLxEgAkSACBCBmBEgkcesfcpOBIgAESAC3iNAIvdehRSACBABIkAEYkaARB6z9ik7ESACRIAIeI8Aidx7FVIAIkAEiAARiBkBEnnM2qfsRIAIEAEi4D0CJHLvVUgBiAARIAJEIGYESOQxa5+yEwEiQASIgPcIkMi9V2F9AX7wgx/Ihz70IXnb295WvxM+2QsEfvazn8kzzzwjTz31VC/G0+YgvvrVr8rLL78s3/72t9t8DfsmAt4gQCLPqOovf/mLPP300/LGN75RPv/5z3ujyDoD/cIXviCf+tSn5GMf+1idx/lMjxD429/+Jvfff7+8973vle9973s9Gpn7ofzxj39MOsW3ioko/4hA7AiQyDUL+NWvfiUXLlxInMOPf/xj+fSnPx18hAOn+NnPflauX7+eTF5C/QPR4T8hZx9iInPY6fve974oJi6hfpOUyx0CJPIRlorEQWiIakBwiHD+8Ic/uEO7pz2ByCH/Cy+8ECSZYwnhypUrCZEjywKjD/EPk0+k17/zne/IQw89FHxkHtvEJUSbpUxuECCRj3Dc29uTz3zmM0lk+olPfCIhNkTnly5dkuXl5eAiOUxU8B9MWhCJh0rmkBF6xCQFf29/+9sTfYaWfgaJY6nk+9//fmKroabZMSnb3t5O7Bb1ACRzN0TAXvxGIHoi/8c//pGQNtLpWBuHM4SDuHr1akLoWIeD84DzB6mHsJ78wx/+MJETBA75Dw4OEucfIpkjOoWcWCZ5+OGH5a677hLIH9paMjIOr3vd6wSFYPgDwX34wx9O7DqUSYsi8a985Svy+OOPJ3Ji4g0bxsQF32YMxX5+Uw5H3wYCURM5HDrISzmAt7zlLQmZ49/gLJRTBJmDEEACX/7yl9vQQ2d9wunBwYO8IS/WGeH0EbEqMv/4xz+eEJ+Pf8isPPvss0kRHyZjkBN/qOre3d1NKp2hY/yG/x1KsRRIDuT24osvJnaKPzUxC0VO2Crkwx+yLPguYcOKzDEhD2Gi7eN3xzHPFoFoiRxOAI4Bjh7Rmf6nInOVZp+tity+/be//W0Ska6vr8s3vvGNJJrBH0hOkbnbN3bbm4pEkVL/zW9+M14SgawvvfRSQt5YQkHk9q53vavbwTl+G9LpqigTsiAqRfZBbcsC2Snic/zqmXSHyRgmXsg+zM3NJXUAWCrBv+Fb5R8RiBWBaIl8a2sr2YtaVPgUMpnD2DGRQcSGiQzIHan21dXVxDn6/KfSrIhKkWFQaWXIC6KDrCA637cWqggcyz/IFmFtHIQGPeI3Rei+ZlaUDUJf+NMnXa9//evl1VdfTTJJaiks5N0IPn+PHHs3CERL5GWHSoAMQAQgczgLRK8+/cH5IVJTZIX//bWvfS2RCev8qphPRaYoHlpbW0v+3ec/6A3/UWv/iEiRegWZg8jxWwgOXy2PqF0GWCqBzkHmvuswmxlD9A15UaOCCRhsGBMy/CHrgn8LSWafvz+OfXYIREXkWEMDMWMdDeQGIvvlL3+ZOHv9D2lYRABwHj7+qa1ziLAxCYGjh6JBZnCMcH6I1DCZ+clPfiKf/OQnvZusZPWCKBTRGZw+0uaYxOB/g8yhc8gODHyPUFU2BbUAkFGlmWHD+q4LH+1WHzN0d+7cuSRjhP8N2fCn1sMhPzIQvi+P+K4njr8fCERF5FgbhkNQkYty8vphKHAaWDvHv/nsJBSZQwbUAKglBExmENFg/Tg7gemHSdqPQm0xU07/3e9+t3zpS18aFyvqlev2vff3CUxQ1NY6ROSoylcZl/6OunpkkAs61Ne+1aRMkbkq6KvujS2IQPgIREXkUKdO5iA4OEI4CThAEBtS0HAgIWxjUWSODIS+BQmTGVSm+74erj5PPYMCMrvnnnuSvcbISKidB759yijsQmU99KaWeSAbbFVNUkB4KPbCDgtU6uPfQ0kzZyfd0J+KzCFnKLsNfLNLjrefCARP5CAzODy9Mj3rJFD4BkeIvxAKvpBGxn/0E+oUqakDNDBR8W2rDsauHyMLPSLjoNa98f+hRywdgMBBhKja9jGzokegyCAhi6IyDuoYYciJFLOqcfB1KUi5RmQVoGNF0nlk3k83ylERgdkiEDSRq4gFThHRNqIVRKJweFhTVWeMhxLFwJTU2j/+N4gcSwSqYhuTGuCA7IOP++FV9KkyCSA3RKNqQgLy/uc//5n8G8gO0azPyweKzNXlIGpbmUo9Q75QbBffIzIO+AORY/KiDu/Rl8Nm6y75diLQTwSCJnJADueOPdKIQLE+jIgNM38VvSCiCWm/OJweUo+IQlH8BRJQZK6Kh3yt3Fbr+9AlyDxL5Op3EB3a+LbbIM9F6AV7qFJXa8PZk9z66V7MRqWyREo+TLDxb7BbReboKZRJixkqbEUEzBEInsh1MlcHniAyVWlY/HcITh+ROCYs+G/9ohc4RUXmPhYIgchQ+KQus9HJHBX373nPexIH72P6vOwzxWQTsqoJJzIM+NMnZYjQfVseycqs9AvbRAGm+vPdbs1dMFsSgeYIBEfkKBKCU89eyaki8xBOL8uqHUSNLWZYB1frpXqRF5yiz8euYj8/0q7QHZYLFJkjswA9q22F+P9YR/ad1CEvii4hGwgOMuG/QeaYqCH1jH3/IWylgy1nMy3KvqFzHLXLwrbmjp49hI1AcESO1DLWgPM+/hDJHBMXZBXUOfAqTYm94b5WbOd9ckVkrtLseAZRrO8kjkkZlkDU0aqoC8A6v0o7g8zx0WaPFfbNTSESh6xqmaeIzH2Ti+MlArNAIDgiVw4dF0iok6B0YBWZ4yCYbNQ+CwU0fadygCjwUmvCMZN5Uzxn/TwibhAcom3UOHzwgx9MDu0J6b547OtHxgFkrgrbVGYFdQ/qwKJZ64LvJwK+IBAkkVcdHgFn6fvaIhy7nlpGFKdXMYPMEan7nn6FLpF1UPrKi8wRifsuJ8gNf+pYXegXBW1Iq0OP2EqHdHoIW8wwQcFaP2wUhy+pJROVZlenL/riRDlOIjBrBIIkcoBaReazBr7p+7F+iAmJOm8bjj9L5k3fMevn1b3pWDZQBXsg9CyZz3qcLt7/1re+NXVcMHZTqON01X/7nk4HTpiw/OlPf0p2VsBekUlCsWIIyyIu7IB9EIE6CHhL5HDsSM9hjRSOHlEb1g/VrU9w+KGTubpvOkvmWF/1dYuZMmK19x2yYY1YnaWuDngBmUPvvkfiak84ZMRyj/6HyBUEF8IhRUouyIP0OexTkbgq1tR3W9RxZnyGCMSKgLdEDoXpW1SwRQmkri4GUeepKzKHM/Td6WOyAkeoH62aJXPI7+MhKCBqOHdVpIjI7ec//3nqaFnUNyCa04+bDeHDReYBk9BQzjPA9k59Iqlu48P3h4k2sknIOKhDX2DDIHXflw1CsEXK4CcC3hE5nAScvjqZDE5AnVgGx4C/UI52ROocDl5NSooqe3E/M6q1sxGdTyaZPf8dskO32Fus9r9Dr9grr/Tsk3xVYw3FZiEnJtXYNoaJl76VDpNqrPmD5DFRw7o/iF1F5lUY8XciQATyEfCOyPMqsuHwMevXT75SjhHk5muaGWujiFwwUVHRmiJzKA6FUYjAQYKo9PV56xVkfcMb3pA6OlZdaKMuDsH/D+FiEHUcKWwZ2RW1PBQKmevX6KqsCrJEIW7/JLEQgT4g4B2RA7QiMs+eYJZN8fUBcJsxQB5U9SJiQTpSJ3MUCiENjTZYNlDVzjb9z7otCA06QnYFEdrvfve71K1ziOCwTqzWw9U947Med5P3Q151b7i6Mlev2gaZw759XAZSGRN1ZS7WwrMntpHMm1gPnyUCgUTkSgxTMvdd8YhCkaZUpKbIHPKD4BDp+Oj0oRc9csOk5Jlnnglq/RtZIrXVSp1ZAJ2pyQsIHVvKULXta22D+r5wgyBOFQSJQ5ewS12/+uFEuHYWbXzfAuq7b+H4w0HAy4i8isx9Po40a1qIclCdj2ptkIAihlAukFDOHo4dETr+4OBBfDhHHcsFvk5UIEu2GBEFiyBwbCXTSRwZFl9rHDBhUePPHrJURObhuFBKQgRmj4BXRA6HgQIZpOuwVopZfyinmKG4C84QJIYjZnWixjGd6tIQRebYquNjdXqeyevOHksE6sIQdY+879XMWTLH/wehqzPUVWTu64QFNvmjH/2osAhR6RcTFx+vz529m+YIiEA5At4QuZr1Y70YTgOOUO07VWSONVRf03VqnzSITB3TickKnDscJdaP1X3Uvq/9V5F5SGfEo1gRk0/oFFG42vMPGZGKxqQUH6GvJA5dImuEGg799jKlYywZYFlILaX4+n2SSIhAnxHwhsjhKJAyR6SKiGZubi6oS0FgJPqJZXB+IAAQAWSGswwpCo+BzNVpe+qAnmxk3mfHYDM22CqyRnAm+hkH6ANFjCDzkCZnNtiwLRHoAgFviBxrw+985zvlpZdeGpM4HATITlXJdgFY2+/IHj+K6Bsy4t+RXg89ooG8+j3cbePdZv95KWcUL0JGFZm3+f4u+1ZnHuiX96gsmloW6nI8fBcRiAmB3hE5yFmd/KSO4MQg4fxw5zZSkOpkL6wtfvSjH/Vy61WZkYV4lnhMHxWyJ0ijY8kHNqufZYDIFMskRVft+oyTInMUvOHsBhA5lrt8XjbwWR8cezwI9IrIEYmp+8SRosP/B6mD3OEM1VocUs34DZXOat04NJWRzP3VKGwWfyAxNSnF5BPkhog8tGhc1xQmLyB0pNuRPQqlINNfa+TIY0CgN0SuLlNAJa9+yxMcAqq54RBwNCcic1U4FMJtUFWReQgXg8TwIekyYuKJY0pR04DoVBW2wZZ513Zs1kB5iUD7CPSGyNUNSDilLFsYg99wzeOrr76aOEb+EYE+IKDfa4//jT9Vw4BIHAWZ6+vrfRgqx0AEiEDACPSGyIFx2eER+l7qgPVB0TxCAMfnIiuEtDlOK0NRItLn2DaIZR+sj+uXvngkGodKBIiARwj0isiLyFwVuv35z3/2CFoONXQE1PkFisyROsd5AI8//niyPxz/H4egMCoP3RIoHxGYLQK9I/IsmcMJ4vIF3lc8W0Ph2/MRAJljPRwFmPo96SjMRISOokyslaurWIkjESACRMA1Ar0kcp3MEdVgqw6PdnStevZniwDIGdet6lXnqOd49tlnk65UZK73i/Q76j4YlduizfZEgAiYItBbIldkjiKi7GlRpsKxHRFwiQAmldg+huJLkDlu/AKJ43/jD5mjLJmr++RJ5C41wb6IABHQEeg1kVNVRKBvCCgyR8ocWyL16BxpdmyVxBaz0LdG9k0vHA8RiBkBEnnM2qfstRDIRubcElkLRj5EBIiAIwRI5I6AZDdxIUAyj0vflJYI9BkBEnmftcOx9RoBReb4b7VO3usBc3BEgAgEiQCJPEi1UqiuEACJq3P/u3on30MEiAAR0BEgkdMeiAARIAJEgAh4jACJ3GPlcehEgAgQASJABEjktAEiQASIABEgAh4jQCL3WHkcOhEgAkSACBABEjltgAgQASJABIiAxwiQyD1WHodOBIgAESACRIBEThsgAkSACBABIuAxAiRyj5XHoRMBIkAEiAARIJHTBogAESACRIAIeIwAidxj5XHoRIAIEAEiQARI5LQBIkAEiAARIAIeI5Ai8qeeekpwdjT/iAARIAJEgAgQAT8QuOuuu+Thhx+WUycnJyd+DJmjJAJEgAgQASJABLII/A9hDHAH0RRDGw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graphicFrame>
        <p:nvGraphicFramePr>
          <p:cNvPr id="12" name="Chart 11"/>
          <p:cNvGraphicFramePr/>
          <p:nvPr>
            <p:extLst>
              <p:ext uri="{D42A27DB-BD31-4B8C-83A1-F6EECF244321}">
                <p14:modId xmlns:p14="http://schemas.microsoft.com/office/powerpoint/2010/main" val="2084510087"/>
              </p:ext>
            </p:extLst>
          </p:nvPr>
        </p:nvGraphicFramePr>
        <p:xfrm>
          <a:off x="5615259" y="997608"/>
          <a:ext cx="6250169" cy="3579223"/>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Box 12"/>
          <p:cNvSpPr txBox="1"/>
          <p:nvPr/>
        </p:nvSpPr>
        <p:spPr>
          <a:xfrm>
            <a:off x="195942" y="600892"/>
            <a:ext cx="4036423" cy="400110"/>
          </a:xfrm>
          <a:prstGeom prst="rect">
            <a:avLst/>
          </a:prstGeom>
          <a:noFill/>
        </p:spPr>
        <p:txBody>
          <a:bodyPr wrap="square" rtlCol="0">
            <a:spAutoFit/>
          </a:bodyPr>
          <a:lstStyle/>
          <a:p>
            <a:r>
              <a:rPr lang="en-US" sz="2000" b="1" u="sng" dirty="0"/>
              <a:t>Market Expansion Plan :</a:t>
            </a:r>
          </a:p>
        </p:txBody>
      </p:sp>
      <p:sp>
        <p:nvSpPr>
          <p:cNvPr id="14" name="TextBox 13"/>
          <p:cNvSpPr txBox="1"/>
          <p:nvPr/>
        </p:nvSpPr>
        <p:spPr>
          <a:xfrm>
            <a:off x="309155" y="1649440"/>
            <a:ext cx="5037908" cy="3323987"/>
          </a:xfrm>
          <a:prstGeom prst="rect">
            <a:avLst/>
          </a:prstGeom>
          <a:noFill/>
        </p:spPr>
        <p:txBody>
          <a:bodyPr wrap="square" rtlCol="0">
            <a:spAutoFit/>
          </a:bodyPr>
          <a:lstStyle/>
          <a:p>
            <a:r>
              <a:rPr lang="en-US" sz="1400" b="1" dirty="0"/>
              <a:t>Our findings:</a:t>
            </a:r>
          </a:p>
          <a:p>
            <a:endParaRPr lang="en-US" sz="1400" dirty="0"/>
          </a:p>
          <a:p>
            <a:pPr>
              <a:buFont typeface="Wingdings" pitchFamily="2" charset="2"/>
              <a:buChar char="Ø"/>
            </a:pPr>
            <a:r>
              <a:rPr lang="en-US" sz="1400" dirty="0"/>
              <a:t>State Wise Highest Producers of fruits:</a:t>
            </a:r>
          </a:p>
          <a:p>
            <a:pPr>
              <a:buFont typeface="Courier New" pitchFamily="49" charset="0"/>
              <a:buChar char="o"/>
            </a:pPr>
            <a:r>
              <a:rPr lang="en-US" sz="1400" dirty="0"/>
              <a:t>Andhra Pradesh(16.9%)</a:t>
            </a:r>
          </a:p>
          <a:p>
            <a:pPr>
              <a:buFont typeface="Courier New" pitchFamily="49" charset="0"/>
              <a:buChar char="o"/>
            </a:pPr>
            <a:r>
              <a:rPr lang="en-US" sz="1400" dirty="0"/>
              <a:t>Maharashtra(15.6%)</a:t>
            </a:r>
          </a:p>
          <a:p>
            <a:pPr>
              <a:buFont typeface="Courier New" pitchFamily="49" charset="0"/>
              <a:buChar char="o"/>
            </a:pPr>
            <a:r>
              <a:rPr lang="en-US" sz="1400" dirty="0"/>
              <a:t>Tamil Nadu (11.1%)</a:t>
            </a:r>
          </a:p>
          <a:p>
            <a:endParaRPr lang="en-US" sz="1400" dirty="0"/>
          </a:p>
          <a:p>
            <a:pPr>
              <a:buFont typeface="Wingdings" pitchFamily="2" charset="2"/>
              <a:buChar char="Ø"/>
            </a:pPr>
            <a:r>
              <a:rPr lang="en-US" sz="1400" dirty="0"/>
              <a:t>Fruit consumption is low ,not due to low production, but due to mismanagement at subsequent levels. Because of the inherent perishable nature /short shelf life of the fruits, as much as 30-35% of fruits perish during harvest, storage, grading, transport, packaging and distribution.</a:t>
            </a:r>
          </a:p>
          <a:p>
            <a:endParaRPr lang="en-US" sz="1400" dirty="0"/>
          </a:p>
          <a:p>
            <a:endParaRPr lang="en-US" sz="1400" dirty="0"/>
          </a:p>
          <a:p>
            <a:endParaRPr lang="en-US" sz="1400" dirty="0"/>
          </a:p>
        </p:txBody>
      </p:sp>
      <p:sp>
        <p:nvSpPr>
          <p:cNvPr id="15" name="TextBox 14"/>
          <p:cNvSpPr txBox="1"/>
          <p:nvPr/>
        </p:nvSpPr>
        <p:spPr>
          <a:xfrm>
            <a:off x="339634" y="4861563"/>
            <a:ext cx="11599817" cy="1600438"/>
          </a:xfrm>
          <a:prstGeom prst="rect">
            <a:avLst/>
          </a:prstGeom>
          <a:noFill/>
        </p:spPr>
        <p:txBody>
          <a:bodyPr wrap="square" rtlCol="0">
            <a:spAutoFit/>
          </a:bodyPr>
          <a:lstStyle/>
          <a:p>
            <a:r>
              <a:rPr lang="en-US" sz="1400" b="1" dirty="0"/>
              <a:t>Conclusion:</a:t>
            </a:r>
          </a:p>
          <a:p>
            <a:pPr>
              <a:buFont typeface="Wingdings" pitchFamily="2" charset="2"/>
              <a:buChar char="ü"/>
            </a:pPr>
            <a:r>
              <a:rPr lang="en-US" sz="1400" dirty="0"/>
              <a:t>The distance between production and consumption must be optimized.</a:t>
            </a:r>
          </a:p>
          <a:p>
            <a:endParaRPr lang="en-US" sz="1400" dirty="0"/>
          </a:p>
          <a:p>
            <a:pPr>
              <a:buFont typeface="Wingdings" pitchFamily="2" charset="2"/>
              <a:buChar char="ü"/>
            </a:pPr>
            <a:r>
              <a:rPr lang="en-US" sz="1400" dirty="0"/>
              <a:t>An ideal market for fruit consumption would be a place close to the production centre.</a:t>
            </a:r>
          </a:p>
          <a:p>
            <a:endParaRPr lang="en-US" sz="1400" dirty="0"/>
          </a:p>
          <a:p>
            <a:pPr>
              <a:buFont typeface="Wingdings" pitchFamily="2" charset="2"/>
              <a:buChar char="ü"/>
            </a:pPr>
            <a:r>
              <a:rPr lang="en-US" sz="1400" dirty="0"/>
              <a:t>Survey results indicate that Chennai would be the next ideal market to expand into due to it’s proximity to production centers and the highest demand for organic fruit products.</a:t>
            </a:r>
          </a:p>
        </p:txBody>
      </p:sp>
      <p:sp>
        <p:nvSpPr>
          <p:cNvPr id="16" name="TextBox 15"/>
          <p:cNvSpPr txBox="1"/>
          <p:nvPr/>
        </p:nvSpPr>
        <p:spPr>
          <a:xfrm>
            <a:off x="7419701" y="6209694"/>
            <a:ext cx="4445727" cy="400110"/>
          </a:xfrm>
          <a:prstGeom prst="rect">
            <a:avLst/>
          </a:prstGeom>
          <a:solidFill>
            <a:srgbClr val="C00000"/>
          </a:solidFill>
        </p:spPr>
        <p:txBody>
          <a:bodyPr wrap="square" rtlCol="0">
            <a:spAutoFit/>
          </a:bodyPr>
          <a:lstStyle/>
          <a:p>
            <a:r>
              <a:rPr lang="en-US" sz="2000" b="1" dirty="0">
                <a:solidFill>
                  <a:schemeClr val="bg1"/>
                </a:solidFill>
              </a:rPr>
              <a:t>Proposed new market : Chennai</a:t>
            </a:r>
          </a:p>
        </p:txBody>
      </p:sp>
      <p:sp>
        <p:nvSpPr>
          <p:cNvPr id="19" name="Arrow: Pentagon 18">
            <a:extLst>
              <a:ext uri="{FF2B5EF4-FFF2-40B4-BE49-F238E27FC236}">
                <a16:creationId xmlns:a16="http://schemas.microsoft.com/office/drawing/2014/main" id="{CBB37E2C-5F82-465E-AF1B-D8CD8DBFD167}"/>
              </a:ext>
            </a:extLst>
          </p:cNvPr>
          <p:cNvSpPr/>
          <p:nvPr/>
        </p:nvSpPr>
        <p:spPr>
          <a:xfrm>
            <a:off x="0" y="617393"/>
            <a:ext cx="3771293" cy="472460"/>
          </a:xfrm>
          <a:prstGeom prst="homePlat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t>Market Expansion </a:t>
            </a:r>
            <a:endParaRPr lang="en-IN" b="1" dirty="0"/>
          </a:p>
        </p:txBody>
      </p:sp>
      <p:pic>
        <p:nvPicPr>
          <p:cNvPr id="2050" name="Picture 2" descr="Search free icon">
            <a:extLst>
              <a:ext uri="{FF2B5EF4-FFF2-40B4-BE49-F238E27FC236}">
                <a16:creationId xmlns:a16="http://schemas.microsoft.com/office/drawing/2014/main" id="{61C0A3FF-6171-44F4-BC37-BFA974E5A87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5400000">
            <a:off x="200296" y="1233136"/>
            <a:ext cx="566057" cy="5660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8290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Median</Template>
  <TotalTime>1292</TotalTime>
  <Words>2132</Words>
  <Application>Microsoft Office PowerPoint</Application>
  <PresentationFormat>Widescreen</PresentationFormat>
  <Paragraphs>346</Paragraphs>
  <Slides>10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vt:i4>
      </vt:variant>
    </vt:vector>
  </HeadingPairs>
  <TitlesOfParts>
    <vt:vector size="20" baseType="lpstr">
      <vt:lpstr>Arial</vt:lpstr>
      <vt:lpstr>Biome</vt:lpstr>
      <vt:lpstr>Calibri</vt:lpstr>
      <vt:lpstr>Calibri Light</vt:lpstr>
      <vt:lpstr>Courier New</vt:lpstr>
      <vt:lpstr>Mongolian Baiti</vt:lpstr>
      <vt:lpstr>Montserrat</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GUPTAAKASH1778@GMAIL.COM</dc:creator>
  <cp:lastModifiedBy>Devesh Sinha</cp:lastModifiedBy>
  <cp:revision>122</cp:revision>
  <dcterms:created xsi:type="dcterms:W3CDTF">2021-07-03T06:16:12Z</dcterms:created>
  <dcterms:modified xsi:type="dcterms:W3CDTF">2021-08-13T16:42:23Z</dcterms:modified>
</cp:coreProperties>
</file>