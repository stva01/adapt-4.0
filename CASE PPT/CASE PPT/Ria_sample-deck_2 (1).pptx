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A2F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A2F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"/>
            <a:ext cx="11087100" cy="6096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625" y="1323847"/>
            <a:ext cx="7005701" cy="366242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81525" y="2571686"/>
            <a:ext cx="5272151" cy="36624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A2F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8655" y="89598"/>
            <a:ext cx="10854689" cy="300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A2F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50" Type="http://schemas.openxmlformats.org/officeDocument/2006/relationships/image" Target="../media/image5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9" Type="http://schemas.openxmlformats.org/officeDocument/2006/relationships/image" Target="../media/image31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jpg"/><Relationship Id="rId45" Type="http://schemas.openxmlformats.org/officeDocument/2006/relationships/image" Target="../media/image47.png"/><Relationship Id="rId53" Type="http://schemas.openxmlformats.org/officeDocument/2006/relationships/image" Target="../media/image55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52" Type="http://schemas.openxmlformats.org/officeDocument/2006/relationships/image" Target="../media/image5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5.png"/><Relationship Id="rId48" Type="http://schemas.openxmlformats.org/officeDocument/2006/relationships/image" Target="../media/image50.png"/><Relationship Id="rId8" Type="http://schemas.openxmlformats.org/officeDocument/2006/relationships/image" Target="../media/image10.png"/><Relationship Id="rId51" Type="http://schemas.openxmlformats.org/officeDocument/2006/relationships/image" Target="../media/image53.png"/><Relationship Id="rId3" Type="http://schemas.openxmlformats.org/officeDocument/2006/relationships/image" Target="../media/image5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5" Type="http://schemas.openxmlformats.org/officeDocument/2006/relationships/image" Target="../media/image17.jp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7125" y="819150"/>
            <a:ext cx="3686175" cy="2914650"/>
          </a:xfrm>
          <a:custGeom>
            <a:avLst/>
            <a:gdLst/>
            <a:ahLst/>
            <a:cxnLst/>
            <a:rect l="l" t="t" r="r" b="b"/>
            <a:pathLst>
              <a:path w="3686175" h="2914650">
                <a:moveTo>
                  <a:pt x="0" y="151257"/>
                </a:moveTo>
                <a:lnTo>
                  <a:pt x="7708" y="103436"/>
                </a:lnTo>
                <a:lnTo>
                  <a:pt x="29175" y="61914"/>
                </a:lnTo>
                <a:lnTo>
                  <a:pt x="61914" y="29175"/>
                </a:lnTo>
                <a:lnTo>
                  <a:pt x="103436" y="7708"/>
                </a:lnTo>
                <a:lnTo>
                  <a:pt x="151257" y="0"/>
                </a:lnTo>
                <a:lnTo>
                  <a:pt x="3534918" y="0"/>
                </a:lnTo>
                <a:lnTo>
                  <a:pt x="3582738" y="7708"/>
                </a:lnTo>
                <a:lnTo>
                  <a:pt x="3624260" y="29175"/>
                </a:lnTo>
                <a:lnTo>
                  <a:pt x="3656999" y="61914"/>
                </a:lnTo>
                <a:lnTo>
                  <a:pt x="3678466" y="103436"/>
                </a:lnTo>
                <a:lnTo>
                  <a:pt x="3686175" y="151257"/>
                </a:lnTo>
                <a:lnTo>
                  <a:pt x="3686175" y="2763392"/>
                </a:lnTo>
                <a:lnTo>
                  <a:pt x="3678466" y="2811213"/>
                </a:lnTo>
                <a:lnTo>
                  <a:pt x="3656999" y="2852735"/>
                </a:lnTo>
                <a:lnTo>
                  <a:pt x="3624260" y="2885474"/>
                </a:lnTo>
                <a:lnTo>
                  <a:pt x="3582738" y="2906941"/>
                </a:lnTo>
                <a:lnTo>
                  <a:pt x="3534918" y="2914650"/>
                </a:lnTo>
                <a:lnTo>
                  <a:pt x="151257" y="2914650"/>
                </a:lnTo>
                <a:lnTo>
                  <a:pt x="103436" y="2906941"/>
                </a:lnTo>
                <a:lnTo>
                  <a:pt x="61914" y="2885474"/>
                </a:lnTo>
                <a:lnTo>
                  <a:pt x="29175" y="2852735"/>
                </a:lnTo>
                <a:lnTo>
                  <a:pt x="7708" y="2811213"/>
                </a:lnTo>
                <a:lnTo>
                  <a:pt x="0" y="2763392"/>
                </a:lnTo>
                <a:lnTo>
                  <a:pt x="0" y="151257"/>
                </a:lnTo>
                <a:close/>
              </a:path>
            </a:pathLst>
          </a:custGeom>
          <a:ln w="19050">
            <a:solidFill>
              <a:srgbClr val="04233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9050" y="38100"/>
            <a:ext cx="4352925" cy="457200"/>
            <a:chOff x="19050" y="38100"/>
            <a:chExt cx="4352925" cy="457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" y="47625"/>
              <a:ext cx="4333875" cy="4381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575" y="47625"/>
              <a:ext cx="4333875" cy="438150"/>
            </a:xfrm>
            <a:custGeom>
              <a:avLst/>
              <a:gdLst/>
              <a:ahLst/>
              <a:cxnLst/>
              <a:rect l="l" t="t" r="r" b="b"/>
              <a:pathLst>
                <a:path w="4333875" h="438150">
                  <a:moveTo>
                    <a:pt x="0" y="0"/>
                  </a:moveTo>
                  <a:lnTo>
                    <a:pt x="4114800" y="0"/>
                  </a:lnTo>
                  <a:lnTo>
                    <a:pt x="4333875" y="219075"/>
                  </a:lnTo>
                  <a:lnTo>
                    <a:pt x="4114800" y="438150"/>
                  </a:lnTo>
                  <a:lnTo>
                    <a:pt x="0" y="438150"/>
                  </a:lnTo>
                  <a:lnTo>
                    <a:pt x="219075" y="2190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5244" y="89598"/>
            <a:ext cx="1773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FFFFFF"/>
                </a:solidFill>
              </a:rPr>
              <a:t>P</a:t>
            </a:r>
            <a:r>
              <a:rPr spc="-180" dirty="0">
                <a:solidFill>
                  <a:srgbClr val="FFFFFF"/>
                </a:solidFill>
              </a:rPr>
              <a:t>r</a:t>
            </a:r>
            <a:r>
              <a:rPr spc="-70" dirty="0">
                <a:solidFill>
                  <a:srgbClr val="FFFFFF"/>
                </a:solidFill>
              </a:rPr>
              <a:t>o</a:t>
            </a:r>
            <a:r>
              <a:rPr spc="-110" dirty="0">
                <a:solidFill>
                  <a:srgbClr val="FFFFFF"/>
                </a:solidFill>
              </a:rPr>
              <a:t>d</a:t>
            </a:r>
            <a:r>
              <a:rPr spc="-90" dirty="0">
                <a:solidFill>
                  <a:srgbClr val="FFFFFF"/>
                </a:solidFill>
              </a:rPr>
              <a:t>u</a:t>
            </a:r>
            <a:r>
              <a:rPr dirty="0">
                <a:solidFill>
                  <a:srgbClr val="FFFFFF"/>
                </a:solidFill>
              </a:rPr>
              <a:t>c</a:t>
            </a:r>
            <a:r>
              <a:rPr spc="-170" dirty="0">
                <a:solidFill>
                  <a:srgbClr val="FFFFFF"/>
                </a:solidFill>
              </a:rPr>
              <a:t>t</a:t>
            </a:r>
            <a:r>
              <a:rPr spc="-120" dirty="0">
                <a:solidFill>
                  <a:srgbClr val="FFFFFF"/>
                </a:solidFill>
              </a:rPr>
              <a:t> </a:t>
            </a:r>
            <a:r>
              <a:rPr spc="-150" dirty="0">
                <a:solidFill>
                  <a:srgbClr val="FFFFFF"/>
                </a:solidFill>
              </a:rPr>
              <a:t>&amp;</a:t>
            </a:r>
            <a:r>
              <a:rPr spc="-240" dirty="0">
                <a:solidFill>
                  <a:srgbClr val="FFFFFF"/>
                </a:solidFill>
              </a:rPr>
              <a:t> </a:t>
            </a:r>
            <a:r>
              <a:rPr spc="30" dirty="0">
                <a:solidFill>
                  <a:srgbClr val="FFFFFF"/>
                </a:solidFill>
              </a:rPr>
              <a:t>B</a:t>
            </a:r>
            <a:r>
              <a:rPr spc="-254" dirty="0">
                <a:solidFill>
                  <a:srgbClr val="FFFFFF"/>
                </a:solidFill>
              </a:rPr>
              <a:t>r</a:t>
            </a:r>
            <a:r>
              <a:rPr spc="-50" dirty="0">
                <a:solidFill>
                  <a:srgbClr val="FFFFFF"/>
                </a:solidFill>
              </a:rPr>
              <a:t>a</a:t>
            </a:r>
            <a:r>
              <a:rPr spc="-90" dirty="0">
                <a:solidFill>
                  <a:srgbClr val="FFFFFF"/>
                </a:solidFill>
              </a:rPr>
              <a:t>n</a:t>
            </a:r>
            <a:r>
              <a:rPr spc="-110" dirty="0">
                <a:solidFill>
                  <a:srgbClr val="FFFFFF"/>
                </a:solidFill>
              </a:rPr>
              <a:t>d</a:t>
            </a:r>
            <a:r>
              <a:rPr spc="-80" dirty="0">
                <a:solidFill>
                  <a:srgbClr val="FFFFFF"/>
                </a:solidFill>
              </a:rPr>
              <a:t>i</a:t>
            </a:r>
            <a:r>
              <a:rPr spc="-160" dirty="0">
                <a:solidFill>
                  <a:srgbClr val="FFFFFF"/>
                </a:solidFill>
              </a:rPr>
              <a:t>n</a:t>
            </a:r>
            <a:r>
              <a:rPr spc="-114" dirty="0">
                <a:solidFill>
                  <a:srgbClr val="FFFFFF"/>
                </a:solidFill>
              </a:rPr>
              <a:t>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924300" y="38100"/>
            <a:ext cx="4343400" cy="457200"/>
            <a:chOff x="3924300" y="38100"/>
            <a:chExt cx="4343400" cy="457200"/>
          </a:xfrm>
        </p:grpSpPr>
        <p:sp>
          <p:nvSpPr>
            <p:cNvPr id="8" name="object 8"/>
            <p:cNvSpPr/>
            <p:nvPr/>
          </p:nvSpPr>
          <p:spPr>
            <a:xfrm>
              <a:off x="3933825" y="47625"/>
              <a:ext cx="4324350" cy="438150"/>
            </a:xfrm>
            <a:custGeom>
              <a:avLst/>
              <a:gdLst/>
              <a:ahLst/>
              <a:cxnLst/>
              <a:rect l="l" t="t" r="r" b="b"/>
              <a:pathLst>
                <a:path w="4324350" h="438150">
                  <a:moveTo>
                    <a:pt x="4105275" y="0"/>
                  </a:moveTo>
                  <a:lnTo>
                    <a:pt x="0" y="0"/>
                  </a:lnTo>
                  <a:lnTo>
                    <a:pt x="219075" y="219075"/>
                  </a:lnTo>
                  <a:lnTo>
                    <a:pt x="0" y="438150"/>
                  </a:lnTo>
                  <a:lnTo>
                    <a:pt x="4105275" y="438150"/>
                  </a:lnTo>
                  <a:lnTo>
                    <a:pt x="4324350" y="219075"/>
                  </a:lnTo>
                  <a:lnTo>
                    <a:pt x="4105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3825" y="47625"/>
              <a:ext cx="4324350" cy="438150"/>
            </a:xfrm>
            <a:custGeom>
              <a:avLst/>
              <a:gdLst/>
              <a:ahLst/>
              <a:cxnLst/>
              <a:rect l="l" t="t" r="r" b="b"/>
              <a:pathLst>
                <a:path w="4324350" h="438150">
                  <a:moveTo>
                    <a:pt x="0" y="0"/>
                  </a:moveTo>
                  <a:lnTo>
                    <a:pt x="4105275" y="0"/>
                  </a:lnTo>
                  <a:lnTo>
                    <a:pt x="4324350" y="219075"/>
                  </a:lnTo>
                  <a:lnTo>
                    <a:pt x="4105275" y="438150"/>
                  </a:lnTo>
                  <a:lnTo>
                    <a:pt x="0" y="438150"/>
                  </a:lnTo>
                  <a:lnTo>
                    <a:pt x="219075" y="2190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08804" y="89598"/>
            <a:ext cx="3425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solidFill>
                  <a:srgbClr val="0A2F41"/>
                </a:solidFill>
                <a:latin typeface="Trebuchet MS"/>
                <a:cs typeface="Trebuchet MS"/>
              </a:rPr>
              <a:t>D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e</a:t>
            </a:r>
            <a:r>
              <a:rPr sz="1800" spc="-135" dirty="0">
                <a:solidFill>
                  <a:srgbClr val="0A2F41"/>
                </a:solidFill>
                <a:latin typeface="Trebuchet MS"/>
                <a:cs typeface="Trebuchet MS"/>
              </a:rPr>
              <a:t>v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el</a:t>
            </a:r>
            <a:r>
              <a:rPr sz="1800" spc="-70" dirty="0">
                <a:solidFill>
                  <a:srgbClr val="0A2F41"/>
                </a:solidFill>
                <a:latin typeface="Trebuchet MS"/>
                <a:cs typeface="Trebuchet MS"/>
              </a:rPr>
              <a:t>o</a:t>
            </a:r>
            <a:r>
              <a:rPr sz="1800" spc="-110" dirty="0">
                <a:solidFill>
                  <a:srgbClr val="0A2F41"/>
                </a:solidFill>
                <a:latin typeface="Trebuchet MS"/>
                <a:cs typeface="Trebuchet MS"/>
              </a:rPr>
              <a:t>p</a:t>
            </a:r>
            <a:r>
              <a:rPr sz="1800" spc="-8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0A2F41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r>
              <a:rPr sz="1800" spc="-140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0A2F41"/>
                </a:solidFill>
                <a:latin typeface="Trebuchet MS"/>
                <a:cs typeface="Trebuchet MS"/>
              </a:rPr>
              <a:t>E</a:t>
            </a:r>
            <a:r>
              <a:rPr sz="1800" spc="-50" dirty="0">
                <a:solidFill>
                  <a:srgbClr val="0A2F41"/>
                </a:solidFill>
                <a:latin typeface="Trebuchet MS"/>
                <a:cs typeface="Trebuchet MS"/>
              </a:rPr>
              <a:t>n</a:t>
            </a:r>
            <a:r>
              <a:rPr sz="1800" spc="-85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r>
              <a:rPr sz="1800" spc="-50" dirty="0">
                <a:solidFill>
                  <a:srgbClr val="0A2F41"/>
                </a:solidFill>
                <a:latin typeface="Trebuchet MS"/>
                <a:cs typeface="Trebuchet MS"/>
              </a:rPr>
              <a:t>a</a:t>
            </a:r>
            <a:r>
              <a:rPr sz="1800" spc="-85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r>
              <a:rPr sz="1800" spc="-8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0A2F41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r>
              <a:rPr sz="1800" spc="-290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0A2F41"/>
                </a:solidFill>
                <a:latin typeface="Trebuchet MS"/>
                <a:cs typeface="Trebuchet MS"/>
              </a:rPr>
              <a:t>P</a:t>
            </a:r>
            <a:r>
              <a:rPr sz="1800" spc="-180" dirty="0">
                <a:solidFill>
                  <a:srgbClr val="0A2F41"/>
                </a:solidFill>
                <a:latin typeface="Trebuchet MS"/>
                <a:cs typeface="Trebuchet MS"/>
              </a:rPr>
              <a:t>r</a:t>
            </a:r>
            <a:r>
              <a:rPr sz="1800" spc="-70" dirty="0">
                <a:solidFill>
                  <a:srgbClr val="0A2F41"/>
                </a:solidFill>
                <a:latin typeface="Trebuchet MS"/>
                <a:cs typeface="Trebuchet MS"/>
              </a:rPr>
              <a:t>o</a:t>
            </a:r>
            <a:r>
              <a:rPr sz="1800" spc="-110" dirty="0">
                <a:solidFill>
                  <a:srgbClr val="0A2F41"/>
                </a:solidFill>
                <a:latin typeface="Trebuchet MS"/>
                <a:cs typeface="Trebuchet MS"/>
              </a:rPr>
              <a:t>d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u</a:t>
            </a:r>
            <a:r>
              <a:rPr sz="1800" dirty="0">
                <a:solidFill>
                  <a:srgbClr val="0A2F41"/>
                </a:solidFill>
                <a:latin typeface="Trebuchet MS"/>
                <a:cs typeface="Trebuchet MS"/>
              </a:rPr>
              <a:t>c</a:t>
            </a:r>
            <a:r>
              <a:rPr sz="1800" spc="-170" dirty="0">
                <a:solidFill>
                  <a:srgbClr val="0A2F41"/>
                </a:solidFill>
                <a:latin typeface="Trebuchet MS"/>
                <a:cs typeface="Trebuchet MS"/>
              </a:rPr>
              <a:t>t</a:t>
            </a:r>
            <a:r>
              <a:rPr sz="1800" spc="-120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-265" dirty="0">
                <a:solidFill>
                  <a:srgbClr val="0A2F41"/>
                </a:solidFill>
                <a:latin typeface="Trebuchet MS"/>
                <a:cs typeface="Trebuchet MS"/>
              </a:rPr>
              <a:t>J</a:t>
            </a:r>
            <a:r>
              <a:rPr sz="1800" spc="-70" dirty="0">
                <a:solidFill>
                  <a:srgbClr val="0A2F41"/>
                </a:solidFill>
                <a:latin typeface="Trebuchet MS"/>
                <a:cs typeface="Trebuchet MS"/>
              </a:rPr>
              <a:t>o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u</a:t>
            </a:r>
            <a:r>
              <a:rPr sz="1800" spc="-180" dirty="0">
                <a:solidFill>
                  <a:srgbClr val="0A2F41"/>
                </a:solidFill>
                <a:latin typeface="Trebuchet MS"/>
                <a:cs typeface="Trebuchet MS"/>
              </a:rPr>
              <a:t>r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ne</a:t>
            </a:r>
            <a:r>
              <a:rPr sz="1800" spc="-110" dirty="0">
                <a:solidFill>
                  <a:srgbClr val="0A2F41"/>
                </a:solidFill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20025" y="38100"/>
            <a:ext cx="4352925" cy="457200"/>
            <a:chOff x="7820025" y="38100"/>
            <a:chExt cx="4352925" cy="457200"/>
          </a:xfrm>
        </p:grpSpPr>
        <p:sp>
          <p:nvSpPr>
            <p:cNvPr id="12" name="object 12"/>
            <p:cNvSpPr/>
            <p:nvPr/>
          </p:nvSpPr>
          <p:spPr>
            <a:xfrm>
              <a:off x="7829550" y="47625"/>
              <a:ext cx="4333875" cy="438150"/>
            </a:xfrm>
            <a:custGeom>
              <a:avLst/>
              <a:gdLst/>
              <a:ahLst/>
              <a:cxnLst/>
              <a:rect l="l" t="t" r="r" b="b"/>
              <a:pathLst>
                <a:path w="4333875" h="438150">
                  <a:moveTo>
                    <a:pt x="4114800" y="0"/>
                  </a:moveTo>
                  <a:lnTo>
                    <a:pt x="0" y="0"/>
                  </a:lnTo>
                  <a:lnTo>
                    <a:pt x="219075" y="219075"/>
                  </a:lnTo>
                  <a:lnTo>
                    <a:pt x="0" y="438150"/>
                  </a:lnTo>
                  <a:lnTo>
                    <a:pt x="4114800" y="438150"/>
                  </a:lnTo>
                  <a:lnTo>
                    <a:pt x="4333875" y="2190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29550" y="47625"/>
              <a:ext cx="4333875" cy="438150"/>
            </a:xfrm>
            <a:custGeom>
              <a:avLst/>
              <a:gdLst/>
              <a:ahLst/>
              <a:cxnLst/>
              <a:rect l="l" t="t" r="r" b="b"/>
              <a:pathLst>
                <a:path w="4333875" h="438150">
                  <a:moveTo>
                    <a:pt x="0" y="0"/>
                  </a:moveTo>
                  <a:lnTo>
                    <a:pt x="4114800" y="0"/>
                  </a:lnTo>
                  <a:lnTo>
                    <a:pt x="4333875" y="219075"/>
                  </a:lnTo>
                  <a:lnTo>
                    <a:pt x="4114800" y="438150"/>
                  </a:lnTo>
                  <a:lnTo>
                    <a:pt x="0" y="438150"/>
                  </a:lnTo>
                  <a:lnTo>
                    <a:pt x="219075" y="2190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512175" y="89598"/>
            <a:ext cx="3011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0A2F41"/>
                </a:solidFill>
                <a:latin typeface="Trebuchet MS"/>
                <a:cs typeface="Trebuchet MS"/>
              </a:rPr>
              <a:t>M</a:t>
            </a:r>
            <a:r>
              <a:rPr sz="1800" spc="-50" dirty="0">
                <a:solidFill>
                  <a:srgbClr val="0A2F41"/>
                </a:solidFill>
                <a:latin typeface="Trebuchet MS"/>
                <a:cs typeface="Trebuchet MS"/>
              </a:rPr>
              <a:t>a</a:t>
            </a:r>
            <a:r>
              <a:rPr sz="1800" spc="-180" dirty="0">
                <a:solidFill>
                  <a:srgbClr val="0A2F41"/>
                </a:solidFill>
                <a:latin typeface="Trebuchet MS"/>
                <a:cs typeface="Trebuchet MS"/>
              </a:rPr>
              <a:t>r</a:t>
            </a:r>
            <a:r>
              <a:rPr sz="1800" spc="-165" dirty="0">
                <a:solidFill>
                  <a:srgbClr val="0A2F41"/>
                </a:solidFill>
                <a:latin typeface="Trebuchet MS"/>
                <a:cs typeface="Trebuchet MS"/>
              </a:rPr>
              <a:t>k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e</a:t>
            </a:r>
            <a:r>
              <a:rPr sz="1800" spc="-195" dirty="0">
                <a:solidFill>
                  <a:srgbClr val="0A2F41"/>
                </a:solidFill>
                <a:latin typeface="Trebuchet MS"/>
                <a:cs typeface="Trebuchet MS"/>
              </a:rPr>
              <a:t>t</a:t>
            </a:r>
            <a:r>
              <a:rPr sz="1800" spc="-8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0A2F41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r>
              <a:rPr sz="1800" spc="-140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0A2F41"/>
                </a:solidFill>
                <a:latin typeface="Trebuchet MS"/>
                <a:cs typeface="Trebuchet MS"/>
              </a:rPr>
              <a:t>&amp;</a:t>
            </a:r>
            <a:r>
              <a:rPr sz="1800" spc="-165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0A2F41"/>
                </a:solidFill>
                <a:latin typeface="Trebuchet MS"/>
                <a:cs typeface="Trebuchet MS"/>
              </a:rPr>
              <a:t>C</a:t>
            </a:r>
            <a:r>
              <a:rPr sz="1800" spc="-70" dirty="0">
                <a:solidFill>
                  <a:srgbClr val="0A2F41"/>
                </a:solidFill>
                <a:latin typeface="Trebuchet MS"/>
                <a:cs typeface="Trebuchet MS"/>
              </a:rPr>
              <a:t>omm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un</a:t>
            </a:r>
            <a:r>
              <a:rPr sz="1800" spc="-135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204" dirty="0">
                <a:solidFill>
                  <a:srgbClr val="0A2F41"/>
                </a:solidFill>
                <a:latin typeface="Trebuchet MS"/>
                <a:cs typeface="Trebuchet MS"/>
              </a:rPr>
              <a:t>t</a:t>
            </a:r>
            <a:r>
              <a:rPr sz="1800" spc="-110" dirty="0">
                <a:solidFill>
                  <a:srgbClr val="0A2F41"/>
                </a:solidFill>
                <a:latin typeface="Trebuchet MS"/>
                <a:cs typeface="Trebuchet MS"/>
              </a:rPr>
              <a:t>y</a:t>
            </a:r>
            <a:r>
              <a:rPr sz="1800" spc="-125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0A2F41"/>
                </a:solidFill>
                <a:latin typeface="Trebuchet MS"/>
                <a:cs typeface="Trebuchet MS"/>
              </a:rPr>
              <a:t>B</a:t>
            </a:r>
            <a:r>
              <a:rPr sz="1800" spc="-35" dirty="0">
                <a:solidFill>
                  <a:srgbClr val="0A2F41"/>
                </a:solidFill>
                <a:latin typeface="Trebuchet MS"/>
                <a:cs typeface="Trebuchet MS"/>
              </a:rPr>
              <a:t>u</a:t>
            </a:r>
            <a:r>
              <a:rPr sz="1800" spc="-12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l</a:t>
            </a:r>
            <a:r>
              <a:rPr sz="1800" spc="-110" dirty="0">
                <a:solidFill>
                  <a:srgbClr val="0A2F41"/>
                </a:solidFill>
                <a:latin typeface="Trebuchet MS"/>
                <a:cs typeface="Trebuchet MS"/>
              </a:rPr>
              <a:t>d</a:t>
            </a:r>
            <a:r>
              <a:rPr sz="1800" spc="-8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0A2F41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94651" y="627348"/>
            <a:ext cx="4498975" cy="1422400"/>
            <a:chOff x="7494651" y="627348"/>
            <a:chExt cx="4498975" cy="14224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1268" y="627348"/>
              <a:ext cx="3643727" cy="1603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1001" y="1214500"/>
              <a:ext cx="4486275" cy="8286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01001" y="1214500"/>
              <a:ext cx="4486275" cy="828675"/>
            </a:xfrm>
            <a:custGeom>
              <a:avLst/>
              <a:gdLst/>
              <a:ahLst/>
              <a:cxnLst/>
              <a:rect l="l" t="t" r="r" b="b"/>
              <a:pathLst>
                <a:path w="4486275" h="828675">
                  <a:moveTo>
                    <a:pt x="0" y="828675"/>
                  </a:moveTo>
                  <a:lnTo>
                    <a:pt x="4486275" y="828675"/>
                  </a:lnTo>
                  <a:lnTo>
                    <a:pt x="4486275" y="0"/>
                  </a:lnTo>
                  <a:lnTo>
                    <a:pt x="0" y="0"/>
                  </a:lnTo>
                  <a:lnTo>
                    <a:pt x="0" y="828675"/>
                  </a:lnTo>
                  <a:close/>
                </a:path>
              </a:pathLst>
            </a:custGeom>
            <a:ln w="12700">
              <a:solidFill>
                <a:srgbClr val="6A3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614284" y="1236281"/>
            <a:ext cx="4269740" cy="75311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065" marR="5080" indent="-635" algn="ctr">
              <a:lnSpc>
                <a:spcPts val="1430"/>
              </a:lnSpc>
              <a:spcBef>
                <a:spcPts val="155"/>
              </a:spcBef>
            </a:pPr>
            <a:r>
              <a:rPr sz="1200" spc="-20" dirty="0">
                <a:solidFill>
                  <a:srgbClr val="1F1F1F"/>
                </a:solidFill>
                <a:latin typeface="Tahoma"/>
                <a:cs typeface="Tahoma"/>
              </a:rPr>
              <a:t>We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believe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mornings</a:t>
            </a:r>
            <a:r>
              <a:rPr sz="1200" spc="-21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shouldn't</a:t>
            </a:r>
            <a:r>
              <a:rPr sz="12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be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blur</a:t>
            </a:r>
            <a:r>
              <a:rPr sz="1200" spc="-10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of</a:t>
            </a:r>
            <a:r>
              <a:rPr sz="1200" spc="-13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routine.</a:t>
            </a:r>
            <a:r>
              <a:rPr sz="1200" spc="-1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F1F1F"/>
                </a:solidFill>
                <a:latin typeface="Tahoma"/>
                <a:cs typeface="Tahoma"/>
              </a:rPr>
              <a:t>They</a:t>
            </a:r>
            <a:r>
              <a:rPr sz="1200" spc="-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should </a:t>
            </a:r>
            <a:r>
              <a:rPr sz="1200" spc="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be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an</a:t>
            </a:r>
            <a:r>
              <a:rPr sz="1200" spc="-21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explosion</a:t>
            </a:r>
            <a:r>
              <a:rPr sz="12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of</a:t>
            </a:r>
            <a:r>
              <a:rPr sz="1200" spc="-13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flavor,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-1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chance</a:t>
            </a:r>
            <a:r>
              <a:rPr sz="1200" spc="-11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2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fuel</a:t>
            </a:r>
            <a:r>
              <a:rPr sz="1200" spc="-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your</a:t>
            </a:r>
            <a:r>
              <a:rPr sz="1200" spc="-10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body</a:t>
            </a:r>
            <a:r>
              <a:rPr sz="12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and</a:t>
            </a:r>
            <a:r>
              <a:rPr sz="12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ignite 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your</a:t>
            </a:r>
            <a:r>
              <a:rPr sz="1200" spc="-10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spirit.</a:t>
            </a:r>
            <a:r>
              <a:rPr sz="12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That's</a:t>
            </a:r>
            <a:r>
              <a:rPr sz="1200" spc="-13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why</a:t>
            </a:r>
            <a:r>
              <a:rPr sz="1200" spc="-2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GoOat</a:t>
            </a:r>
            <a:r>
              <a:rPr sz="12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exists,</a:t>
            </a:r>
            <a:r>
              <a:rPr sz="12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not</a:t>
            </a:r>
            <a:r>
              <a:rPr sz="1200" spc="-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just</a:t>
            </a:r>
            <a:r>
              <a:rPr sz="12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as</a:t>
            </a:r>
            <a:r>
              <a:rPr sz="1200" spc="-21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another</a:t>
            </a:r>
            <a:r>
              <a:rPr sz="1200" spc="-10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breakfast </a:t>
            </a:r>
            <a:r>
              <a:rPr sz="1200" spc="-3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00" spc="-2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io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,</a:t>
            </a:r>
            <a:r>
              <a:rPr sz="1200" spc="-1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bu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-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4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00" spc="-21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6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00" spc="-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Oa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-80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u</a:t>
            </a:r>
            <a:r>
              <a:rPr sz="1200" spc="-6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58075" y="828611"/>
            <a:ext cx="4567555" cy="490855"/>
            <a:chOff x="7458075" y="828611"/>
            <a:chExt cx="4567555" cy="49085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8075" y="828611"/>
              <a:ext cx="4567301" cy="49053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7275" y="838136"/>
              <a:ext cx="1309624" cy="46196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53600" y="838136"/>
              <a:ext cx="1081087" cy="46196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769225" y="463359"/>
            <a:ext cx="3672840" cy="68516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550" b="1" spc="50" dirty="0">
                <a:solidFill>
                  <a:srgbClr val="205F9A"/>
                </a:solidFill>
                <a:latin typeface="Trebuchet MS"/>
                <a:cs typeface="Trebuchet MS"/>
              </a:rPr>
              <a:t>BRAND</a:t>
            </a:r>
            <a:r>
              <a:rPr sz="1550" b="1" spc="-15" dirty="0">
                <a:solidFill>
                  <a:srgbClr val="205F9A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205F9A"/>
                </a:solidFill>
                <a:latin typeface="Trebuchet MS"/>
                <a:cs typeface="Trebuchet MS"/>
              </a:rPr>
              <a:t>TAGLINE</a:t>
            </a:r>
            <a:r>
              <a:rPr sz="1550" b="1" spc="-100" dirty="0">
                <a:solidFill>
                  <a:srgbClr val="205F9A"/>
                </a:solidFill>
                <a:latin typeface="Trebuchet MS"/>
                <a:cs typeface="Trebuchet MS"/>
              </a:rPr>
              <a:t> </a:t>
            </a:r>
            <a:r>
              <a:rPr sz="1550" b="1" spc="-30" dirty="0">
                <a:solidFill>
                  <a:srgbClr val="205F9A"/>
                </a:solidFill>
                <a:latin typeface="Trebuchet MS"/>
                <a:cs typeface="Trebuchet MS"/>
              </a:rPr>
              <a:t>&amp;</a:t>
            </a:r>
            <a:r>
              <a:rPr sz="1550" b="1" spc="-114" dirty="0">
                <a:solidFill>
                  <a:srgbClr val="205F9A"/>
                </a:solidFill>
                <a:latin typeface="Trebuchet MS"/>
                <a:cs typeface="Trebuchet MS"/>
              </a:rPr>
              <a:t> </a:t>
            </a:r>
            <a:r>
              <a:rPr sz="1550" b="1" spc="-5" dirty="0">
                <a:solidFill>
                  <a:srgbClr val="205F9A"/>
                </a:solidFill>
                <a:latin typeface="Trebuchet MS"/>
                <a:cs typeface="Trebuchet MS"/>
              </a:rPr>
              <a:t>VALUE</a:t>
            </a:r>
            <a:r>
              <a:rPr sz="1550" b="1" spc="-175" dirty="0">
                <a:solidFill>
                  <a:srgbClr val="205F9A"/>
                </a:solidFill>
                <a:latin typeface="Trebuchet MS"/>
                <a:cs typeface="Trebuchet MS"/>
              </a:rPr>
              <a:t> </a:t>
            </a:r>
            <a:r>
              <a:rPr sz="1550" b="1" spc="35" dirty="0">
                <a:solidFill>
                  <a:srgbClr val="205F9A"/>
                </a:solidFill>
                <a:latin typeface="Trebuchet MS"/>
                <a:cs typeface="Trebuchet MS"/>
              </a:rPr>
              <a:t>PROPOSITION</a:t>
            </a:r>
            <a:endParaRPr sz="1550">
              <a:latin typeface="Trebuchet MS"/>
              <a:cs typeface="Trebuchet MS"/>
            </a:endParaRPr>
          </a:p>
          <a:p>
            <a:pPr marL="1047115">
              <a:lnSpc>
                <a:spcPct val="100000"/>
              </a:lnSpc>
              <a:spcBef>
                <a:spcPts val="735"/>
              </a:spcBef>
            </a:pPr>
            <a:r>
              <a:rPr sz="1550" b="1" spc="-30" dirty="0">
                <a:latin typeface="Trebuchet MS"/>
                <a:cs typeface="Trebuchet MS"/>
              </a:rPr>
              <a:t>Oatventure</a:t>
            </a:r>
            <a:r>
              <a:rPr sz="1550" b="1" spc="-5" dirty="0">
                <a:latin typeface="Trebuchet MS"/>
                <a:cs typeface="Trebuchet MS"/>
              </a:rPr>
              <a:t> </a:t>
            </a:r>
            <a:r>
              <a:rPr sz="1550" b="1" spc="-30" dirty="0">
                <a:latin typeface="Trebuchet MS"/>
                <a:cs typeface="Trebuchet MS"/>
              </a:rPr>
              <a:t>Awaits!!!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96025" y="2208472"/>
            <a:ext cx="2034343" cy="160272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678544" y="2131123"/>
            <a:ext cx="20637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65" dirty="0">
                <a:solidFill>
                  <a:srgbClr val="205F9A"/>
                </a:solidFill>
                <a:latin typeface="Trebuchet MS"/>
                <a:cs typeface="Trebuchet MS"/>
              </a:rPr>
              <a:t>U</a:t>
            </a:r>
            <a:r>
              <a:rPr sz="1550" b="1" spc="60" dirty="0">
                <a:solidFill>
                  <a:srgbClr val="205F9A"/>
                </a:solidFill>
                <a:latin typeface="Trebuchet MS"/>
                <a:cs typeface="Trebuchet MS"/>
              </a:rPr>
              <a:t>P</a:t>
            </a:r>
            <a:r>
              <a:rPr sz="1550" b="1" spc="120" dirty="0">
                <a:solidFill>
                  <a:srgbClr val="205F9A"/>
                </a:solidFill>
                <a:latin typeface="Trebuchet MS"/>
                <a:cs typeface="Trebuchet MS"/>
              </a:rPr>
              <a:t>D</a:t>
            </a:r>
            <a:r>
              <a:rPr sz="1550" b="1" spc="-85" dirty="0">
                <a:solidFill>
                  <a:srgbClr val="205F9A"/>
                </a:solidFill>
                <a:latin typeface="Trebuchet MS"/>
                <a:cs typeface="Trebuchet MS"/>
              </a:rPr>
              <a:t>A</a:t>
            </a:r>
            <a:r>
              <a:rPr sz="1550" b="1" spc="-130" dirty="0">
                <a:solidFill>
                  <a:srgbClr val="205F9A"/>
                </a:solidFill>
                <a:latin typeface="Trebuchet MS"/>
                <a:cs typeface="Trebuchet MS"/>
              </a:rPr>
              <a:t>T</a:t>
            </a:r>
            <a:r>
              <a:rPr sz="1550" b="1" spc="60" dirty="0">
                <a:solidFill>
                  <a:srgbClr val="205F9A"/>
                </a:solidFill>
                <a:latin typeface="Trebuchet MS"/>
                <a:cs typeface="Trebuchet MS"/>
              </a:rPr>
              <a:t>E</a:t>
            </a:r>
            <a:r>
              <a:rPr sz="1550" b="1" spc="75" dirty="0">
                <a:solidFill>
                  <a:srgbClr val="205F9A"/>
                </a:solidFill>
                <a:latin typeface="Trebuchet MS"/>
                <a:cs typeface="Trebuchet MS"/>
              </a:rPr>
              <a:t>D</a:t>
            </a:r>
            <a:r>
              <a:rPr sz="1550" b="1" spc="-165" dirty="0">
                <a:solidFill>
                  <a:srgbClr val="205F9A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205F9A"/>
                </a:solidFill>
                <a:latin typeface="Trebuchet MS"/>
                <a:cs typeface="Trebuchet MS"/>
              </a:rPr>
              <a:t>P</a:t>
            </a:r>
            <a:r>
              <a:rPr sz="1550" b="1" spc="75" dirty="0">
                <a:solidFill>
                  <a:srgbClr val="205F9A"/>
                </a:solidFill>
                <a:latin typeface="Trebuchet MS"/>
                <a:cs typeface="Trebuchet MS"/>
              </a:rPr>
              <a:t>A</a:t>
            </a:r>
            <a:r>
              <a:rPr sz="1550" b="1" spc="80" dirty="0">
                <a:solidFill>
                  <a:srgbClr val="205F9A"/>
                </a:solidFill>
                <a:latin typeface="Trebuchet MS"/>
                <a:cs typeface="Trebuchet MS"/>
              </a:rPr>
              <a:t>C</a:t>
            </a:r>
            <a:r>
              <a:rPr sz="1550" b="1" spc="15" dirty="0">
                <a:solidFill>
                  <a:srgbClr val="205F9A"/>
                </a:solidFill>
                <a:latin typeface="Trebuchet MS"/>
                <a:cs typeface="Trebuchet MS"/>
              </a:rPr>
              <a:t>K</a:t>
            </a:r>
            <a:r>
              <a:rPr sz="1550" b="1" spc="35" dirty="0">
                <a:solidFill>
                  <a:srgbClr val="205F9A"/>
                </a:solidFill>
                <a:latin typeface="Trebuchet MS"/>
                <a:cs typeface="Trebuchet MS"/>
              </a:rPr>
              <a:t>A</a:t>
            </a:r>
            <a:r>
              <a:rPr sz="1550" b="1" spc="30" dirty="0">
                <a:solidFill>
                  <a:srgbClr val="205F9A"/>
                </a:solidFill>
                <a:latin typeface="Trebuchet MS"/>
                <a:cs typeface="Trebuchet MS"/>
              </a:rPr>
              <a:t>G</a:t>
            </a:r>
            <a:r>
              <a:rPr sz="1550" b="1" spc="15" dirty="0">
                <a:solidFill>
                  <a:srgbClr val="205F9A"/>
                </a:solidFill>
                <a:latin typeface="Trebuchet MS"/>
                <a:cs typeface="Trebuchet MS"/>
              </a:rPr>
              <a:t>I</a:t>
            </a:r>
            <a:r>
              <a:rPr sz="1550" b="1" spc="85" dirty="0">
                <a:solidFill>
                  <a:srgbClr val="205F9A"/>
                </a:solidFill>
                <a:latin typeface="Trebuchet MS"/>
                <a:cs typeface="Trebuchet MS"/>
              </a:rPr>
              <a:t>N</a:t>
            </a:r>
            <a:r>
              <a:rPr sz="1550" b="1" spc="90" dirty="0">
                <a:solidFill>
                  <a:srgbClr val="205F9A"/>
                </a:solidFill>
                <a:latin typeface="Trebuchet MS"/>
                <a:cs typeface="Trebuchet MS"/>
              </a:rPr>
              <a:t>G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55681" y="3139122"/>
            <a:ext cx="1310005" cy="5429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-8255" algn="ctr">
              <a:lnSpc>
                <a:spcPct val="91300"/>
              </a:lnSpc>
              <a:spcBef>
                <a:spcPts val="225"/>
              </a:spcBef>
            </a:pP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Ke</a:t>
            </a:r>
            <a:r>
              <a:rPr sz="1200" spc="-5" dirty="0">
                <a:solidFill>
                  <a:srgbClr val="1F1F1F"/>
                </a:solidFill>
                <a:latin typeface="Tahoma"/>
                <a:cs typeface="Tahoma"/>
              </a:rPr>
              <a:t>pt</a:t>
            </a:r>
            <a:r>
              <a:rPr sz="1200" spc="-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he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70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200" spc="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t  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b</a:t>
            </a:r>
            <a:r>
              <a:rPr sz="1200" spc="-4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10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2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00" spc="-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d  familiarity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26776" y="4038282"/>
            <a:ext cx="1308100" cy="7048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635" algn="ctr">
              <a:lnSpc>
                <a:spcPct val="90400"/>
              </a:lnSpc>
              <a:spcBef>
                <a:spcPts val="240"/>
              </a:spcBef>
            </a:pP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-75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am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10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2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oo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k  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w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bi</a:t>
            </a:r>
            <a:r>
              <a:rPr sz="1200" spc="-70" dirty="0">
                <a:solidFill>
                  <a:srgbClr val="1F1F1F"/>
                </a:solidFill>
                <a:latin typeface="Tahoma"/>
                <a:cs typeface="Tahoma"/>
              </a:rPr>
              <a:t>gg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-14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,</a:t>
            </a:r>
            <a:r>
              <a:rPr sz="1200" spc="-1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6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e  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00" spc="-4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ma</a:t>
            </a:r>
            <a:r>
              <a:rPr sz="1200" spc="-70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20" dirty="0">
                <a:solidFill>
                  <a:srgbClr val="1F1F1F"/>
                </a:solidFill>
                <a:latin typeface="Tahoma"/>
                <a:cs typeface="Tahoma"/>
              </a:rPr>
              <a:t>f  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he</a:t>
            </a:r>
            <a:r>
              <a:rPr sz="1200" spc="-10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200" spc="2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00" spc="4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00" spc="-75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162800" y="2323973"/>
            <a:ext cx="1767205" cy="2386330"/>
            <a:chOff x="7162800" y="2323973"/>
            <a:chExt cx="1767205" cy="2386330"/>
          </a:xfrm>
        </p:grpSpPr>
        <p:sp>
          <p:nvSpPr>
            <p:cNvPr id="30" name="object 30"/>
            <p:cNvSpPr/>
            <p:nvPr/>
          </p:nvSpPr>
          <p:spPr>
            <a:xfrm>
              <a:off x="7505700" y="2514600"/>
              <a:ext cx="1162050" cy="171450"/>
            </a:xfrm>
            <a:custGeom>
              <a:avLst/>
              <a:gdLst/>
              <a:ahLst/>
              <a:cxnLst/>
              <a:rect l="l" t="t" r="r" b="b"/>
              <a:pathLst>
                <a:path w="1162050" h="171450">
                  <a:moveTo>
                    <a:pt x="11620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1162050" y="171450"/>
                  </a:lnTo>
                  <a:lnTo>
                    <a:pt x="1162050" y="0"/>
                  </a:lnTo>
                  <a:close/>
                </a:path>
              </a:pathLst>
            </a:custGeom>
            <a:solidFill>
              <a:srgbClr val="7A4920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2800" y="2323973"/>
              <a:ext cx="1766951" cy="23860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7100" y="2371725"/>
              <a:ext cx="1619250" cy="223837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868284" y="2625725"/>
            <a:ext cx="32956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0" dirty="0">
                <a:solidFill>
                  <a:srgbClr val="FDD21B"/>
                </a:solidFill>
                <a:latin typeface="Trebuchet MS"/>
                <a:cs typeface="Trebuchet MS"/>
              </a:rPr>
              <a:t>O</a:t>
            </a:r>
            <a:r>
              <a:rPr sz="600" b="1" spc="-15" dirty="0">
                <a:solidFill>
                  <a:srgbClr val="FDD21B"/>
                </a:solidFill>
                <a:latin typeface="Trebuchet MS"/>
                <a:cs typeface="Trebuchet MS"/>
              </a:rPr>
              <a:t>A</a:t>
            </a:r>
            <a:r>
              <a:rPr sz="600" b="1" spc="-70" dirty="0">
                <a:solidFill>
                  <a:srgbClr val="FDD21B"/>
                </a:solidFill>
                <a:latin typeface="Trebuchet MS"/>
                <a:cs typeface="Trebuchet MS"/>
              </a:rPr>
              <a:t>T</a:t>
            </a:r>
            <a:r>
              <a:rPr sz="600" b="1" spc="-75" dirty="0">
                <a:solidFill>
                  <a:srgbClr val="FDD21B"/>
                </a:solidFill>
                <a:latin typeface="Trebuchet MS"/>
                <a:cs typeface="Trebuchet MS"/>
              </a:rPr>
              <a:t>V</a:t>
            </a:r>
            <a:r>
              <a:rPr sz="600" b="1" spc="30" dirty="0">
                <a:solidFill>
                  <a:srgbClr val="FDD21B"/>
                </a:solidFill>
                <a:latin typeface="Trebuchet MS"/>
                <a:cs typeface="Trebuchet MS"/>
              </a:rPr>
              <a:t>E</a:t>
            </a:r>
            <a:r>
              <a:rPr sz="600" b="1" spc="-30" dirty="0">
                <a:solidFill>
                  <a:srgbClr val="FDD21B"/>
                </a:solidFill>
                <a:latin typeface="Trebuchet MS"/>
                <a:cs typeface="Trebuchet MS"/>
              </a:rPr>
              <a:t>N</a:t>
            </a:r>
            <a:r>
              <a:rPr sz="600" b="1" spc="-75" dirty="0">
                <a:solidFill>
                  <a:srgbClr val="FDD21B"/>
                </a:solidFill>
                <a:latin typeface="Trebuchet MS"/>
                <a:cs typeface="Trebuchet MS"/>
              </a:rPr>
              <a:t>T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85480" y="2559062"/>
            <a:ext cx="363855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8890">
              <a:lnSpc>
                <a:spcPts val="680"/>
              </a:lnSpc>
            </a:pPr>
            <a:r>
              <a:rPr sz="600" b="1" spc="2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600" b="1" spc="-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600" b="1" spc="-5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600" b="1" spc="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600" b="1" spc="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600" b="1" spc="3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600" b="1" dirty="0">
                <a:solidFill>
                  <a:srgbClr val="FFFFFF"/>
                </a:solidFill>
                <a:latin typeface="Trebuchet MS"/>
                <a:cs typeface="Trebuchet MS"/>
              </a:rPr>
              <a:t>D  </a:t>
            </a:r>
            <a:r>
              <a:rPr sz="600" b="1" spc="-10" dirty="0">
                <a:solidFill>
                  <a:srgbClr val="FDD21B"/>
                </a:solidFill>
                <a:latin typeface="Trebuchet MS"/>
                <a:cs typeface="Trebuchet MS"/>
              </a:rPr>
              <a:t>URE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915275" y="2295398"/>
            <a:ext cx="1938655" cy="2538730"/>
            <a:chOff x="7915275" y="2295398"/>
            <a:chExt cx="1938655" cy="2538730"/>
          </a:xfrm>
        </p:grpSpPr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15275" y="2295398"/>
              <a:ext cx="1938401" cy="25384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29575" y="2343150"/>
              <a:ext cx="1790700" cy="239077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181975" y="2514600"/>
              <a:ext cx="1323975" cy="180975"/>
            </a:xfrm>
            <a:custGeom>
              <a:avLst/>
              <a:gdLst/>
              <a:ahLst/>
              <a:cxnLst/>
              <a:rect l="l" t="t" r="r" b="b"/>
              <a:pathLst>
                <a:path w="1323975" h="180975">
                  <a:moveTo>
                    <a:pt x="1323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323975" y="180975"/>
                  </a:lnTo>
                  <a:lnTo>
                    <a:pt x="1323975" y="0"/>
                  </a:lnTo>
                  <a:close/>
                </a:path>
              </a:pathLst>
            </a:custGeom>
            <a:solidFill>
              <a:srgbClr val="B74545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890190" y="2569857"/>
            <a:ext cx="628015" cy="86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70"/>
              </a:lnSpc>
            </a:pPr>
            <a:r>
              <a:rPr sz="600" b="1" spc="10" dirty="0">
                <a:solidFill>
                  <a:srgbClr val="FFFFFF"/>
                </a:solidFill>
                <a:latin typeface="Trebuchet MS"/>
                <a:cs typeface="Trebuchet MS"/>
              </a:rPr>
              <a:t>RED</a:t>
            </a:r>
            <a:r>
              <a:rPr sz="6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" b="1" spc="-30" dirty="0">
                <a:solidFill>
                  <a:srgbClr val="FDD21B"/>
                </a:solidFill>
                <a:latin typeface="Trebuchet MS"/>
                <a:cs typeface="Trebuchet MS"/>
              </a:rPr>
              <a:t>OATVENTURE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716006" y="2353881"/>
            <a:ext cx="12420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solidFill>
                  <a:srgbClr val="1F1F1F"/>
                </a:solidFill>
                <a:latin typeface="Tahoma"/>
                <a:cs typeface="Tahoma"/>
              </a:rPr>
              <a:t>U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00" spc="30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1F1F1F"/>
                </a:solidFill>
                <a:latin typeface="Tahoma"/>
                <a:cs typeface="Tahoma"/>
              </a:rPr>
              <a:t>(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W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-55" dirty="0">
                <a:solidFill>
                  <a:srgbClr val="1F1F1F"/>
                </a:solidFill>
                <a:latin typeface="Tahoma"/>
                <a:cs typeface="Tahoma"/>
              </a:rPr>
              <a:t>y</a:t>
            </a:r>
            <a:r>
              <a:rPr sz="1200" spc="-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00" spc="-4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629900" y="2516504"/>
            <a:ext cx="1421130" cy="380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95"/>
              </a:lnSpc>
              <a:spcBef>
                <a:spcPts val="100"/>
              </a:spcBef>
            </a:pPr>
            <a:r>
              <a:rPr sz="1200" spc="45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6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00" spc="-110" dirty="0">
                <a:solidFill>
                  <a:srgbClr val="1F1F1F"/>
                </a:solidFill>
                <a:latin typeface="Tahoma"/>
                <a:cs typeface="Tahoma"/>
              </a:rPr>
              <a:t>)</a:t>
            </a:r>
            <a:r>
              <a:rPr sz="1200" spc="-1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00" spc="-70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00" spc="2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00" spc="2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00" spc="-70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00" spc="-2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5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ts val="1395"/>
              </a:lnSpc>
            </a:pPr>
            <a:r>
              <a:rPr sz="1200" spc="1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00" spc="-1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00" dirty="0">
                <a:solidFill>
                  <a:srgbClr val="1F1F1F"/>
                </a:solidFill>
                <a:latin typeface="Tahoma"/>
                <a:cs typeface="Tahoma"/>
              </a:rPr>
              <a:t>he</a:t>
            </a:r>
            <a:r>
              <a:rPr sz="12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00" spc="-3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00" spc="35" dirty="0">
                <a:solidFill>
                  <a:srgbClr val="1F1F1F"/>
                </a:solidFill>
                <a:latin typeface="Tahoma"/>
                <a:cs typeface="Tahoma"/>
              </a:rPr>
              <a:t>al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677275" y="2314448"/>
            <a:ext cx="1757680" cy="2462530"/>
            <a:chOff x="8677275" y="2314448"/>
            <a:chExt cx="1757680" cy="2462530"/>
          </a:xfrm>
        </p:grpSpPr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77275" y="2314448"/>
              <a:ext cx="1757426" cy="246227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91575" y="2362200"/>
              <a:ext cx="1609725" cy="231457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886825" y="2533650"/>
              <a:ext cx="1333500" cy="171450"/>
            </a:xfrm>
            <a:custGeom>
              <a:avLst/>
              <a:gdLst/>
              <a:ahLst/>
              <a:cxnLst/>
              <a:rect l="l" t="t" r="r" b="b"/>
              <a:pathLst>
                <a:path w="1333500" h="171450">
                  <a:moveTo>
                    <a:pt x="13335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1333500" y="171450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B75627">
                <a:alpha val="5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623556" y="2551684"/>
            <a:ext cx="26587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b="1" spc="-30" baseline="9259" dirty="0">
                <a:solidFill>
                  <a:srgbClr val="FFFFFF"/>
                </a:solidFill>
                <a:latin typeface="Trebuchet MS"/>
                <a:cs typeface="Trebuchet MS"/>
              </a:rPr>
              <a:t>WHEY</a:t>
            </a:r>
            <a:r>
              <a:rPr sz="900" b="1" spc="-67" baseline="925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-60" baseline="9259" dirty="0">
                <a:solidFill>
                  <a:srgbClr val="FFFFFF"/>
                </a:solidFill>
                <a:latin typeface="Trebuchet MS"/>
                <a:cs typeface="Trebuchet MS"/>
              </a:rPr>
              <a:t>PROTEIN</a:t>
            </a:r>
            <a:r>
              <a:rPr sz="600" b="1" spc="-40" dirty="0">
                <a:solidFill>
                  <a:srgbClr val="FFFFFF"/>
                </a:solidFill>
                <a:latin typeface="Trebuchet MS"/>
                <a:cs typeface="Trebuchet MS"/>
              </a:rPr>
              <a:t>WHEY </a:t>
            </a:r>
            <a:r>
              <a:rPr sz="600" b="1" spc="-15" dirty="0">
                <a:solidFill>
                  <a:srgbClr val="FFFFFF"/>
                </a:solidFill>
                <a:latin typeface="Trebuchet MS"/>
                <a:cs typeface="Trebuchet MS"/>
              </a:rPr>
              <a:t>PROTEIN</a:t>
            </a:r>
            <a:r>
              <a:rPr sz="6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Trebuchet MS"/>
                <a:cs typeface="Trebuchet MS"/>
              </a:rPr>
              <a:t>POWEWHEY</a:t>
            </a:r>
            <a:r>
              <a:rPr sz="6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" b="1" spc="-15" dirty="0">
                <a:solidFill>
                  <a:srgbClr val="FFFFFF"/>
                </a:solidFill>
                <a:latin typeface="Trebuchet MS"/>
                <a:cs typeface="Trebuchet MS"/>
              </a:rPr>
              <a:t>PROTEIN</a:t>
            </a:r>
            <a:r>
              <a:rPr sz="6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Trebuchet MS"/>
                <a:cs typeface="Trebuchet MS"/>
              </a:rPr>
              <a:t>POWERED</a:t>
            </a:r>
            <a:r>
              <a:rPr sz="600" b="1" spc="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" b="1" spc="-30" dirty="0">
                <a:solidFill>
                  <a:srgbClr val="FDD21B"/>
                </a:solidFill>
                <a:latin typeface="Trebuchet MS"/>
                <a:cs typeface="Trebuchet MS"/>
              </a:rPr>
              <a:t>OATVENTURE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429496" y="2489326"/>
            <a:ext cx="1225550" cy="1837055"/>
          </a:xfrm>
          <a:custGeom>
            <a:avLst/>
            <a:gdLst/>
            <a:ahLst/>
            <a:cxnLst/>
            <a:rect l="l" t="t" r="r" b="b"/>
            <a:pathLst>
              <a:path w="1225550" h="1837054">
                <a:moveTo>
                  <a:pt x="155067" y="1380617"/>
                </a:moveTo>
                <a:lnTo>
                  <a:pt x="95123" y="1372870"/>
                </a:lnTo>
                <a:lnTo>
                  <a:pt x="48006" y="1369441"/>
                </a:lnTo>
                <a:lnTo>
                  <a:pt x="508" y="1368298"/>
                </a:lnTo>
                <a:lnTo>
                  <a:pt x="0" y="1406398"/>
                </a:lnTo>
                <a:lnTo>
                  <a:pt x="22860" y="1406652"/>
                </a:lnTo>
                <a:lnTo>
                  <a:pt x="46228" y="1407541"/>
                </a:lnTo>
                <a:lnTo>
                  <a:pt x="45593" y="1407541"/>
                </a:lnTo>
                <a:lnTo>
                  <a:pt x="91948" y="1410843"/>
                </a:lnTo>
                <a:lnTo>
                  <a:pt x="91059" y="1410716"/>
                </a:lnTo>
                <a:lnTo>
                  <a:pt x="136525" y="1416177"/>
                </a:lnTo>
                <a:lnTo>
                  <a:pt x="148971" y="1418209"/>
                </a:lnTo>
                <a:lnTo>
                  <a:pt x="149313" y="1416050"/>
                </a:lnTo>
                <a:lnTo>
                  <a:pt x="150177" y="1410716"/>
                </a:lnTo>
                <a:lnTo>
                  <a:pt x="155067" y="1380617"/>
                </a:lnTo>
                <a:close/>
              </a:path>
              <a:path w="1225550" h="1837054">
                <a:moveTo>
                  <a:pt x="306324" y="956691"/>
                </a:moveTo>
                <a:lnTo>
                  <a:pt x="303606" y="919861"/>
                </a:lnTo>
                <a:lnTo>
                  <a:pt x="303530" y="918718"/>
                </a:lnTo>
                <a:lnTo>
                  <a:pt x="288417" y="919861"/>
                </a:lnTo>
                <a:lnTo>
                  <a:pt x="288798" y="919734"/>
                </a:lnTo>
                <a:lnTo>
                  <a:pt x="243713" y="922274"/>
                </a:lnTo>
                <a:lnTo>
                  <a:pt x="244094" y="922274"/>
                </a:lnTo>
                <a:lnTo>
                  <a:pt x="198628" y="923798"/>
                </a:lnTo>
                <a:lnTo>
                  <a:pt x="152400" y="924306"/>
                </a:lnTo>
                <a:lnTo>
                  <a:pt x="152908" y="962406"/>
                </a:lnTo>
                <a:lnTo>
                  <a:pt x="199263" y="961898"/>
                </a:lnTo>
                <a:lnTo>
                  <a:pt x="245618" y="960374"/>
                </a:lnTo>
                <a:lnTo>
                  <a:pt x="291084" y="957834"/>
                </a:lnTo>
                <a:lnTo>
                  <a:pt x="306324" y="956691"/>
                </a:lnTo>
                <a:close/>
              </a:path>
              <a:path w="1225550" h="1837054">
                <a:moveTo>
                  <a:pt x="392049" y="251841"/>
                </a:moveTo>
                <a:lnTo>
                  <a:pt x="389331" y="215011"/>
                </a:lnTo>
                <a:lnTo>
                  <a:pt x="389255" y="213868"/>
                </a:lnTo>
                <a:lnTo>
                  <a:pt x="374142" y="215011"/>
                </a:lnTo>
                <a:lnTo>
                  <a:pt x="374523" y="214884"/>
                </a:lnTo>
                <a:lnTo>
                  <a:pt x="329438" y="217424"/>
                </a:lnTo>
                <a:lnTo>
                  <a:pt x="329819" y="217424"/>
                </a:lnTo>
                <a:lnTo>
                  <a:pt x="284353" y="218948"/>
                </a:lnTo>
                <a:lnTo>
                  <a:pt x="238125" y="219456"/>
                </a:lnTo>
                <a:lnTo>
                  <a:pt x="238633" y="257556"/>
                </a:lnTo>
                <a:lnTo>
                  <a:pt x="284988" y="257048"/>
                </a:lnTo>
                <a:lnTo>
                  <a:pt x="331343" y="255524"/>
                </a:lnTo>
                <a:lnTo>
                  <a:pt x="376809" y="252984"/>
                </a:lnTo>
                <a:lnTo>
                  <a:pt x="392049" y="251841"/>
                </a:lnTo>
                <a:close/>
              </a:path>
              <a:path w="1225550" h="1837054">
                <a:moveTo>
                  <a:pt x="414147" y="1462278"/>
                </a:moveTo>
                <a:lnTo>
                  <a:pt x="411073" y="1460627"/>
                </a:lnTo>
                <a:lnTo>
                  <a:pt x="400939" y="1455166"/>
                </a:lnTo>
                <a:lnTo>
                  <a:pt x="399389" y="1454404"/>
                </a:lnTo>
                <a:lnTo>
                  <a:pt x="386740" y="1448181"/>
                </a:lnTo>
                <a:lnTo>
                  <a:pt x="384683" y="1447165"/>
                </a:lnTo>
                <a:lnTo>
                  <a:pt x="374548" y="1442593"/>
                </a:lnTo>
                <a:lnTo>
                  <a:pt x="331724" y="1424940"/>
                </a:lnTo>
                <a:lnTo>
                  <a:pt x="293116" y="1411859"/>
                </a:lnTo>
                <a:lnTo>
                  <a:pt x="268478" y="1404747"/>
                </a:lnTo>
                <a:lnTo>
                  <a:pt x="258953" y="1441704"/>
                </a:lnTo>
                <a:lnTo>
                  <a:pt x="262890" y="1442593"/>
                </a:lnTo>
                <a:lnTo>
                  <a:pt x="262128" y="1442466"/>
                </a:lnTo>
                <a:lnTo>
                  <a:pt x="281940" y="1448308"/>
                </a:lnTo>
                <a:lnTo>
                  <a:pt x="300736" y="1454404"/>
                </a:lnTo>
                <a:lnTo>
                  <a:pt x="300228" y="1454277"/>
                </a:lnTo>
                <a:lnTo>
                  <a:pt x="318770" y="1460881"/>
                </a:lnTo>
                <a:lnTo>
                  <a:pt x="318389" y="1460627"/>
                </a:lnTo>
                <a:lnTo>
                  <a:pt x="335927" y="1467358"/>
                </a:lnTo>
                <a:lnTo>
                  <a:pt x="336257" y="1467485"/>
                </a:lnTo>
                <a:lnTo>
                  <a:pt x="352806" y="1474470"/>
                </a:lnTo>
                <a:lnTo>
                  <a:pt x="352298" y="1474343"/>
                </a:lnTo>
                <a:lnTo>
                  <a:pt x="368681" y="1481709"/>
                </a:lnTo>
                <a:lnTo>
                  <a:pt x="383794" y="1489202"/>
                </a:lnTo>
                <a:lnTo>
                  <a:pt x="383159" y="1488948"/>
                </a:lnTo>
                <a:lnTo>
                  <a:pt x="396113" y="1495806"/>
                </a:lnTo>
                <a:lnTo>
                  <a:pt x="399656" y="1489202"/>
                </a:lnTo>
                <a:lnTo>
                  <a:pt x="403821" y="1481455"/>
                </a:lnTo>
                <a:lnTo>
                  <a:pt x="407581" y="1474470"/>
                </a:lnTo>
                <a:lnTo>
                  <a:pt x="411480" y="1467231"/>
                </a:lnTo>
                <a:lnTo>
                  <a:pt x="414147" y="1462278"/>
                </a:lnTo>
                <a:close/>
              </a:path>
              <a:path w="1225550" h="1837054">
                <a:moveTo>
                  <a:pt x="517499" y="1580845"/>
                </a:moveTo>
                <a:lnTo>
                  <a:pt x="517372" y="1579245"/>
                </a:lnTo>
                <a:lnTo>
                  <a:pt x="517029" y="1575181"/>
                </a:lnTo>
                <a:lnTo>
                  <a:pt x="517017" y="1574927"/>
                </a:lnTo>
                <a:lnTo>
                  <a:pt x="516496" y="1572641"/>
                </a:lnTo>
                <a:lnTo>
                  <a:pt x="514972" y="1565783"/>
                </a:lnTo>
                <a:lnTo>
                  <a:pt x="514350" y="1562989"/>
                </a:lnTo>
                <a:lnTo>
                  <a:pt x="509905" y="1551305"/>
                </a:lnTo>
                <a:lnTo>
                  <a:pt x="506603" y="1544955"/>
                </a:lnTo>
                <a:lnTo>
                  <a:pt x="472821" y="1562608"/>
                </a:lnTo>
                <a:lnTo>
                  <a:pt x="475272" y="1567307"/>
                </a:lnTo>
                <a:lnTo>
                  <a:pt x="475513" y="1567942"/>
                </a:lnTo>
                <a:lnTo>
                  <a:pt x="477672" y="1573898"/>
                </a:lnTo>
                <a:lnTo>
                  <a:pt x="479298" y="1580845"/>
                </a:lnTo>
                <a:lnTo>
                  <a:pt x="517499" y="1580845"/>
                </a:lnTo>
                <a:close/>
              </a:path>
              <a:path w="1225550" h="1837054">
                <a:moveTo>
                  <a:pt x="573151" y="915289"/>
                </a:moveTo>
                <a:lnTo>
                  <a:pt x="570230" y="904875"/>
                </a:lnTo>
                <a:lnTo>
                  <a:pt x="569442" y="902081"/>
                </a:lnTo>
                <a:lnTo>
                  <a:pt x="567702" y="895858"/>
                </a:lnTo>
                <a:lnTo>
                  <a:pt x="566813" y="892683"/>
                </a:lnTo>
                <a:lnTo>
                  <a:pt x="565886" y="889381"/>
                </a:lnTo>
                <a:lnTo>
                  <a:pt x="563854" y="882142"/>
                </a:lnTo>
                <a:lnTo>
                  <a:pt x="562864" y="878586"/>
                </a:lnTo>
                <a:lnTo>
                  <a:pt x="549910" y="882269"/>
                </a:lnTo>
                <a:lnTo>
                  <a:pt x="550545" y="882142"/>
                </a:lnTo>
                <a:lnTo>
                  <a:pt x="535940" y="885698"/>
                </a:lnTo>
                <a:lnTo>
                  <a:pt x="536194" y="885698"/>
                </a:lnTo>
                <a:lnTo>
                  <a:pt x="520827" y="889381"/>
                </a:lnTo>
                <a:lnTo>
                  <a:pt x="521208" y="889254"/>
                </a:lnTo>
                <a:lnTo>
                  <a:pt x="504952" y="892683"/>
                </a:lnTo>
                <a:lnTo>
                  <a:pt x="505333" y="892556"/>
                </a:lnTo>
                <a:lnTo>
                  <a:pt x="488315" y="895858"/>
                </a:lnTo>
                <a:lnTo>
                  <a:pt x="488569" y="895731"/>
                </a:lnTo>
                <a:lnTo>
                  <a:pt x="470789" y="899033"/>
                </a:lnTo>
                <a:lnTo>
                  <a:pt x="471043" y="899033"/>
                </a:lnTo>
                <a:lnTo>
                  <a:pt x="452755" y="902081"/>
                </a:lnTo>
                <a:lnTo>
                  <a:pt x="453009" y="901954"/>
                </a:lnTo>
                <a:lnTo>
                  <a:pt x="434086" y="904875"/>
                </a:lnTo>
                <a:lnTo>
                  <a:pt x="434340" y="904748"/>
                </a:lnTo>
                <a:lnTo>
                  <a:pt x="416052" y="907288"/>
                </a:lnTo>
                <a:lnTo>
                  <a:pt x="421132" y="945007"/>
                </a:lnTo>
                <a:lnTo>
                  <a:pt x="458851" y="939673"/>
                </a:lnTo>
                <a:lnTo>
                  <a:pt x="477520" y="936498"/>
                </a:lnTo>
                <a:lnTo>
                  <a:pt x="512572" y="930021"/>
                </a:lnTo>
                <a:lnTo>
                  <a:pt x="529336" y="926465"/>
                </a:lnTo>
                <a:lnTo>
                  <a:pt x="559943" y="919099"/>
                </a:lnTo>
                <a:lnTo>
                  <a:pt x="573151" y="915289"/>
                </a:lnTo>
                <a:close/>
              </a:path>
              <a:path w="1225550" h="1837054">
                <a:moveTo>
                  <a:pt x="575945" y="1662557"/>
                </a:moveTo>
                <a:lnTo>
                  <a:pt x="575576" y="1662303"/>
                </a:lnTo>
                <a:lnTo>
                  <a:pt x="575144" y="1662010"/>
                </a:lnTo>
                <a:lnTo>
                  <a:pt x="574865" y="1661807"/>
                </a:lnTo>
                <a:lnTo>
                  <a:pt x="574687" y="1661668"/>
                </a:lnTo>
                <a:lnTo>
                  <a:pt x="564616" y="1654302"/>
                </a:lnTo>
                <a:lnTo>
                  <a:pt x="563753" y="1653667"/>
                </a:lnTo>
                <a:lnTo>
                  <a:pt x="564515" y="1654302"/>
                </a:lnTo>
                <a:lnTo>
                  <a:pt x="554647" y="1646301"/>
                </a:lnTo>
                <a:lnTo>
                  <a:pt x="554126" y="1645881"/>
                </a:lnTo>
                <a:lnTo>
                  <a:pt x="553758" y="1645539"/>
                </a:lnTo>
                <a:lnTo>
                  <a:pt x="544830" y="1637538"/>
                </a:lnTo>
                <a:lnTo>
                  <a:pt x="545846" y="1638427"/>
                </a:lnTo>
                <a:lnTo>
                  <a:pt x="544995" y="1637538"/>
                </a:lnTo>
                <a:lnTo>
                  <a:pt x="538429" y="1630680"/>
                </a:lnTo>
                <a:lnTo>
                  <a:pt x="537972" y="1630210"/>
                </a:lnTo>
                <a:lnTo>
                  <a:pt x="537438" y="1629537"/>
                </a:lnTo>
                <a:lnTo>
                  <a:pt x="532218" y="1622933"/>
                </a:lnTo>
                <a:lnTo>
                  <a:pt x="531647" y="1622221"/>
                </a:lnTo>
                <a:lnTo>
                  <a:pt x="531190" y="1621536"/>
                </a:lnTo>
                <a:lnTo>
                  <a:pt x="527126" y="1615440"/>
                </a:lnTo>
                <a:lnTo>
                  <a:pt x="526161" y="1613992"/>
                </a:lnTo>
                <a:lnTo>
                  <a:pt x="526059" y="1613789"/>
                </a:lnTo>
                <a:lnTo>
                  <a:pt x="523214" y="1608328"/>
                </a:lnTo>
                <a:lnTo>
                  <a:pt x="522808" y="1607540"/>
                </a:lnTo>
                <a:lnTo>
                  <a:pt x="522274" y="1606169"/>
                </a:lnTo>
                <a:lnTo>
                  <a:pt x="520522" y="1601597"/>
                </a:lnTo>
                <a:lnTo>
                  <a:pt x="520039" y="1600339"/>
                </a:lnTo>
                <a:lnTo>
                  <a:pt x="519760" y="1599057"/>
                </a:lnTo>
                <a:lnTo>
                  <a:pt x="518858" y="1594866"/>
                </a:lnTo>
                <a:lnTo>
                  <a:pt x="518541" y="1593405"/>
                </a:lnTo>
                <a:lnTo>
                  <a:pt x="518439" y="1592199"/>
                </a:lnTo>
                <a:lnTo>
                  <a:pt x="517588" y="1581912"/>
                </a:lnTo>
                <a:lnTo>
                  <a:pt x="479552" y="1581912"/>
                </a:lnTo>
                <a:lnTo>
                  <a:pt x="479386" y="1581912"/>
                </a:lnTo>
                <a:lnTo>
                  <a:pt x="480822" y="1599311"/>
                </a:lnTo>
                <a:lnTo>
                  <a:pt x="500888" y="1644777"/>
                </a:lnTo>
                <a:lnTo>
                  <a:pt x="529336" y="1674876"/>
                </a:lnTo>
                <a:lnTo>
                  <a:pt x="555371" y="1694561"/>
                </a:lnTo>
                <a:lnTo>
                  <a:pt x="575945" y="1662557"/>
                </a:lnTo>
                <a:close/>
              </a:path>
              <a:path w="1225550" h="1837054">
                <a:moveTo>
                  <a:pt x="658876" y="210439"/>
                </a:moveTo>
                <a:lnTo>
                  <a:pt x="655955" y="200025"/>
                </a:lnTo>
                <a:lnTo>
                  <a:pt x="655167" y="197231"/>
                </a:lnTo>
                <a:lnTo>
                  <a:pt x="653427" y="191008"/>
                </a:lnTo>
                <a:lnTo>
                  <a:pt x="652538" y="187833"/>
                </a:lnTo>
                <a:lnTo>
                  <a:pt x="651611" y="184531"/>
                </a:lnTo>
                <a:lnTo>
                  <a:pt x="649579" y="177292"/>
                </a:lnTo>
                <a:lnTo>
                  <a:pt x="648589" y="173736"/>
                </a:lnTo>
                <a:lnTo>
                  <a:pt x="635635" y="177419"/>
                </a:lnTo>
                <a:lnTo>
                  <a:pt x="636270" y="177292"/>
                </a:lnTo>
                <a:lnTo>
                  <a:pt x="621665" y="180848"/>
                </a:lnTo>
                <a:lnTo>
                  <a:pt x="621792" y="180848"/>
                </a:lnTo>
                <a:lnTo>
                  <a:pt x="606552" y="184531"/>
                </a:lnTo>
                <a:lnTo>
                  <a:pt x="606933" y="184404"/>
                </a:lnTo>
                <a:lnTo>
                  <a:pt x="590677" y="187833"/>
                </a:lnTo>
                <a:lnTo>
                  <a:pt x="591058" y="187706"/>
                </a:lnTo>
                <a:lnTo>
                  <a:pt x="574040" y="191008"/>
                </a:lnTo>
                <a:lnTo>
                  <a:pt x="574167" y="190881"/>
                </a:lnTo>
                <a:lnTo>
                  <a:pt x="556514" y="194183"/>
                </a:lnTo>
                <a:lnTo>
                  <a:pt x="556768" y="194183"/>
                </a:lnTo>
                <a:lnTo>
                  <a:pt x="538480" y="197231"/>
                </a:lnTo>
                <a:lnTo>
                  <a:pt x="538734" y="197104"/>
                </a:lnTo>
                <a:lnTo>
                  <a:pt x="519811" y="200025"/>
                </a:lnTo>
                <a:lnTo>
                  <a:pt x="520065" y="199898"/>
                </a:lnTo>
                <a:lnTo>
                  <a:pt x="501777" y="202438"/>
                </a:lnTo>
                <a:lnTo>
                  <a:pt x="506857" y="240157"/>
                </a:lnTo>
                <a:lnTo>
                  <a:pt x="544576" y="234823"/>
                </a:lnTo>
                <a:lnTo>
                  <a:pt x="563245" y="231648"/>
                </a:lnTo>
                <a:lnTo>
                  <a:pt x="598297" y="225171"/>
                </a:lnTo>
                <a:lnTo>
                  <a:pt x="615061" y="221615"/>
                </a:lnTo>
                <a:lnTo>
                  <a:pt x="645668" y="214249"/>
                </a:lnTo>
                <a:lnTo>
                  <a:pt x="658876" y="210439"/>
                </a:lnTo>
                <a:close/>
              </a:path>
              <a:path w="1225550" h="1837054">
                <a:moveTo>
                  <a:pt x="803783" y="806323"/>
                </a:moveTo>
                <a:lnTo>
                  <a:pt x="796417" y="768858"/>
                </a:lnTo>
                <a:lnTo>
                  <a:pt x="763143" y="775716"/>
                </a:lnTo>
                <a:lnTo>
                  <a:pt x="747268" y="779272"/>
                </a:lnTo>
                <a:lnTo>
                  <a:pt x="705104" y="791083"/>
                </a:lnTo>
                <a:lnTo>
                  <a:pt x="661543" y="808609"/>
                </a:lnTo>
                <a:lnTo>
                  <a:pt x="643636" y="820420"/>
                </a:lnTo>
                <a:lnTo>
                  <a:pt x="668997" y="848715"/>
                </a:lnTo>
                <a:lnTo>
                  <a:pt x="668020" y="849503"/>
                </a:lnTo>
                <a:lnTo>
                  <a:pt x="669124" y="848741"/>
                </a:lnTo>
                <a:lnTo>
                  <a:pt x="670229" y="847979"/>
                </a:lnTo>
                <a:lnTo>
                  <a:pt x="687324" y="838454"/>
                </a:lnTo>
                <a:lnTo>
                  <a:pt x="686562" y="838835"/>
                </a:lnTo>
                <a:lnTo>
                  <a:pt x="687425" y="838454"/>
                </a:lnTo>
                <a:lnTo>
                  <a:pt x="695210" y="835025"/>
                </a:lnTo>
                <a:lnTo>
                  <a:pt x="695363" y="834961"/>
                </a:lnTo>
                <a:lnTo>
                  <a:pt x="696188" y="834644"/>
                </a:lnTo>
                <a:lnTo>
                  <a:pt x="705866" y="830961"/>
                </a:lnTo>
                <a:lnTo>
                  <a:pt x="705358" y="831215"/>
                </a:lnTo>
                <a:lnTo>
                  <a:pt x="706081" y="830961"/>
                </a:lnTo>
                <a:lnTo>
                  <a:pt x="717042" y="827151"/>
                </a:lnTo>
                <a:lnTo>
                  <a:pt x="716407" y="827405"/>
                </a:lnTo>
                <a:lnTo>
                  <a:pt x="717245" y="827151"/>
                </a:lnTo>
                <a:lnTo>
                  <a:pt x="729107" y="823595"/>
                </a:lnTo>
                <a:lnTo>
                  <a:pt x="728726" y="823722"/>
                </a:lnTo>
                <a:lnTo>
                  <a:pt x="729170" y="823595"/>
                </a:lnTo>
                <a:lnTo>
                  <a:pt x="742315" y="819912"/>
                </a:lnTo>
                <a:lnTo>
                  <a:pt x="741934" y="820039"/>
                </a:lnTo>
                <a:lnTo>
                  <a:pt x="742429" y="819912"/>
                </a:lnTo>
                <a:lnTo>
                  <a:pt x="756539" y="816356"/>
                </a:lnTo>
                <a:lnTo>
                  <a:pt x="756031" y="816356"/>
                </a:lnTo>
                <a:lnTo>
                  <a:pt x="771398" y="812927"/>
                </a:lnTo>
                <a:lnTo>
                  <a:pt x="771144" y="812927"/>
                </a:lnTo>
                <a:lnTo>
                  <a:pt x="787400" y="809498"/>
                </a:lnTo>
                <a:lnTo>
                  <a:pt x="787019" y="809625"/>
                </a:lnTo>
                <a:lnTo>
                  <a:pt x="787654" y="809498"/>
                </a:lnTo>
                <a:lnTo>
                  <a:pt x="803783" y="806323"/>
                </a:lnTo>
                <a:close/>
              </a:path>
              <a:path w="1225550" h="1837054">
                <a:moveTo>
                  <a:pt x="818388" y="1750949"/>
                </a:moveTo>
                <a:lnTo>
                  <a:pt x="817778" y="1750822"/>
                </a:lnTo>
                <a:lnTo>
                  <a:pt x="775335" y="1741932"/>
                </a:lnTo>
                <a:lnTo>
                  <a:pt x="776224" y="1742059"/>
                </a:lnTo>
                <a:lnTo>
                  <a:pt x="775728" y="1741932"/>
                </a:lnTo>
                <a:lnTo>
                  <a:pt x="735926" y="1731645"/>
                </a:lnTo>
                <a:lnTo>
                  <a:pt x="734949" y="1731391"/>
                </a:lnTo>
                <a:lnTo>
                  <a:pt x="735584" y="1731645"/>
                </a:lnTo>
                <a:lnTo>
                  <a:pt x="716305" y="1725803"/>
                </a:lnTo>
                <a:lnTo>
                  <a:pt x="715899" y="1725676"/>
                </a:lnTo>
                <a:lnTo>
                  <a:pt x="697763" y="1719834"/>
                </a:lnTo>
                <a:lnTo>
                  <a:pt x="696976" y="1719580"/>
                </a:lnTo>
                <a:lnTo>
                  <a:pt x="697611" y="1719834"/>
                </a:lnTo>
                <a:lnTo>
                  <a:pt x="678942" y="1713230"/>
                </a:lnTo>
                <a:lnTo>
                  <a:pt x="679450" y="1713357"/>
                </a:lnTo>
                <a:lnTo>
                  <a:pt x="679094" y="1713230"/>
                </a:lnTo>
                <a:lnTo>
                  <a:pt x="674497" y="1711579"/>
                </a:lnTo>
                <a:lnTo>
                  <a:pt x="660908" y="1747139"/>
                </a:lnTo>
                <a:lnTo>
                  <a:pt x="665988" y="1749044"/>
                </a:lnTo>
                <a:lnTo>
                  <a:pt x="704723" y="1762125"/>
                </a:lnTo>
                <a:lnTo>
                  <a:pt x="767080" y="1779143"/>
                </a:lnTo>
                <a:lnTo>
                  <a:pt x="810895" y="1788287"/>
                </a:lnTo>
                <a:lnTo>
                  <a:pt x="811403" y="1788414"/>
                </a:lnTo>
                <a:lnTo>
                  <a:pt x="817600" y="1750949"/>
                </a:lnTo>
                <a:lnTo>
                  <a:pt x="817499" y="1750822"/>
                </a:lnTo>
                <a:lnTo>
                  <a:pt x="818388" y="1750949"/>
                </a:lnTo>
                <a:close/>
              </a:path>
              <a:path w="1225550" h="1837054">
                <a:moveTo>
                  <a:pt x="889508" y="101473"/>
                </a:moveTo>
                <a:lnTo>
                  <a:pt x="882142" y="64008"/>
                </a:lnTo>
                <a:lnTo>
                  <a:pt x="848868" y="70866"/>
                </a:lnTo>
                <a:lnTo>
                  <a:pt x="832993" y="74422"/>
                </a:lnTo>
                <a:lnTo>
                  <a:pt x="790829" y="86233"/>
                </a:lnTo>
                <a:lnTo>
                  <a:pt x="747268" y="103759"/>
                </a:lnTo>
                <a:lnTo>
                  <a:pt x="729234" y="115570"/>
                </a:lnTo>
                <a:lnTo>
                  <a:pt x="754722" y="143865"/>
                </a:lnTo>
                <a:lnTo>
                  <a:pt x="753745" y="144653"/>
                </a:lnTo>
                <a:lnTo>
                  <a:pt x="754849" y="143891"/>
                </a:lnTo>
                <a:lnTo>
                  <a:pt x="755954" y="143129"/>
                </a:lnTo>
                <a:lnTo>
                  <a:pt x="773049" y="133604"/>
                </a:lnTo>
                <a:lnTo>
                  <a:pt x="772287" y="133985"/>
                </a:lnTo>
                <a:lnTo>
                  <a:pt x="773150" y="133604"/>
                </a:lnTo>
                <a:lnTo>
                  <a:pt x="780935" y="130175"/>
                </a:lnTo>
                <a:lnTo>
                  <a:pt x="781088" y="130111"/>
                </a:lnTo>
                <a:lnTo>
                  <a:pt x="781913" y="129794"/>
                </a:lnTo>
                <a:lnTo>
                  <a:pt x="791591" y="126111"/>
                </a:lnTo>
                <a:lnTo>
                  <a:pt x="791083" y="126365"/>
                </a:lnTo>
                <a:lnTo>
                  <a:pt x="791806" y="126111"/>
                </a:lnTo>
                <a:lnTo>
                  <a:pt x="802767" y="122301"/>
                </a:lnTo>
                <a:lnTo>
                  <a:pt x="802132" y="122555"/>
                </a:lnTo>
                <a:lnTo>
                  <a:pt x="802970" y="122301"/>
                </a:lnTo>
                <a:lnTo>
                  <a:pt x="814832" y="118745"/>
                </a:lnTo>
                <a:lnTo>
                  <a:pt x="814451" y="118872"/>
                </a:lnTo>
                <a:lnTo>
                  <a:pt x="814895" y="118745"/>
                </a:lnTo>
                <a:lnTo>
                  <a:pt x="828040" y="115062"/>
                </a:lnTo>
                <a:lnTo>
                  <a:pt x="827659" y="115189"/>
                </a:lnTo>
                <a:lnTo>
                  <a:pt x="828154" y="115062"/>
                </a:lnTo>
                <a:lnTo>
                  <a:pt x="842264" y="111506"/>
                </a:lnTo>
                <a:lnTo>
                  <a:pt x="841756" y="111506"/>
                </a:lnTo>
                <a:lnTo>
                  <a:pt x="857123" y="108077"/>
                </a:lnTo>
                <a:lnTo>
                  <a:pt x="856869" y="108077"/>
                </a:lnTo>
                <a:lnTo>
                  <a:pt x="873125" y="104648"/>
                </a:lnTo>
                <a:lnTo>
                  <a:pt x="872744" y="104775"/>
                </a:lnTo>
                <a:lnTo>
                  <a:pt x="873379" y="104648"/>
                </a:lnTo>
                <a:lnTo>
                  <a:pt x="889508" y="101473"/>
                </a:lnTo>
                <a:close/>
              </a:path>
              <a:path w="1225550" h="1837054">
                <a:moveTo>
                  <a:pt x="997458" y="1786763"/>
                </a:moveTo>
                <a:lnTo>
                  <a:pt x="886968" y="1722755"/>
                </a:lnTo>
                <a:lnTo>
                  <a:pt x="879983" y="1836801"/>
                </a:lnTo>
                <a:lnTo>
                  <a:pt x="997458" y="1786763"/>
                </a:lnTo>
                <a:close/>
              </a:path>
              <a:path w="1225550" h="1837054">
                <a:moveTo>
                  <a:pt x="1139571" y="758698"/>
                </a:moveTo>
                <a:lnTo>
                  <a:pt x="1104595" y="742442"/>
                </a:lnTo>
                <a:lnTo>
                  <a:pt x="1023747" y="704850"/>
                </a:lnTo>
                <a:lnTo>
                  <a:pt x="1024851" y="743242"/>
                </a:lnTo>
                <a:lnTo>
                  <a:pt x="1001395" y="744220"/>
                </a:lnTo>
                <a:lnTo>
                  <a:pt x="956818" y="747649"/>
                </a:lnTo>
                <a:lnTo>
                  <a:pt x="913765" y="751840"/>
                </a:lnTo>
                <a:lnTo>
                  <a:pt x="910971" y="752221"/>
                </a:lnTo>
                <a:lnTo>
                  <a:pt x="915543" y="790067"/>
                </a:lnTo>
                <a:lnTo>
                  <a:pt x="918210" y="789686"/>
                </a:lnTo>
                <a:lnTo>
                  <a:pt x="917702" y="789813"/>
                </a:lnTo>
                <a:lnTo>
                  <a:pt x="918984" y="789686"/>
                </a:lnTo>
                <a:lnTo>
                  <a:pt x="960374" y="785622"/>
                </a:lnTo>
                <a:lnTo>
                  <a:pt x="959866" y="785622"/>
                </a:lnTo>
                <a:lnTo>
                  <a:pt x="1003935" y="782320"/>
                </a:lnTo>
                <a:lnTo>
                  <a:pt x="1003300" y="782320"/>
                </a:lnTo>
                <a:lnTo>
                  <a:pt x="1025956" y="781367"/>
                </a:lnTo>
                <a:lnTo>
                  <a:pt x="1027049" y="819150"/>
                </a:lnTo>
                <a:lnTo>
                  <a:pt x="1139571" y="758698"/>
                </a:lnTo>
                <a:close/>
              </a:path>
              <a:path w="1225550" h="1837054">
                <a:moveTo>
                  <a:pt x="1225296" y="53848"/>
                </a:moveTo>
                <a:lnTo>
                  <a:pt x="1190320" y="37592"/>
                </a:lnTo>
                <a:lnTo>
                  <a:pt x="1109472" y="0"/>
                </a:lnTo>
                <a:lnTo>
                  <a:pt x="1110576" y="38392"/>
                </a:lnTo>
                <a:lnTo>
                  <a:pt x="1087120" y="39370"/>
                </a:lnTo>
                <a:lnTo>
                  <a:pt x="1042543" y="42799"/>
                </a:lnTo>
                <a:lnTo>
                  <a:pt x="999490" y="46990"/>
                </a:lnTo>
                <a:lnTo>
                  <a:pt x="996696" y="47371"/>
                </a:lnTo>
                <a:lnTo>
                  <a:pt x="1001268" y="85217"/>
                </a:lnTo>
                <a:lnTo>
                  <a:pt x="1003935" y="84836"/>
                </a:lnTo>
                <a:lnTo>
                  <a:pt x="1003427" y="84963"/>
                </a:lnTo>
                <a:lnTo>
                  <a:pt x="1004709" y="84836"/>
                </a:lnTo>
                <a:lnTo>
                  <a:pt x="1046099" y="80772"/>
                </a:lnTo>
                <a:lnTo>
                  <a:pt x="1045591" y="80772"/>
                </a:lnTo>
                <a:lnTo>
                  <a:pt x="1089660" y="77470"/>
                </a:lnTo>
                <a:lnTo>
                  <a:pt x="1089025" y="77470"/>
                </a:lnTo>
                <a:lnTo>
                  <a:pt x="1111681" y="76517"/>
                </a:lnTo>
                <a:lnTo>
                  <a:pt x="1112774" y="114300"/>
                </a:lnTo>
                <a:lnTo>
                  <a:pt x="1225296" y="53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190854" y="5209091"/>
            <a:ext cx="889907" cy="1554739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0529189" y="5417248"/>
            <a:ext cx="827405" cy="7048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98425" marR="92075" algn="ctr">
              <a:lnSpc>
                <a:spcPts val="1280"/>
              </a:lnSpc>
              <a:spcBef>
                <a:spcPts val="275"/>
              </a:spcBef>
            </a:pPr>
            <a:r>
              <a:rPr sz="1200" b="1" spc="-140" dirty="0">
                <a:solidFill>
                  <a:srgbClr val="1F1F1F"/>
                </a:solidFill>
                <a:latin typeface="Trebuchet MS"/>
                <a:cs typeface="Trebuchet MS"/>
              </a:rPr>
              <a:t>T</a:t>
            </a:r>
            <a:r>
              <a:rPr sz="1200" b="1" spc="-40" dirty="0">
                <a:solidFill>
                  <a:srgbClr val="1F1F1F"/>
                </a:solidFill>
                <a:latin typeface="Trebuchet MS"/>
                <a:cs typeface="Trebuchet MS"/>
              </a:rPr>
              <a:t>h</a:t>
            </a:r>
            <a:r>
              <a:rPr sz="1200" b="1" spc="-25" dirty="0">
                <a:solidFill>
                  <a:srgbClr val="1F1F1F"/>
                </a:solidFill>
                <a:latin typeface="Trebuchet MS"/>
                <a:cs typeface="Trebuchet MS"/>
              </a:rPr>
              <a:t>e</a:t>
            </a:r>
            <a:r>
              <a:rPr sz="1200" b="1" spc="-6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00" b="1" spc="90" dirty="0">
                <a:solidFill>
                  <a:srgbClr val="1F1F1F"/>
                </a:solidFill>
                <a:latin typeface="Trebuchet MS"/>
                <a:cs typeface="Trebuchet MS"/>
              </a:rPr>
              <a:t>N</a:t>
            </a:r>
            <a:r>
              <a:rPr sz="1200" b="1" spc="-10" dirty="0">
                <a:solidFill>
                  <a:srgbClr val="1F1F1F"/>
                </a:solidFill>
                <a:latin typeface="Trebuchet MS"/>
                <a:cs typeface="Trebuchet MS"/>
              </a:rPr>
              <a:t>E</a:t>
            </a:r>
            <a:r>
              <a:rPr sz="1200" b="1" spc="35" dirty="0">
                <a:solidFill>
                  <a:srgbClr val="1F1F1F"/>
                </a:solidFill>
                <a:latin typeface="Trebuchet MS"/>
                <a:cs typeface="Trebuchet MS"/>
              </a:rPr>
              <a:t>W  </a:t>
            </a:r>
            <a:r>
              <a:rPr sz="1200" b="1" spc="10" dirty="0">
                <a:solidFill>
                  <a:srgbClr val="1F1F1F"/>
                </a:solidFill>
                <a:latin typeface="Trebuchet MS"/>
                <a:cs typeface="Trebuchet MS"/>
              </a:rPr>
              <a:t>PACK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ts val="1250"/>
              </a:lnSpc>
            </a:pPr>
            <a:r>
              <a:rPr sz="1200" b="1" spc="50" dirty="0">
                <a:solidFill>
                  <a:srgbClr val="1F1F1F"/>
                </a:solidFill>
                <a:latin typeface="Trebuchet MS"/>
                <a:cs typeface="Trebuchet MS"/>
              </a:rPr>
              <a:t>c</a:t>
            </a:r>
            <a:r>
              <a:rPr sz="1200" b="1" spc="-10" dirty="0">
                <a:solidFill>
                  <a:srgbClr val="1F1F1F"/>
                </a:solidFill>
                <a:latin typeface="Trebuchet MS"/>
                <a:cs typeface="Trebuchet MS"/>
              </a:rPr>
              <a:t>o</a:t>
            </a:r>
            <a:r>
              <a:rPr sz="1200" b="1" spc="15" dirty="0">
                <a:solidFill>
                  <a:srgbClr val="1F1F1F"/>
                </a:solidFill>
                <a:latin typeface="Trebuchet MS"/>
                <a:cs typeface="Trebuchet MS"/>
              </a:rPr>
              <a:t>m</a:t>
            </a:r>
            <a:r>
              <a:rPr sz="1200" b="1" spc="-20" dirty="0">
                <a:solidFill>
                  <a:srgbClr val="1F1F1F"/>
                </a:solidFill>
                <a:latin typeface="Trebuchet MS"/>
                <a:cs typeface="Trebuchet MS"/>
              </a:rPr>
              <a:t>e</a:t>
            </a:r>
            <a:r>
              <a:rPr sz="1200" b="1" spc="100" dirty="0">
                <a:solidFill>
                  <a:srgbClr val="1F1F1F"/>
                </a:solidFill>
                <a:latin typeface="Trebuchet MS"/>
                <a:cs typeface="Trebuchet MS"/>
              </a:rPr>
              <a:t>s</a:t>
            </a:r>
            <a:r>
              <a:rPr sz="1200" b="1" spc="-8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1F1F1F"/>
                </a:solidFill>
                <a:latin typeface="Trebuchet MS"/>
                <a:cs typeface="Trebuchet MS"/>
              </a:rPr>
              <a:t>w</a:t>
            </a:r>
            <a:r>
              <a:rPr sz="1200" b="1" spc="-65" dirty="0">
                <a:solidFill>
                  <a:srgbClr val="1F1F1F"/>
                </a:solidFill>
                <a:latin typeface="Trebuchet MS"/>
                <a:cs typeface="Trebuchet MS"/>
              </a:rPr>
              <a:t>i</a:t>
            </a:r>
            <a:r>
              <a:rPr sz="1200" b="1" spc="-30" dirty="0">
                <a:solidFill>
                  <a:srgbClr val="1F1F1F"/>
                </a:solidFill>
                <a:latin typeface="Trebuchet MS"/>
                <a:cs typeface="Trebuchet MS"/>
              </a:rPr>
              <a:t>t</a:t>
            </a:r>
            <a:r>
              <a:rPr sz="1200" b="1" spc="-20" dirty="0">
                <a:solidFill>
                  <a:srgbClr val="1F1F1F"/>
                </a:solidFill>
                <a:latin typeface="Trebuchet MS"/>
                <a:cs typeface="Trebuchet MS"/>
              </a:rPr>
              <a:t>h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ts val="1355"/>
              </a:lnSpc>
            </a:pPr>
            <a:r>
              <a:rPr sz="1200" b="1" spc="20" dirty="0">
                <a:solidFill>
                  <a:srgbClr val="1F1F1F"/>
                </a:solidFill>
                <a:latin typeface="Trebuchet MS"/>
                <a:cs typeface="Trebuchet MS"/>
              </a:rPr>
              <a:t>a</a:t>
            </a:r>
            <a:r>
              <a:rPr sz="1200" b="1" spc="-13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00" b="1" spc="80" dirty="0">
                <a:solidFill>
                  <a:srgbClr val="1F1F1F"/>
                </a:solidFill>
                <a:latin typeface="Trebuchet MS"/>
                <a:cs typeface="Trebuchet MS"/>
              </a:rPr>
              <a:t>s</a:t>
            </a:r>
            <a:r>
              <a:rPr sz="1200" b="1" spc="-40" dirty="0">
                <a:solidFill>
                  <a:srgbClr val="1F1F1F"/>
                </a:solidFill>
                <a:latin typeface="Trebuchet MS"/>
                <a:cs typeface="Trebuchet MS"/>
              </a:rPr>
              <a:t>h</a:t>
            </a:r>
            <a:r>
              <a:rPr sz="1200" b="1" spc="25" dirty="0">
                <a:solidFill>
                  <a:srgbClr val="1F1F1F"/>
                </a:solidFill>
                <a:latin typeface="Trebuchet MS"/>
                <a:cs typeface="Trebuchet MS"/>
              </a:rPr>
              <a:t>a</a:t>
            </a:r>
            <a:r>
              <a:rPr sz="1200" b="1" spc="10" dirty="0">
                <a:solidFill>
                  <a:srgbClr val="1F1F1F"/>
                </a:solidFill>
                <a:latin typeface="Trebuchet MS"/>
                <a:cs typeface="Trebuchet MS"/>
              </a:rPr>
              <a:t>k</a:t>
            </a:r>
            <a:r>
              <a:rPr sz="1200" b="1" spc="-25" dirty="0">
                <a:solidFill>
                  <a:srgbClr val="1F1F1F"/>
                </a:solidFill>
                <a:latin typeface="Trebuchet MS"/>
                <a:cs typeface="Trebuchet MS"/>
              </a:rPr>
              <a:t>e</a:t>
            </a:r>
            <a:r>
              <a:rPr sz="1200" b="1" spc="-70" dirty="0">
                <a:solidFill>
                  <a:srgbClr val="1F1F1F"/>
                </a:solidFill>
                <a:latin typeface="Trebuchet MS"/>
                <a:cs typeface="Trebuchet MS"/>
              </a:rPr>
              <a:t>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23825" y="790575"/>
            <a:ext cx="3448050" cy="704850"/>
          </a:xfrm>
          <a:custGeom>
            <a:avLst/>
            <a:gdLst/>
            <a:ahLst/>
            <a:cxnLst/>
            <a:rect l="l" t="t" r="r" b="b"/>
            <a:pathLst>
              <a:path w="3448050" h="704850">
                <a:moveTo>
                  <a:pt x="0" y="117475"/>
                </a:moveTo>
                <a:lnTo>
                  <a:pt x="9231" y="71741"/>
                </a:lnTo>
                <a:lnTo>
                  <a:pt x="34405" y="34401"/>
                </a:lnTo>
                <a:lnTo>
                  <a:pt x="71746" y="9229"/>
                </a:lnTo>
                <a:lnTo>
                  <a:pt x="117475" y="0"/>
                </a:lnTo>
                <a:lnTo>
                  <a:pt x="3330575" y="0"/>
                </a:lnTo>
                <a:lnTo>
                  <a:pt x="3376308" y="9229"/>
                </a:lnTo>
                <a:lnTo>
                  <a:pt x="3413648" y="34401"/>
                </a:lnTo>
                <a:lnTo>
                  <a:pt x="3438820" y="71741"/>
                </a:lnTo>
                <a:lnTo>
                  <a:pt x="3448050" y="117475"/>
                </a:lnTo>
                <a:lnTo>
                  <a:pt x="3448050" y="587375"/>
                </a:lnTo>
                <a:lnTo>
                  <a:pt x="3438820" y="633108"/>
                </a:lnTo>
                <a:lnTo>
                  <a:pt x="3413648" y="670448"/>
                </a:lnTo>
                <a:lnTo>
                  <a:pt x="3376308" y="695620"/>
                </a:lnTo>
                <a:lnTo>
                  <a:pt x="3330575" y="704850"/>
                </a:lnTo>
                <a:lnTo>
                  <a:pt x="117475" y="704850"/>
                </a:lnTo>
                <a:lnTo>
                  <a:pt x="71746" y="695620"/>
                </a:lnTo>
                <a:lnTo>
                  <a:pt x="34405" y="670448"/>
                </a:lnTo>
                <a:lnTo>
                  <a:pt x="9231" y="633108"/>
                </a:lnTo>
                <a:lnTo>
                  <a:pt x="0" y="587375"/>
                </a:lnTo>
                <a:lnTo>
                  <a:pt x="0" y="117475"/>
                </a:lnTo>
                <a:close/>
              </a:path>
            </a:pathLst>
          </a:custGeom>
          <a:ln w="19050">
            <a:solidFill>
              <a:srgbClr val="04233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84162" y="850836"/>
            <a:ext cx="3121660" cy="57150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5" dirty="0">
                <a:latin typeface="Tahoma"/>
                <a:cs typeface="Tahoma"/>
              </a:rPr>
              <a:t>Design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a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product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journey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align</a:t>
            </a:r>
            <a:r>
              <a:rPr sz="1200" spc="-2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with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Indian 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75" dirty="0">
                <a:latin typeface="Tahoma"/>
                <a:cs typeface="Tahoma"/>
              </a:rPr>
              <a:t>y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15" dirty="0">
                <a:latin typeface="Tahoma"/>
                <a:cs typeface="Tahoma"/>
              </a:rPr>
              <a:t>m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w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spc="-55" dirty="0">
                <a:latin typeface="Tahoma"/>
                <a:cs typeface="Tahoma"/>
              </a:rPr>
              <a:t>y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25" dirty="0">
                <a:latin typeface="Tahoma"/>
                <a:cs typeface="Tahoma"/>
              </a:rPr>
              <a:t>o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io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r>
              <a:rPr sz="1200" spc="-260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G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45" dirty="0">
                <a:latin typeface="Tahoma"/>
                <a:cs typeface="Tahoma"/>
              </a:rPr>
              <a:t>O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35" dirty="0">
                <a:latin typeface="Tahoma"/>
                <a:cs typeface="Tahoma"/>
              </a:rPr>
              <a:t>'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as  </a:t>
            </a:r>
            <a:r>
              <a:rPr sz="1200" spc="-10" dirty="0">
                <a:latin typeface="Tahoma"/>
                <a:cs typeface="Tahoma"/>
              </a:rPr>
              <a:t>the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brand</a:t>
            </a:r>
            <a:r>
              <a:rPr sz="1200" spc="-2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for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health,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taste,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and</a:t>
            </a:r>
            <a:r>
              <a:rPr sz="1200" spc="-22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convenience.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5725" y="590486"/>
            <a:ext cx="1862455" cy="443230"/>
            <a:chOff x="85725" y="590486"/>
            <a:chExt cx="1862455" cy="443230"/>
          </a:xfrm>
        </p:grpSpPr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725" y="600011"/>
              <a:ext cx="1862201" cy="36671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9075" y="590486"/>
              <a:ext cx="1585849" cy="44291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33350" y="647699"/>
              <a:ext cx="1714500" cy="219075"/>
            </a:xfrm>
            <a:custGeom>
              <a:avLst/>
              <a:gdLst/>
              <a:ahLst/>
              <a:cxnLst/>
              <a:rect l="l" t="t" r="r" b="b"/>
              <a:pathLst>
                <a:path w="1714500" h="219075">
                  <a:moveTo>
                    <a:pt x="1677924" y="0"/>
                  </a:moveTo>
                  <a:lnTo>
                    <a:pt x="36512" y="0"/>
                  </a:lnTo>
                  <a:lnTo>
                    <a:pt x="22299" y="2875"/>
                  </a:lnTo>
                  <a:lnTo>
                    <a:pt x="10693" y="10715"/>
                  </a:lnTo>
                  <a:lnTo>
                    <a:pt x="2869" y="22342"/>
                  </a:lnTo>
                  <a:lnTo>
                    <a:pt x="0" y="36575"/>
                  </a:lnTo>
                  <a:lnTo>
                    <a:pt x="0" y="182499"/>
                  </a:lnTo>
                  <a:lnTo>
                    <a:pt x="2869" y="196732"/>
                  </a:lnTo>
                  <a:lnTo>
                    <a:pt x="10693" y="208359"/>
                  </a:lnTo>
                  <a:lnTo>
                    <a:pt x="22299" y="216199"/>
                  </a:lnTo>
                  <a:lnTo>
                    <a:pt x="36512" y="219075"/>
                  </a:lnTo>
                  <a:lnTo>
                    <a:pt x="1677924" y="219075"/>
                  </a:lnTo>
                  <a:lnTo>
                    <a:pt x="1692157" y="216199"/>
                  </a:lnTo>
                  <a:lnTo>
                    <a:pt x="1703784" y="208359"/>
                  </a:lnTo>
                  <a:lnTo>
                    <a:pt x="1711624" y="196732"/>
                  </a:lnTo>
                  <a:lnTo>
                    <a:pt x="1714500" y="182499"/>
                  </a:lnTo>
                  <a:lnTo>
                    <a:pt x="1714500" y="36575"/>
                  </a:lnTo>
                  <a:lnTo>
                    <a:pt x="1711624" y="22342"/>
                  </a:lnTo>
                  <a:lnTo>
                    <a:pt x="1703784" y="10715"/>
                  </a:lnTo>
                  <a:lnTo>
                    <a:pt x="1692157" y="2875"/>
                  </a:lnTo>
                  <a:lnTo>
                    <a:pt x="167792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3350" y="647699"/>
              <a:ext cx="1714500" cy="219075"/>
            </a:xfrm>
            <a:custGeom>
              <a:avLst/>
              <a:gdLst/>
              <a:ahLst/>
              <a:cxnLst/>
              <a:rect l="l" t="t" r="r" b="b"/>
              <a:pathLst>
                <a:path w="1714500" h="219075">
                  <a:moveTo>
                    <a:pt x="0" y="36575"/>
                  </a:moveTo>
                  <a:lnTo>
                    <a:pt x="2869" y="22342"/>
                  </a:lnTo>
                  <a:lnTo>
                    <a:pt x="10693" y="10715"/>
                  </a:lnTo>
                  <a:lnTo>
                    <a:pt x="22299" y="2875"/>
                  </a:lnTo>
                  <a:lnTo>
                    <a:pt x="36512" y="0"/>
                  </a:lnTo>
                  <a:lnTo>
                    <a:pt x="1677924" y="0"/>
                  </a:lnTo>
                  <a:lnTo>
                    <a:pt x="1692157" y="2875"/>
                  </a:lnTo>
                  <a:lnTo>
                    <a:pt x="1703784" y="10715"/>
                  </a:lnTo>
                  <a:lnTo>
                    <a:pt x="1711624" y="22342"/>
                  </a:lnTo>
                  <a:lnTo>
                    <a:pt x="1714500" y="36575"/>
                  </a:lnTo>
                  <a:lnTo>
                    <a:pt x="1714500" y="182499"/>
                  </a:lnTo>
                  <a:lnTo>
                    <a:pt x="1711624" y="196732"/>
                  </a:lnTo>
                  <a:lnTo>
                    <a:pt x="1703784" y="208359"/>
                  </a:lnTo>
                  <a:lnTo>
                    <a:pt x="1692157" y="216199"/>
                  </a:lnTo>
                  <a:lnTo>
                    <a:pt x="1677924" y="219075"/>
                  </a:lnTo>
                  <a:lnTo>
                    <a:pt x="36512" y="219075"/>
                  </a:lnTo>
                  <a:lnTo>
                    <a:pt x="22299" y="216199"/>
                  </a:lnTo>
                  <a:lnTo>
                    <a:pt x="10693" y="208359"/>
                  </a:lnTo>
                  <a:lnTo>
                    <a:pt x="2869" y="196732"/>
                  </a:lnTo>
                  <a:lnTo>
                    <a:pt x="0" y="182499"/>
                  </a:lnTo>
                  <a:lnTo>
                    <a:pt x="0" y="3657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36232" y="644207"/>
            <a:ext cx="13023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Statement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5725" y="1590611"/>
            <a:ext cx="3510279" cy="2287905"/>
            <a:chOff x="85725" y="1590611"/>
            <a:chExt cx="3510279" cy="2287905"/>
          </a:xfrm>
        </p:grpSpPr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9062" y="1938274"/>
              <a:ext cx="3467100" cy="193357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19062" y="1938274"/>
              <a:ext cx="3467100" cy="1933575"/>
            </a:xfrm>
            <a:custGeom>
              <a:avLst/>
              <a:gdLst/>
              <a:ahLst/>
              <a:cxnLst/>
              <a:rect l="l" t="t" r="r" b="b"/>
              <a:pathLst>
                <a:path w="3467100" h="1933575">
                  <a:moveTo>
                    <a:pt x="0" y="1933575"/>
                  </a:moveTo>
                  <a:lnTo>
                    <a:pt x="3467100" y="1933575"/>
                  </a:lnTo>
                  <a:lnTo>
                    <a:pt x="3467100" y="0"/>
                  </a:lnTo>
                  <a:lnTo>
                    <a:pt x="0" y="0"/>
                  </a:lnTo>
                  <a:lnTo>
                    <a:pt x="0" y="1933575"/>
                  </a:lnTo>
                  <a:close/>
                </a:path>
              </a:pathLst>
            </a:custGeom>
            <a:ln w="12700">
              <a:solidFill>
                <a:srgbClr val="6A3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5725" y="1590611"/>
              <a:ext cx="3510026" cy="45243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4800" y="1600136"/>
              <a:ext cx="3090926" cy="433387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419100" y="1653222"/>
            <a:ext cx="28422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14" dirty="0">
                <a:latin typeface="Trebuchet MS"/>
                <a:cs typeface="Trebuchet MS"/>
              </a:rPr>
              <a:t>C</a:t>
            </a:r>
            <a:r>
              <a:rPr sz="1400" b="1" spc="-10" dirty="0">
                <a:latin typeface="Trebuchet MS"/>
                <a:cs typeface="Trebuchet MS"/>
              </a:rPr>
              <a:t>u</a:t>
            </a:r>
            <a:r>
              <a:rPr sz="1400" b="1" spc="-55" dirty="0">
                <a:latin typeface="Trebuchet MS"/>
                <a:cs typeface="Trebuchet MS"/>
              </a:rPr>
              <a:t>rr</a:t>
            </a:r>
            <a:r>
              <a:rPr sz="1400" b="1" spc="-40" dirty="0">
                <a:latin typeface="Trebuchet MS"/>
                <a:cs typeface="Trebuchet MS"/>
              </a:rPr>
              <a:t>e</a:t>
            </a:r>
            <a:r>
              <a:rPr sz="1400" b="1" spc="-35" dirty="0">
                <a:latin typeface="Trebuchet MS"/>
                <a:cs typeface="Trebuchet MS"/>
              </a:rPr>
              <a:t>n</a:t>
            </a:r>
            <a:r>
              <a:rPr sz="1400" b="1" spc="-20" dirty="0">
                <a:latin typeface="Trebuchet MS"/>
                <a:cs typeface="Trebuchet MS"/>
              </a:rPr>
              <a:t>t</a:t>
            </a:r>
            <a:r>
              <a:rPr sz="1400" b="1" spc="-185" dirty="0">
                <a:latin typeface="Trebuchet MS"/>
                <a:cs typeface="Trebuchet MS"/>
              </a:rPr>
              <a:t> </a:t>
            </a:r>
            <a:r>
              <a:rPr sz="1400" b="1" spc="25" dirty="0">
                <a:latin typeface="Trebuchet MS"/>
                <a:cs typeface="Trebuchet MS"/>
              </a:rPr>
              <a:t>U</a:t>
            </a:r>
            <a:r>
              <a:rPr sz="1400" b="1" spc="-30" dirty="0">
                <a:latin typeface="Trebuchet MS"/>
                <a:cs typeface="Trebuchet MS"/>
              </a:rPr>
              <a:t>n</a:t>
            </a:r>
            <a:r>
              <a:rPr sz="1400" b="1" spc="-25" dirty="0">
                <a:latin typeface="Trebuchet MS"/>
                <a:cs typeface="Trebuchet MS"/>
              </a:rPr>
              <a:t>i</a:t>
            </a:r>
            <a:r>
              <a:rPr sz="1400" b="1" dirty="0">
                <a:latin typeface="Trebuchet MS"/>
                <a:cs typeface="Trebuchet MS"/>
              </a:rPr>
              <a:t>q</a:t>
            </a:r>
            <a:r>
              <a:rPr sz="1400" b="1" spc="-10" dirty="0">
                <a:latin typeface="Trebuchet MS"/>
                <a:cs typeface="Trebuchet MS"/>
              </a:rPr>
              <a:t>u</a:t>
            </a:r>
            <a:r>
              <a:rPr sz="1400" b="1" spc="-15" dirty="0">
                <a:latin typeface="Trebuchet MS"/>
                <a:cs typeface="Trebuchet MS"/>
              </a:rPr>
              <a:t>e</a:t>
            </a:r>
            <a:r>
              <a:rPr sz="1400" b="1" spc="-170" dirty="0">
                <a:latin typeface="Trebuchet MS"/>
                <a:cs typeface="Trebuchet MS"/>
              </a:rPr>
              <a:t> </a:t>
            </a:r>
            <a:r>
              <a:rPr sz="1400" b="1" spc="-50" dirty="0">
                <a:latin typeface="Trebuchet MS"/>
                <a:cs typeface="Trebuchet MS"/>
              </a:rPr>
              <a:t>V</a:t>
            </a:r>
            <a:r>
              <a:rPr sz="1400" b="1" dirty="0">
                <a:latin typeface="Trebuchet MS"/>
                <a:cs typeface="Trebuchet MS"/>
              </a:rPr>
              <a:t>a</a:t>
            </a:r>
            <a:r>
              <a:rPr sz="1400" b="1" spc="30" dirty="0">
                <a:latin typeface="Trebuchet MS"/>
                <a:cs typeface="Trebuchet MS"/>
              </a:rPr>
              <a:t>l</a:t>
            </a:r>
            <a:r>
              <a:rPr sz="1400" b="1" spc="-10" dirty="0">
                <a:latin typeface="Trebuchet MS"/>
                <a:cs typeface="Trebuchet MS"/>
              </a:rPr>
              <a:t>u</a:t>
            </a:r>
            <a:r>
              <a:rPr sz="1400" b="1" spc="-15" dirty="0">
                <a:latin typeface="Trebuchet MS"/>
                <a:cs typeface="Trebuchet MS"/>
              </a:rPr>
              <a:t>e</a:t>
            </a:r>
            <a:r>
              <a:rPr sz="1400" b="1" spc="-170" dirty="0">
                <a:latin typeface="Trebuchet MS"/>
                <a:cs typeface="Trebuchet MS"/>
              </a:rPr>
              <a:t> </a:t>
            </a:r>
            <a:r>
              <a:rPr sz="1400" b="1" spc="70" dirty="0">
                <a:latin typeface="Trebuchet MS"/>
                <a:cs typeface="Trebuchet MS"/>
              </a:rPr>
              <a:t>P</a:t>
            </a:r>
            <a:r>
              <a:rPr sz="1400" b="1" spc="-25" dirty="0">
                <a:latin typeface="Trebuchet MS"/>
                <a:cs typeface="Trebuchet MS"/>
              </a:rPr>
              <a:t>r</a:t>
            </a:r>
            <a:r>
              <a:rPr sz="1400" b="1" spc="-30" dirty="0">
                <a:latin typeface="Trebuchet MS"/>
                <a:cs typeface="Trebuchet MS"/>
              </a:rPr>
              <a:t>o</a:t>
            </a:r>
            <a:r>
              <a:rPr sz="1400" b="1" spc="5" dirty="0">
                <a:latin typeface="Trebuchet MS"/>
                <a:cs typeface="Trebuchet MS"/>
              </a:rPr>
              <a:t>p</a:t>
            </a:r>
            <a:r>
              <a:rPr sz="1400" b="1" spc="-45" dirty="0">
                <a:latin typeface="Trebuchet MS"/>
                <a:cs typeface="Trebuchet MS"/>
              </a:rPr>
              <a:t>o</a:t>
            </a:r>
            <a:r>
              <a:rPr sz="1400" b="1" spc="140" dirty="0">
                <a:latin typeface="Trebuchet MS"/>
                <a:cs typeface="Trebuchet MS"/>
              </a:rPr>
              <a:t>s</a:t>
            </a:r>
            <a:r>
              <a:rPr sz="1400" b="1" spc="-45" dirty="0">
                <a:latin typeface="Trebuchet MS"/>
                <a:cs typeface="Trebuchet MS"/>
              </a:rPr>
              <a:t>i</a:t>
            </a:r>
            <a:r>
              <a:rPr sz="1400" b="1" spc="-35" dirty="0">
                <a:latin typeface="Trebuchet MS"/>
                <a:cs typeface="Trebuchet MS"/>
              </a:rPr>
              <a:t>t</a:t>
            </a:r>
            <a:r>
              <a:rPr sz="1400" b="1" spc="-45" dirty="0">
                <a:latin typeface="Trebuchet MS"/>
                <a:cs typeface="Trebuchet MS"/>
              </a:rPr>
              <a:t>io</a:t>
            </a:r>
            <a:r>
              <a:rPr sz="1400" b="1" spc="60" dirty="0">
                <a:latin typeface="Trebuchet MS"/>
                <a:cs typeface="Trebuchet MS"/>
              </a:rPr>
              <a:t>ns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23825" y="1971611"/>
            <a:ext cx="405130" cy="1662430"/>
            <a:chOff x="123825" y="1971611"/>
            <a:chExt cx="405130" cy="1662430"/>
          </a:xfrm>
        </p:grpSpPr>
        <p:pic>
          <p:nvPicPr>
            <p:cNvPr id="65" name="object 6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825" y="1971611"/>
              <a:ext cx="404812" cy="31908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3825" y="2400236"/>
              <a:ext cx="376237" cy="31908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3825" y="2886011"/>
              <a:ext cx="404812" cy="31908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3825" y="3314636"/>
              <a:ext cx="404812" cy="319087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210184" y="2003742"/>
            <a:ext cx="3363595" cy="173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>
              <a:lnSpc>
                <a:spcPts val="1435"/>
              </a:lnSpc>
              <a:spcBef>
                <a:spcPts val="100"/>
              </a:spcBef>
            </a:pPr>
            <a:r>
              <a:rPr sz="1200" b="1" spc="-25" dirty="0">
                <a:latin typeface="Trebuchet MS"/>
                <a:cs typeface="Trebuchet MS"/>
              </a:rPr>
              <a:t>Protein</a:t>
            </a:r>
            <a:r>
              <a:rPr sz="1200" b="1" spc="-235" dirty="0">
                <a:latin typeface="Trebuchet MS"/>
                <a:cs typeface="Trebuchet MS"/>
              </a:rPr>
              <a:t> </a:t>
            </a:r>
            <a:r>
              <a:rPr sz="1200" b="1" spc="-45" dirty="0">
                <a:latin typeface="Trebuchet MS"/>
                <a:cs typeface="Trebuchet MS"/>
              </a:rPr>
              <a:t>power:</a:t>
            </a:r>
            <a:r>
              <a:rPr sz="1200" b="1" spc="-185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Packed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with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17g-24g</a:t>
            </a:r>
            <a:r>
              <a:rPr sz="1200" spc="-21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protein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per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435"/>
              </a:lnSpc>
            </a:pP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-75" dirty="0">
                <a:latin typeface="Tahoma"/>
                <a:cs typeface="Tahoma"/>
              </a:rPr>
              <a:t>v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25" dirty="0">
                <a:latin typeface="Tahoma"/>
                <a:cs typeface="Tahoma"/>
              </a:rPr>
              <a:t>,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-15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 f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35" dirty="0">
                <a:latin typeface="Tahoma"/>
                <a:cs typeface="Tahoma"/>
              </a:rPr>
              <a:t>r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spc="40" dirty="0">
                <a:latin typeface="Tahoma"/>
                <a:cs typeface="Tahoma"/>
              </a:rPr>
              <a:t>m</a:t>
            </a:r>
            <a:r>
              <a:rPr sz="1200" spc="5" dirty="0">
                <a:latin typeface="Tahoma"/>
                <a:cs typeface="Tahoma"/>
              </a:rPr>
              <a:t>u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h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5" dirty="0">
                <a:latin typeface="Tahoma"/>
                <a:cs typeface="Tahoma"/>
              </a:rPr>
              <a:t>nd</a:t>
            </a:r>
            <a:r>
              <a:rPr sz="1200" spc="-220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-155" dirty="0">
                <a:latin typeface="Tahoma"/>
                <a:cs typeface="Tahoma"/>
              </a:rPr>
              <a:t>y</a:t>
            </a:r>
            <a:r>
              <a:rPr sz="1200" spc="-25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  <a:p>
            <a:pPr marL="12700" marR="109855" indent="190500">
              <a:lnSpc>
                <a:spcPts val="1430"/>
              </a:lnSpc>
              <a:spcBef>
                <a:spcPts val="570"/>
              </a:spcBef>
            </a:pPr>
            <a:r>
              <a:rPr sz="1200" b="1" spc="15" dirty="0">
                <a:latin typeface="Trebuchet MS"/>
                <a:cs typeface="Trebuchet MS"/>
              </a:rPr>
              <a:t>G</a:t>
            </a:r>
            <a:r>
              <a:rPr sz="1200" b="1" spc="-65" dirty="0">
                <a:latin typeface="Trebuchet MS"/>
                <a:cs typeface="Trebuchet MS"/>
              </a:rPr>
              <a:t>r</a:t>
            </a:r>
            <a:r>
              <a:rPr sz="1200" b="1" spc="30" dirty="0">
                <a:latin typeface="Trebuchet MS"/>
                <a:cs typeface="Trebuchet MS"/>
              </a:rPr>
              <a:t>a</a:t>
            </a:r>
            <a:r>
              <a:rPr sz="1200" b="1" spc="-20" dirty="0">
                <a:latin typeface="Trebuchet MS"/>
                <a:cs typeface="Trebuchet MS"/>
              </a:rPr>
              <a:t>b</a:t>
            </a:r>
            <a:r>
              <a:rPr sz="1200" b="1" spc="-70" dirty="0">
                <a:latin typeface="Trebuchet MS"/>
                <a:cs typeface="Trebuchet MS"/>
              </a:rPr>
              <a:t>-</a:t>
            </a:r>
            <a:r>
              <a:rPr sz="1200" b="1" spc="30" dirty="0">
                <a:latin typeface="Trebuchet MS"/>
                <a:cs typeface="Trebuchet MS"/>
              </a:rPr>
              <a:t>a</a:t>
            </a:r>
            <a:r>
              <a:rPr sz="1200" b="1" spc="-35" dirty="0">
                <a:latin typeface="Trebuchet MS"/>
                <a:cs typeface="Trebuchet MS"/>
              </a:rPr>
              <a:t>n</a:t>
            </a:r>
            <a:r>
              <a:rPr sz="1200" b="1" spc="-25" dirty="0">
                <a:latin typeface="Trebuchet MS"/>
                <a:cs typeface="Trebuchet MS"/>
              </a:rPr>
              <a:t>d</a:t>
            </a:r>
            <a:r>
              <a:rPr sz="1200" b="1" spc="-70" dirty="0">
                <a:latin typeface="Trebuchet MS"/>
                <a:cs typeface="Trebuchet MS"/>
              </a:rPr>
              <a:t>-</a:t>
            </a:r>
            <a:r>
              <a:rPr sz="1200" b="1" spc="-5" dirty="0">
                <a:latin typeface="Trebuchet MS"/>
                <a:cs typeface="Trebuchet MS"/>
              </a:rPr>
              <a:t>g</a:t>
            </a:r>
            <a:r>
              <a:rPr sz="1200" b="1" spc="5" dirty="0">
                <a:latin typeface="Trebuchet MS"/>
                <a:cs typeface="Trebuchet MS"/>
              </a:rPr>
              <a:t>o</a:t>
            </a:r>
            <a:r>
              <a:rPr sz="1200" b="1" spc="-80" dirty="0">
                <a:latin typeface="Trebuchet MS"/>
                <a:cs typeface="Trebuchet MS"/>
              </a:rPr>
              <a:t> </a:t>
            </a:r>
            <a:r>
              <a:rPr sz="1200" b="1" spc="50" dirty="0">
                <a:latin typeface="Trebuchet MS"/>
                <a:cs typeface="Trebuchet MS"/>
              </a:rPr>
              <a:t>c</a:t>
            </a:r>
            <a:r>
              <a:rPr sz="1200" b="1" spc="-10" dirty="0">
                <a:latin typeface="Trebuchet MS"/>
                <a:cs typeface="Trebuchet MS"/>
              </a:rPr>
              <a:t>o</a:t>
            </a:r>
            <a:r>
              <a:rPr sz="1200" b="1" spc="-35" dirty="0">
                <a:latin typeface="Trebuchet MS"/>
                <a:cs typeface="Trebuchet MS"/>
              </a:rPr>
              <a:t>n</a:t>
            </a:r>
            <a:r>
              <a:rPr sz="1200" b="1" spc="-40" dirty="0">
                <a:latin typeface="Trebuchet MS"/>
                <a:cs typeface="Trebuchet MS"/>
              </a:rPr>
              <a:t>v</a:t>
            </a:r>
            <a:r>
              <a:rPr sz="1200" b="1" spc="-20" dirty="0">
                <a:latin typeface="Trebuchet MS"/>
                <a:cs typeface="Trebuchet MS"/>
              </a:rPr>
              <a:t>e</a:t>
            </a:r>
            <a:r>
              <a:rPr sz="1200" b="1" spc="-35" dirty="0">
                <a:latin typeface="Trebuchet MS"/>
                <a:cs typeface="Trebuchet MS"/>
              </a:rPr>
              <a:t>n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-20" dirty="0">
                <a:latin typeface="Trebuchet MS"/>
                <a:cs typeface="Trebuchet MS"/>
              </a:rPr>
              <a:t>e</a:t>
            </a:r>
            <a:r>
              <a:rPr sz="1200" b="1" spc="-35" dirty="0">
                <a:latin typeface="Trebuchet MS"/>
                <a:cs typeface="Trebuchet MS"/>
              </a:rPr>
              <a:t>n</a:t>
            </a:r>
            <a:r>
              <a:rPr sz="1200" b="1" spc="50" dirty="0">
                <a:latin typeface="Trebuchet MS"/>
                <a:cs typeface="Trebuchet MS"/>
              </a:rPr>
              <a:t>c</a:t>
            </a:r>
            <a:r>
              <a:rPr sz="1200" b="1" spc="-20" dirty="0">
                <a:latin typeface="Trebuchet MS"/>
                <a:cs typeface="Trebuchet MS"/>
              </a:rPr>
              <a:t>e</a:t>
            </a:r>
            <a:r>
              <a:rPr sz="1200" b="1" spc="-85" dirty="0">
                <a:latin typeface="Trebuchet MS"/>
                <a:cs typeface="Trebuchet MS"/>
              </a:rPr>
              <a:t>:</a:t>
            </a:r>
            <a:r>
              <a:rPr sz="1200" b="1" spc="-110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5" dirty="0">
                <a:latin typeface="Tahoma"/>
                <a:cs typeface="Tahoma"/>
              </a:rPr>
              <a:t>d</a:t>
            </a:r>
            <a:r>
              <a:rPr sz="1200" spc="-85" dirty="0">
                <a:latin typeface="Tahoma"/>
                <a:cs typeface="Tahoma"/>
              </a:rPr>
              <a:t>y</a:t>
            </a:r>
            <a:r>
              <a:rPr sz="1200" spc="-65" dirty="0">
                <a:latin typeface="Tahoma"/>
                <a:cs typeface="Tahoma"/>
              </a:rPr>
              <a:t>-</a:t>
            </a:r>
            <a:r>
              <a:rPr sz="1200" spc="-20" dirty="0">
                <a:latin typeface="Tahoma"/>
                <a:cs typeface="Tahoma"/>
              </a:rPr>
              <a:t>t</a:t>
            </a:r>
            <a:r>
              <a:rPr sz="1200" spc="5" dirty="0">
                <a:latin typeface="Tahoma"/>
                <a:cs typeface="Tahoma"/>
              </a:rPr>
              <a:t>o</a:t>
            </a:r>
            <a:r>
              <a:rPr sz="1200" spc="-65" dirty="0">
                <a:latin typeface="Tahoma"/>
                <a:cs typeface="Tahoma"/>
              </a:rPr>
              <a:t>-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25" dirty="0">
                <a:latin typeface="Tahoma"/>
                <a:cs typeface="Tahoma"/>
              </a:rPr>
              <a:t>,  </a:t>
            </a:r>
            <a:r>
              <a:rPr sz="1200" spc="-15" dirty="0">
                <a:latin typeface="Tahoma"/>
                <a:cs typeface="Tahoma"/>
              </a:rPr>
              <a:t>spoon-free,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and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portable,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ideal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for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busy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lifestyles.</a:t>
            </a:r>
            <a:endParaRPr sz="1200">
              <a:latin typeface="Tahoma"/>
              <a:cs typeface="Tahoma"/>
            </a:endParaRPr>
          </a:p>
          <a:p>
            <a:pPr marL="231775">
              <a:lnSpc>
                <a:spcPts val="1435"/>
              </a:lnSpc>
              <a:spcBef>
                <a:spcPts val="915"/>
              </a:spcBef>
            </a:pPr>
            <a:r>
              <a:rPr sz="1200" b="1" spc="-15" dirty="0">
                <a:latin typeface="Trebuchet MS"/>
                <a:cs typeface="Trebuchet MS"/>
              </a:rPr>
              <a:t>A</a:t>
            </a:r>
            <a:r>
              <a:rPr sz="1200" b="1" spc="15" dirty="0">
                <a:latin typeface="Trebuchet MS"/>
                <a:cs typeface="Trebuchet MS"/>
              </a:rPr>
              <a:t>l</a:t>
            </a:r>
            <a:r>
              <a:rPr sz="1200" b="1" spc="20" dirty="0">
                <a:latin typeface="Trebuchet MS"/>
                <a:cs typeface="Trebuchet MS"/>
              </a:rPr>
              <a:t>l</a:t>
            </a:r>
            <a:r>
              <a:rPr sz="1200" b="1" spc="-70" dirty="0">
                <a:latin typeface="Trebuchet MS"/>
                <a:cs typeface="Trebuchet MS"/>
              </a:rPr>
              <a:t>-</a:t>
            </a:r>
            <a:r>
              <a:rPr sz="1200" b="1" spc="-40" dirty="0">
                <a:latin typeface="Trebuchet MS"/>
                <a:cs typeface="Trebuchet MS"/>
              </a:rPr>
              <a:t>n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30" dirty="0">
                <a:latin typeface="Trebuchet MS"/>
                <a:cs typeface="Trebuchet MS"/>
              </a:rPr>
              <a:t>t</a:t>
            </a:r>
            <a:r>
              <a:rPr sz="1200" b="1" spc="-35" dirty="0">
                <a:latin typeface="Trebuchet MS"/>
                <a:cs typeface="Trebuchet MS"/>
              </a:rPr>
              <a:t>u</a:t>
            </a:r>
            <a:r>
              <a:rPr sz="1200" b="1" spc="-70" dirty="0">
                <a:latin typeface="Trebuchet MS"/>
                <a:cs typeface="Trebuchet MS"/>
              </a:rPr>
              <a:t>r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15" dirty="0">
                <a:latin typeface="Trebuchet MS"/>
                <a:cs typeface="Trebuchet MS"/>
              </a:rPr>
              <a:t>l</a:t>
            </a:r>
            <a:r>
              <a:rPr sz="1200" b="1" spc="-85" dirty="0">
                <a:latin typeface="Trebuchet MS"/>
                <a:cs typeface="Trebuchet MS"/>
              </a:rPr>
              <a:t>:</a:t>
            </a:r>
            <a:r>
              <a:rPr sz="1200" b="1" spc="-190" dirty="0">
                <a:latin typeface="Trebuchet MS"/>
                <a:cs typeface="Trebuchet MS"/>
              </a:rPr>
              <a:t> </a:t>
            </a:r>
            <a:r>
              <a:rPr sz="1200" spc="45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5" dirty="0">
                <a:latin typeface="Tahoma"/>
                <a:cs typeface="Tahoma"/>
              </a:rPr>
              <a:t>de</a:t>
            </a:r>
            <a:r>
              <a:rPr sz="1200" spc="-26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w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100</a:t>
            </a:r>
            <a:r>
              <a:rPr sz="1200" spc="-180" dirty="0">
                <a:latin typeface="Tahoma"/>
                <a:cs typeface="Tahoma"/>
              </a:rPr>
              <a:t>%</a:t>
            </a:r>
            <a:r>
              <a:rPr sz="1200" spc="-2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20" dirty="0">
                <a:latin typeface="Tahoma"/>
                <a:cs typeface="Tahoma"/>
              </a:rPr>
              <a:t>u</a:t>
            </a:r>
            <a:r>
              <a:rPr sz="1200" spc="-4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al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435"/>
              </a:lnSpc>
            </a:pP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5" dirty="0">
                <a:latin typeface="Tahoma"/>
                <a:cs typeface="Tahoma"/>
              </a:rPr>
              <a:t>d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25" dirty="0">
                <a:latin typeface="Tahoma"/>
                <a:cs typeface="Tahoma"/>
              </a:rPr>
              <a:t>,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25" dirty="0">
                <a:latin typeface="Tahoma"/>
                <a:cs typeface="Tahoma"/>
              </a:rPr>
              <a:t>f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35" dirty="0">
                <a:latin typeface="Tahoma"/>
                <a:cs typeface="Tahoma"/>
              </a:rPr>
              <a:t>l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25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  <a:p>
            <a:pPr marL="12700" marR="268605" indent="219075">
              <a:lnSpc>
                <a:spcPts val="1430"/>
              </a:lnSpc>
              <a:spcBef>
                <a:spcPts val="565"/>
              </a:spcBef>
            </a:pPr>
            <a:r>
              <a:rPr sz="1200" b="1" spc="-15" dirty="0">
                <a:latin typeface="Trebuchet MS"/>
                <a:cs typeface="Trebuchet MS"/>
              </a:rPr>
              <a:t>Flavor</a:t>
            </a:r>
            <a:r>
              <a:rPr sz="1200" b="1" spc="-21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fiesta:</a:t>
            </a:r>
            <a:r>
              <a:rPr sz="1200" b="1" spc="-185" dirty="0">
                <a:latin typeface="Trebuchet MS"/>
                <a:cs typeface="Trebuchet MS"/>
              </a:rPr>
              <a:t> </a:t>
            </a:r>
            <a:r>
              <a:rPr sz="1200" spc="-15" dirty="0">
                <a:latin typeface="Tahoma"/>
                <a:cs typeface="Tahoma"/>
              </a:rPr>
              <a:t>5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delicious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flavors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35" dirty="0">
                <a:latin typeface="Tahoma"/>
                <a:cs typeface="Tahoma"/>
              </a:rPr>
              <a:t>+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2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coming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20" dirty="0">
                <a:latin typeface="Tahoma"/>
                <a:cs typeface="Tahoma"/>
              </a:rPr>
              <a:t>oo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-25" dirty="0">
                <a:latin typeface="Tahoma"/>
                <a:cs typeface="Tahoma"/>
              </a:rPr>
              <a:t>,</a:t>
            </a:r>
            <a:r>
              <a:rPr sz="1200" spc="-190" dirty="0">
                <a:latin typeface="Tahoma"/>
                <a:cs typeface="Tahoma"/>
              </a:rPr>
              <a:t> 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10" dirty="0">
                <a:latin typeface="Tahoma"/>
                <a:cs typeface="Tahoma"/>
              </a:rPr>
              <a:t>o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d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75" dirty="0">
                <a:latin typeface="Tahoma"/>
                <a:cs typeface="Tahoma"/>
              </a:rPr>
              <a:t>v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25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609975" y="609536"/>
            <a:ext cx="1862455" cy="443230"/>
            <a:chOff x="3609975" y="609536"/>
            <a:chExt cx="1862455" cy="443230"/>
          </a:xfrm>
        </p:grpSpPr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09975" y="619061"/>
              <a:ext cx="1862201" cy="36671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05225" y="609536"/>
              <a:ext cx="1652651" cy="44291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657600" y="666749"/>
              <a:ext cx="1714500" cy="219075"/>
            </a:xfrm>
            <a:custGeom>
              <a:avLst/>
              <a:gdLst/>
              <a:ahLst/>
              <a:cxnLst/>
              <a:rect l="l" t="t" r="r" b="b"/>
              <a:pathLst>
                <a:path w="1714500" h="219075">
                  <a:moveTo>
                    <a:pt x="167792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82499"/>
                  </a:lnTo>
                  <a:lnTo>
                    <a:pt x="2875" y="196732"/>
                  </a:lnTo>
                  <a:lnTo>
                    <a:pt x="10715" y="208359"/>
                  </a:lnTo>
                  <a:lnTo>
                    <a:pt x="22342" y="216199"/>
                  </a:lnTo>
                  <a:lnTo>
                    <a:pt x="36575" y="219075"/>
                  </a:lnTo>
                  <a:lnTo>
                    <a:pt x="1677924" y="219075"/>
                  </a:lnTo>
                  <a:lnTo>
                    <a:pt x="1692157" y="216199"/>
                  </a:lnTo>
                  <a:lnTo>
                    <a:pt x="1703784" y="208359"/>
                  </a:lnTo>
                  <a:lnTo>
                    <a:pt x="1711624" y="196732"/>
                  </a:lnTo>
                  <a:lnTo>
                    <a:pt x="1714500" y="182499"/>
                  </a:lnTo>
                  <a:lnTo>
                    <a:pt x="1714500" y="36575"/>
                  </a:lnTo>
                  <a:lnTo>
                    <a:pt x="1711624" y="22342"/>
                  </a:lnTo>
                  <a:lnTo>
                    <a:pt x="1703784" y="10715"/>
                  </a:lnTo>
                  <a:lnTo>
                    <a:pt x="1692157" y="2875"/>
                  </a:lnTo>
                  <a:lnTo>
                    <a:pt x="167792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657600" y="666749"/>
              <a:ext cx="1714500" cy="219075"/>
            </a:xfrm>
            <a:custGeom>
              <a:avLst/>
              <a:gdLst/>
              <a:ahLst/>
              <a:cxnLst/>
              <a:rect l="l" t="t" r="r" b="b"/>
              <a:pathLst>
                <a:path w="1714500" h="219075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1677924" y="0"/>
                  </a:lnTo>
                  <a:lnTo>
                    <a:pt x="1692157" y="2875"/>
                  </a:lnTo>
                  <a:lnTo>
                    <a:pt x="1703784" y="10715"/>
                  </a:lnTo>
                  <a:lnTo>
                    <a:pt x="1711624" y="22342"/>
                  </a:lnTo>
                  <a:lnTo>
                    <a:pt x="1714500" y="36575"/>
                  </a:lnTo>
                  <a:lnTo>
                    <a:pt x="1714500" y="182499"/>
                  </a:lnTo>
                  <a:lnTo>
                    <a:pt x="1711624" y="196732"/>
                  </a:lnTo>
                  <a:lnTo>
                    <a:pt x="1703784" y="208359"/>
                  </a:lnTo>
                  <a:lnTo>
                    <a:pt x="1692157" y="216199"/>
                  </a:lnTo>
                  <a:lnTo>
                    <a:pt x="1677924" y="219075"/>
                  </a:lnTo>
                  <a:lnTo>
                    <a:pt x="36575" y="219075"/>
                  </a:lnTo>
                  <a:lnTo>
                    <a:pt x="22342" y="216199"/>
                  </a:lnTo>
                  <a:lnTo>
                    <a:pt x="10715" y="208359"/>
                  </a:lnTo>
                  <a:lnTo>
                    <a:pt x="2875" y="196732"/>
                  </a:lnTo>
                  <a:lnTo>
                    <a:pt x="0" y="182499"/>
                  </a:lnTo>
                  <a:lnTo>
                    <a:pt x="0" y="3657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828160" y="663828"/>
            <a:ext cx="136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85750" y="4029075"/>
            <a:ext cx="2276475" cy="2486025"/>
          </a:xfrm>
          <a:custGeom>
            <a:avLst/>
            <a:gdLst/>
            <a:ahLst/>
            <a:cxnLst/>
            <a:rect l="l" t="t" r="r" b="b"/>
            <a:pathLst>
              <a:path w="2276475" h="2486025">
                <a:moveTo>
                  <a:pt x="0" y="2486025"/>
                </a:moveTo>
                <a:lnTo>
                  <a:pt x="2276475" y="2486025"/>
                </a:lnTo>
                <a:lnTo>
                  <a:pt x="2276475" y="0"/>
                </a:lnTo>
                <a:lnTo>
                  <a:pt x="0" y="0"/>
                </a:lnTo>
                <a:lnTo>
                  <a:pt x="0" y="2486025"/>
                </a:lnTo>
                <a:close/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333375" y="3952875"/>
            <a:ext cx="2181225" cy="161925"/>
          </a:xfrm>
          <a:prstGeom prst="rect">
            <a:avLst/>
          </a:prstGeom>
          <a:solidFill>
            <a:srgbClr val="004FA0"/>
          </a:solidFill>
        </p:spPr>
        <p:txBody>
          <a:bodyPr vert="horz" wrap="square" lIns="0" tIns="0" rIns="0" bIns="0" rtlCol="0">
            <a:spAutoFit/>
          </a:bodyPr>
          <a:lstStyle/>
          <a:p>
            <a:pPr marL="311150">
              <a:lnSpc>
                <a:spcPts val="1250"/>
              </a:lnSpc>
            </a:pPr>
            <a:r>
              <a:rPr sz="1050" b="1" spc="4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050" b="1" spc="-2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050" b="1" spc="7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050" b="1" spc="-4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05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4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050" b="1" spc="3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b="1" spc="-2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b="1" spc="-2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050" b="1" spc="-90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1050" b="1" spc="-95" dirty="0">
                <a:solidFill>
                  <a:srgbClr val="FFFFFF"/>
                </a:solidFill>
                <a:latin typeface="Trebuchet MS"/>
                <a:cs typeface="Trebuchet MS"/>
              </a:rPr>
              <a:t>28</a:t>
            </a:r>
            <a:r>
              <a:rPr sz="1050" b="1" spc="-7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10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10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050" b="1" spc="-1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050" b="1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b="1" spc="7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050" b="1" spc="-2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050" b="1" spc="-15" dirty="0">
                <a:solidFill>
                  <a:srgbClr val="FFFFFF"/>
                </a:solidFill>
                <a:latin typeface="Trebuchet MS"/>
                <a:cs typeface="Trebuchet MS"/>
              </a:rPr>
              <a:t>lt</a:t>
            </a:r>
            <a:r>
              <a:rPr sz="1050" b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b="1" spc="-2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b="1" spc="-65" dirty="0">
                <a:solidFill>
                  <a:srgbClr val="FFFFFF"/>
                </a:solidFill>
                <a:latin typeface="Trebuchet MS"/>
                <a:cs typeface="Trebuchet MS"/>
              </a:rPr>
              <a:t>t)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95275" y="4167187"/>
            <a:ext cx="2257425" cy="6324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09295" marR="123189" indent="-6985" algn="ctr">
              <a:lnSpc>
                <a:spcPct val="105400"/>
              </a:lnSpc>
              <a:spcBef>
                <a:spcPts val="65"/>
              </a:spcBef>
            </a:pPr>
            <a:r>
              <a:rPr sz="950" i="1" spc="-55" dirty="0">
                <a:solidFill>
                  <a:srgbClr val="004FA0"/>
                </a:solidFill>
                <a:latin typeface="Trebuchet MS"/>
                <a:cs typeface="Trebuchet MS"/>
              </a:rPr>
              <a:t>“</a:t>
            </a:r>
            <a:r>
              <a:rPr sz="950" i="1" spc="-10" dirty="0">
                <a:solidFill>
                  <a:srgbClr val="004FA0"/>
                </a:solidFill>
                <a:latin typeface="Trebuchet MS"/>
                <a:cs typeface="Trebuchet MS"/>
              </a:rPr>
              <a:t>I</a:t>
            </a:r>
            <a:r>
              <a:rPr sz="950" i="1" spc="-95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dirty="0">
                <a:solidFill>
                  <a:srgbClr val="004FA0"/>
                </a:solidFill>
                <a:latin typeface="Trebuchet MS"/>
                <a:cs typeface="Trebuchet MS"/>
              </a:rPr>
              <a:t>n</a:t>
            </a:r>
            <a:r>
              <a:rPr sz="950" i="1" spc="10" dirty="0">
                <a:solidFill>
                  <a:srgbClr val="004FA0"/>
                </a:solidFill>
                <a:latin typeface="Trebuchet MS"/>
                <a:cs typeface="Trebuchet MS"/>
              </a:rPr>
              <a:t>ee</a:t>
            </a:r>
            <a:r>
              <a:rPr sz="950" i="1" spc="15" dirty="0">
                <a:solidFill>
                  <a:srgbClr val="004FA0"/>
                </a:solidFill>
                <a:latin typeface="Trebuchet MS"/>
                <a:cs typeface="Trebuchet MS"/>
              </a:rPr>
              <a:t>d</a:t>
            </a:r>
            <a:r>
              <a:rPr sz="950" i="1" spc="-15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105" dirty="0">
                <a:solidFill>
                  <a:srgbClr val="004FA0"/>
                </a:solidFill>
                <a:latin typeface="Trebuchet MS"/>
                <a:cs typeface="Trebuchet MS"/>
              </a:rPr>
              <a:t>t</a:t>
            </a:r>
            <a:r>
              <a:rPr sz="950" i="1" spc="25" dirty="0">
                <a:solidFill>
                  <a:srgbClr val="004FA0"/>
                </a:solidFill>
                <a:latin typeface="Trebuchet MS"/>
                <a:cs typeface="Trebuchet MS"/>
              </a:rPr>
              <a:t>o</a:t>
            </a:r>
            <a:r>
              <a:rPr sz="950" i="1" spc="-80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30" dirty="0">
                <a:solidFill>
                  <a:srgbClr val="004FA0"/>
                </a:solidFill>
                <a:latin typeface="Trebuchet MS"/>
                <a:cs typeface="Trebuchet MS"/>
              </a:rPr>
              <a:t>g</a:t>
            </a:r>
            <a:r>
              <a:rPr sz="950" i="1" spc="10" dirty="0">
                <a:solidFill>
                  <a:srgbClr val="004FA0"/>
                </a:solidFill>
                <a:latin typeface="Trebuchet MS"/>
                <a:cs typeface="Trebuchet MS"/>
              </a:rPr>
              <a:t>e</a:t>
            </a:r>
            <a:r>
              <a:rPr sz="950" i="1" spc="-95" dirty="0">
                <a:solidFill>
                  <a:srgbClr val="004FA0"/>
                </a:solidFill>
                <a:latin typeface="Trebuchet MS"/>
                <a:cs typeface="Trebuchet MS"/>
              </a:rPr>
              <a:t>t</a:t>
            </a:r>
            <a:r>
              <a:rPr sz="950" i="1" spc="-70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105" dirty="0">
                <a:solidFill>
                  <a:srgbClr val="004FA0"/>
                </a:solidFill>
                <a:latin typeface="Trebuchet MS"/>
                <a:cs typeface="Trebuchet MS"/>
              </a:rPr>
              <a:t>r</a:t>
            </a:r>
            <a:r>
              <a:rPr sz="950" i="1" spc="10" dirty="0">
                <a:solidFill>
                  <a:srgbClr val="004FA0"/>
                </a:solidFill>
                <a:latin typeface="Trebuchet MS"/>
                <a:cs typeface="Trebuchet MS"/>
              </a:rPr>
              <a:t>e</a:t>
            </a:r>
            <a:r>
              <a:rPr sz="950" i="1" spc="20" dirty="0">
                <a:solidFill>
                  <a:srgbClr val="004FA0"/>
                </a:solidFill>
                <a:latin typeface="Trebuchet MS"/>
                <a:cs typeface="Trebuchet MS"/>
              </a:rPr>
              <a:t>a</a:t>
            </a:r>
            <a:r>
              <a:rPr sz="950" i="1" spc="-10" dirty="0">
                <a:solidFill>
                  <a:srgbClr val="004FA0"/>
                </a:solidFill>
                <a:latin typeface="Trebuchet MS"/>
                <a:cs typeface="Trebuchet MS"/>
              </a:rPr>
              <a:t>d</a:t>
            </a:r>
            <a:r>
              <a:rPr sz="950" i="1" spc="-30" dirty="0">
                <a:solidFill>
                  <a:srgbClr val="004FA0"/>
                </a:solidFill>
                <a:latin typeface="Trebuchet MS"/>
                <a:cs typeface="Trebuchet MS"/>
              </a:rPr>
              <a:t>y</a:t>
            </a:r>
            <a:r>
              <a:rPr sz="950" i="1" spc="15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35" dirty="0">
                <a:solidFill>
                  <a:srgbClr val="004FA0"/>
                </a:solidFill>
                <a:latin typeface="Trebuchet MS"/>
                <a:cs typeface="Trebuchet MS"/>
              </a:rPr>
              <a:t>w</a:t>
            </a:r>
            <a:r>
              <a:rPr sz="950" i="1" spc="-75" dirty="0">
                <a:solidFill>
                  <a:srgbClr val="004FA0"/>
                </a:solidFill>
                <a:latin typeface="Trebuchet MS"/>
                <a:cs typeface="Trebuchet MS"/>
              </a:rPr>
              <a:t>i</a:t>
            </a:r>
            <a:r>
              <a:rPr sz="950" i="1" spc="-105" dirty="0">
                <a:solidFill>
                  <a:srgbClr val="004FA0"/>
                </a:solidFill>
                <a:latin typeface="Trebuchet MS"/>
                <a:cs typeface="Trebuchet MS"/>
              </a:rPr>
              <a:t>t</a:t>
            </a:r>
            <a:r>
              <a:rPr sz="950" i="1" spc="-10" dirty="0">
                <a:solidFill>
                  <a:srgbClr val="004FA0"/>
                </a:solidFill>
                <a:latin typeface="Trebuchet MS"/>
                <a:cs typeface="Trebuchet MS"/>
              </a:rPr>
              <a:t>h</a:t>
            </a:r>
            <a:r>
              <a:rPr sz="950" i="1" spc="-25" dirty="0">
                <a:solidFill>
                  <a:srgbClr val="004FA0"/>
                </a:solidFill>
                <a:latin typeface="Trebuchet MS"/>
                <a:cs typeface="Trebuchet MS"/>
              </a:rPr>
              <a:t>in  </a:t>
            </a:r>
            <a:r>
              <a:rPr sz="950" i="1" spc="20" dirty="0">
                <a:solidFill>
                  <a:srgbClr val="004FA0"/>
                </a:solidFill>
                <a:latin typeface="Trebuchet MS"/>
                <a:cs typeface="Trebuchet MS"/>
              </a:rPr>
              <a:t>20</a:t>
            </a:r>
            <a:r>
              <a:rPr sz="950" i="1" spc="30" dirty="0">
                <a:solidFill>
                  <a:srgbClr val="004FA0"/>
                </a:solidFill>
                <a:latin typeface="Trebuchet MS"/>
                <a:cs typeface="Trebuchet MS"/>
              </a:rPr>
              <a:t>m</a:t>
            </a:r>
            <a:r>
              <a:rPr sz="950" i="1" spc="-25" dirty="0">
                <a:solidFill>
                  <a:srgbClr val="004FA0"/>
                </a:solidFill>
                <a:latin typeface="Trebuchet MS"/>
                <a:cs typeface="Trebuchet MS"/>
              </a:rPr>
              <a:t>i</a:t>
            </a:r>
            <a:r>
              <a:rPr sz="950" i="1" spc="-50" dirty="0">
                <a:solidFill>
                  <a:srgbClr val="004FA0"/>
                </a:solidFill>
                <a:latin typeface="Trebuchet MS"/>
                <a:cs typeface="Trebuchet MS"/>
              </a:rPr>
              <a:t>n</a:t>
            </a:r>
            <a:r>
              <a:rPr sz="950" i="1" spc="60" dirty="0">
                <a:solidFill>
                  <a:srgbClr val="004FA0"/>
                </a:solidFill>
                <a:latin typeface="Trebuchet MS"/>
                <a:cs typeface="Trebuchet MS"/>
              </a:rPr>
              <a:t>s</a:t>
            </a:r>
            <a:r>
              <a:rPr sz="950" i="1" spc="-70" dirty="0">
                <a:solidFill>
                  <a:srgbClr val="004FA0"/>
                </a:solidFill>
                <a:latin typeface="Trebuchet MS"/>
                <a:cs typeface="Trebuchet MS"/>
              </a:rPr>
              <a:t>.</a:t>
            </a:r>
            <a:r>
              <a:rPr sz="950" i="1" spc="30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10" dirty="0">
                <a:solidFill>
                  <a:srgbClr val="004FA0"/>
                </a:solidFill>
                <a:latin typeface="Trebuchet MS"/>
                <a:cs typeface="Trebuchet MS"/>
              </a:rPr>
              <a:t>A</a:t>
            </a:r>
            <a:r>
              <a:rPr sz="950" i="1" spc="15" dirty="0">
                <a:solidFill>
                  <a:srgbClr val="004FA0"/>
                </a:solidFill>
                <a:latin typeface="Trebuchet MS"/>
                <a:cs typeface="Trebuchet MS"/>
              </a:rPr>
              <a:t>n</a:t>
            </a:r>
            <a:r>
              <a:rPr sz="950" i="1" spc="-75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10" dirty="0">
                <a:solidFill>
                  <a:srgbClr val="004FA0"/>
                </a:solidFill>
                <a:latin typeface="Trebuchet MS"/>
                <a:cs typeface="Trebuchet MS"/>
              </a:rPr>
              <a:t>e</a:t>
            </a:r>
            <a:r>
              <a:rPr sz="950" i="1" spc="20" dirty="0">
                <a:solidFill>
                  <a:srgbClr val="004FA0"/>
                </a:solidFill>
                <a:latin typeface="Trebuchet MS"/>
                <a:cs typeface="Trebuchet MS"/>
              </a:rPr>
              <a:t>a</a:t>
            </a:r>
            <a:r>
              <a:rPr sz="950" i="1" spc="60" dirty="0">
                <a:solidFill>
                  <a:srgbClr val="004FA0"/>
                </a:solidFill>
                <a:latin typeface="Trebuchet MS"/>
                <a:cs typeface="Trebuchet MS"/>
              </a:rPr>
              <a:t>s</a:t>
            </a:r>
            <a:r>
              <a:rPr sz="950" i="1" spc="-30" dirty="0">
                <a:solidFill>
                  <a:srgbClr val="004FA0"/>
                </a:solidFill>
                <a:latin typeface="Trebuchet MS"/>
                <a:cs typeface="Trebuchet MS"/>
              </a:rPr>
              <a:t>y</a:t>
            </a:r>
            <a:r>
              <a:rPr sz="950" i="1" spc="-55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004FA0"/>
                </a:solidFill>
                <a:latin typeface="Trebuchet MS"/>
                <a:cs typeface="Trebuchet MS"/>
              </a:rPr>
              <a:t>&amp;  </a:t>
            </a:r>
            <a:r>
              <a:rPr sz="950" i="1" spc="-40" dirty="0">
                <a:solidFill>
                  <a:srgbClr val="004FA0"/>
                </a:solidFill>
                <a:latin typeface="Trebuchet MS"/>
                <a:cs typeface="Trebuchet MS"/>
              </a:rPr>
              <a:t>nutritious</a:t>
            </a:r>
            <a:r>
              <a:rPr sz="950" i="1" spc="204" dirty="0">
                <a:solidFill>
                  <a:srgbClr val="004FA0"/>
                </a:solidFill>
                <a:latin typeface="Trebuchet MS"/>
                <a:cs typeface="Trebuchet MS"/>
              </a:rPr>
              <a:t>  </a:t>
            </a:r>
            <a:r>
              <a:rPr sz="950" i="1" spc="-25" dirty="0">
                <a:solidFill>
                  <a:srgbClr val="004FA0"/>
                </a:solidFill>
                <a:latin typeface="Trebuchet MS"/>
                <a:cs typeface="Trebuchet MS"/>
              </a:rPr>
              <a:t>breakfast </a:t>
            </a:r>
            <a:r>
              <a:rPr sz="950" i="1" spc="-20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10" dirty="0">
                <a:solidFill>
                  <a:srgbClr val="004FA0"/>
                </a:solidFill>
                <a:latin typeface="Trebuchet MS"/>
                <a:cs typeface="Trebuchet MS"/>
              </a:rPr>
              <a:t>o</a:t>
            </a:r>
            <a:r>
              <a:rPr sz="950" i="1" spc="-10" dirty="0">
                <a:solidFill>
                  <a:srgbClr val="004FA0"/>
                </a:solidFill>
                <a:latin typeface="Trebuchet MS"/>
                <a:cs typeface="Trebuchet MS"/>
              </a:rPr>
              <a:t>p</a:t>
            </a:r>
            <a:r>
              <a:rPr sz="950" i="1" spc="-105" dirty="0">
                <a:solidFill>
                  <a:srgbClr val="004FA0"/>
                </a:solidFill>
                <a:latin typeface="Trebuchet MS"/>
                <a:cs typeface="Trebuchet MS"/>
              </a:rPr>
              <a:t>t</a:t>
            </a:r>
            <a:r>
              <a:rPr sz="950" i="1" spc="-20" dirty="0">
                <a:solidFill>
                  <a:srgbClr val="004FA0"/>
                </a:solidFill>
                <a:latin typeface="Trebuchet MS"/>
                <a:cs typeface="Trebuchet MS"/>
              </a:rPr>
              <a:t>i</a:t>
            </a:r>
            <a:r>
              <a:rPr sz="950" i="1" spc="-45" dirty="0">
                <a:solidFill>
                  <a:srgbClr val="004FA0"/>
                </a:solidFill>
                <a:latin typeface="Trebuchet MS"/>
                <a:cs typeface="Trebuchet MS"/>
              </a:rPr>
              <a:t>o</a:t>
            </a:r>
            <a:r>
              <a:rPr sz="950" i="1" spc="15" dirty="0">
                <a:solidFill>
                  <a:srgbClr val="004FA0"/>
                </a:solidFill>
                <a:latin typeface="Trebuchet MS"/>
                <a:cs typeface="Trebuchet MS"/>
              </a:rPr>
              <a:t>n</a:t>
            </a:r>
            <a:r>
              <a:rPr sz="950" i="1" spc="-5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35" dirty="0">
                <a:solidFill>
                  <a:srgbClr val="004FA0"/>
                </a:solidFill>
                <a:latin typeface="Trebuchet MS"/>
                <a:cs typeface="Trebuchet MS"/>
              </a:rPr>
              <a:t>w</a:t>
            </a:r>
            <a:r>
              <a:rPr sz="950" i="1" spc="-10" dirty="0">
                <a:solidFill>
                  <a:srgbClr val="004FA0"/>
                </a:solidFill>
                <a:latin typeface="Trebuchet MS"/>
                <a:cs typeface="Trebuchet MS"/>
              </a:rPr>
              <a:t>h</a:t>
            </a:r>
            <a:r>
              <a:rPr sz="950" i="1" dirty="0">
                <a:solidFill>
                  <a:srgbClr val="004FA0"/>
                </a:solidFill>
                <a:latin typeface="Trebuchet MS"/>
                <a:cs typeface="Trebuchet MS"/>
              </a:rPr>
              <a:t>i</a:t>
            </a:r>
            <a:r>
              <a:rPr sz="950" i="1" spc="5" dirty="0">
                <a:solidFill>
                  <a:srgbClr val="004FA0"/>
                </a:solidFill>
                <a:latin typeface="Trebuchet MS"/>
                <a:cs typeface="Trebuchet MS"/>
              </a:rPr>
              <a:t>ch</a:t>
            </a:r>
            <a:r>
              <a:rPr sz="950" i="1" spc="70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10" dirty="0">
                <a:solidFill>
                  <a:srgbClr val="004FA0"/>
                </a:solidFill>
                <a:latin typeface="Trebuchet MS"/>
                <a:cs typeface="Trebuchet MS"/>
              </a:rPr>
              <a:t>I</a:t>
            </a:r>
            <a:r>
              <a:rPr sz="950" i="1" spc="-95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85" dirty="0">
                <a:solidFill>
                  <a:srgbClr val="004FA0"/>
                </a:solidFill>
                <a:latin typeface="Trebuchet MS"/>
                <a:cs typeface="Trebuchet MS"/>
              </a:rPr>
              <a:t>c</a:t>
            </a:r>
            <a:r>
              <a:rPr sz="950" i="1" spc="20" dirty="0">
                <a:solidFill>
                  <a:srgbClr val="004FA0"/>
                </a:solidFill>
                <a:latin typeface="Trebuchet MS"/>
                <a:cs typeface="Trebuchet MS"/>
              </a:rPr>
              <a:t>a</a:t>
            </a:r>
            <a:r>
              <a:rPr sz="950" i="1" spc="15" dirty="0">
                <a:solidFill>
                  <a:srgbClr val="004FA0"/>
                </a:solidFill>
                <a:latin typeface="Trebuchet MS"/>
                <a:cs typeface="Trebuchet MS"/>
              </a:rPr>
              <a:t>n</a:t>
            </a:r>
            <a:r>
              <a:rPr sz="950" i="1" spc="-80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85" dirty="0">
                <a:solidFill>
                  <a:srgbClr val="004FA0"/>
                </a:solidFill>
                <a:latin typeface="Trebuchet MS"/>
                <a:cs typeface="Trebuchet MS"/>
              </a:rPr>
              <a:t>c</a:t>
            </a:r>
            <a:r>
              <a:rPr sz="950" i="1" spc="20" dirty="0">
                <a:solidFill>
                  <a:srgbClr val="004FA0"/>
                </a:solidFill>
                <a:latin typeface="Trebuchet MS"/>
                <a:cs typeface="Trebuchet MS"/>
              </a:rPr>
              <a:t>a</a:t>
            </a:r>
            <a:r>
              <a:rPr sz="950" i="1" spc="-105" dirty="0">
                <a:solidFill>
                  <a:srgbClr val="004FA0"/>
                </a:solidFill>
                <a:latin typeface="Trebuchet MS"/>
                <a:cs typeface="Trebuchet MS"/>
              </a:rPr>
              <a:t>rr</a:t>
            </a:r>
            <a:r>
              <a:rPr sz="950" i="1" spc="-25" dirty="0">
                <a:solidFill>
                  <a:srgbClr val="004FA0"/>
                </a:solidFill>
                <a:latin typeface="Trebuchet MS"/>
                <a:cs typeface="Trebuchet MS"/>
              </a:rPr>
              <a:t>y</a:t>
            </a:r>
            <a:r>
              <a:rPr sz="950" i="1" spc="-70" dirty="0">
                <a:solidFill>
                  <a:srgbClr val="004FA0"/>
                </a:solidFill>
                <a:latin typeface="Trebuchet MS"/>
                <a:cs typeface="Trebuchet MS"/>
              </a:rPr>
              <a:t>.</a:t>
            </a:r>
            <a:r>
              <a:rPr sz="950" i="1" spc="30" dirty="0">
                <a:solidFill>
                  <a:srgbClr val="004FA0"/>
                </a:solidFill>
                <a:latin typeface="Trebuchet MS"/>
                <a:cs typeface="Trebuchet MS"/>
              </a:rPr>
              <a:t> </a:t>
            </a:r>
            <a:r>
              <a:rPr sz="950" i="1" spc="-60" dirty="0">
                <a:solidFill>
                  <a:srgbClr val="004FA0"/>
                </a:solidFill>
                <a:latin typeface="Trebuchet MS"/>
                <a:cs typeface="Trebuchet MS"/>
              </a:rPr>
              <a:t>”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284162" y="4133850"/>
            <a:ext cx="2298700" cy="2659380"/>
            <a:chOff x="284162" y="4133850"/>
            <a:chExt cx="2298700" cy="2659380"/>
          </a:xfrm>
        </p:grpSpPr>
        <p:sp>
          <p:nvSpPr>
            <p:cNvPr id="80" name="object 80"/>
            <p:cNvSpPr/>
            <p:nvPr/>
          </p:nvSpPr>
          <p:spPr>
            <a:xfrm>
              <a:off x="333375" y="4143375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354240" y="3990"/>
                  </a:lnTo>
                  <a:lnTo>
                    <a:pt x="401141" y="15544"/>
                  </a:lnTo>
                  <a:lnTo>
                    <a:pt x="444874" y="34032"/>
                  </a:lnTo>
                  <a:lnTo>
                    <a:pt x="484811" y="58826"/>
                  </a:lnTo>
                  <a:lnTo>
                    <a:pt x="520326" y="89296"/>
                  </a:lnTo>
                  <a:lnTo>
                    <a:pt x="550791" y="124815"/>
                  </a:lnTo>
                  <a:lnTo>
                    <a:pt x="575579" y="164753"/>
                  </a:lnTo>
                  <a:lnTo>
                    <a:pt x="594061" y="208483"/>
                  </a:lnTo>
                  <a:lnTo>
                    <a:pt x="605610" y="255374"/>
                  </a:lnTo>
                  <a:lnTo>
                    <a:pt x="609600" y="304800"/>
                  </a:lnTo>
                  <a:lnTo>
                    <a:pt x="605610" y="354225"/>
                  </a:lnTo>
                  <a:lnTo>
                    <a:pt x="594061" y="401116"/>
                  </a:lnTo>
                  <a:lnTo>
                    <a:pt x="575579" y="444846"/>
                  </a:lnTo>
                  <a:lnTo>
                    <a:pt x="550791" y="484784"/>
                  </a:lnTo>
                  <a:lnTo>
                    <a:pt x="520326" y="520303"/>
                  </a:lnTo>
                  <a:lnTo>
                    <a:pt x="484811" y="550773"/>
                  </a:lnTo>
                  <a:lnTo>
                    <a:pt x="444874" y="575567"/>
                  </a:lnTo>
                  <a:lnTo>
                    <a:pt x="401141" y="594055"/>
                  </a:lnTo>
                  <a:lnTo>
                    <a:pt x="354240" y="605609"/>
                  </a:lnTo>
                  <a:lnTo>
                    <a:pt x="304800" y="609600"/>
                  </a:lnTo>
                  <a:lnTo>
                    <a:pt x="255359" y="605609"/>
                  </a:lnTo>
                  <a:lnTo>
                    <a:pt x="208458" y="594055"/>
                  </a:lnTo>
                  <a:lnTo>
                    <a:pt x="164725" y="575567"/>
                  </a:lnTo>
                  <a:lnTo>
                    <a:pt x="124788" y="550773"/>
                  </a:lnTo>
                  <a:lnTo>
                    <a:pt x="89273" y="520303"/>
                  </a:lnTo>
                  <a:lnTo>
                    <a:pt x="58808" y="484784"/>
                  </a:lnTo>
                  <a:lnTo>
                    <a:pt x="34020" y="444846"/>
                  </a:lnTo>
                  <a:lnTo>
                    <a:pt x="15538" y="401116"/>
                  </a:lnTo>
                  <a:lnTo>
                    <a:pt x="3989" y="354225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90512" y="6053137"/>
              <a:ext cx="2286000" cy="733425"/>
            </a:xfrm>
            <a:custGeom>
              <a:avLst/>
              <a:gdLst/>
              <a:ahLst/>
              <a:cxnLst/>
              <a:rect l="l" t="t" r="r" b="b"/>
              <a:pathLst>
                <a:path w="2286000" h="733425">
                  <a:moveTo>
                    <a:pt x="228600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2286000" y="733425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90512" y="6053137"/>
              <a:ext cx="2286000" cy="733425"/>
            </a:xfrm>
            <a:custGeom>
              <a:avLst/>
              <a:gdLst/>
              <a:ahLst/>
              <a:cxnLst/>
              <a:rect l="l" t="t" r="r" b="b"/>
              <a:pathLst>
                <a:path w="2286000" h="733425">
                  <a:moveTo>
                    <a:pt x="0" y="733425"/>
                  </a:moveTo>
                  <a:lnTo>
                    <a:pt x="2286000" y="733425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733425"/>
                  </a:lnTo>
                  <a:close/>
                </a:path>
              </a:pathLst>
            </a:custGeom>
            <a:ln w="12700">
              <a:solidFill>
                <a:srgbClr val="004FA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296068" y="6079807"/>
            <a:ext cx="2251075" cy="662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5095" marR="109220" indent="11430" algn="ctr">
              <a:lnSpc>
                <a:spcPct val="99300"/>
              </a:lnSpc>
              <a:spcBef>
                <a:spcPts val="110"/>
              </a:spcBef>
            </a:pPr>
            <a:r>
              <a:rPr sz="1050" b="1" spc="40" dirty="0">
                <a:latin typeface="Trebuchet MS"/>
                <a:cs typeface="Trebuchet MS"/>
              </a:rPr>
              <a:t>N</a:t>
            </a:r>
            <a:r>
              <a:rPr sz="1050" b="1" dirty="0">
                <a:latin typeface="Trebuchet MS"/>
                <a:cs typeface="Trebuchet MS"/>
              </a:rPr>
              <a:t>E</a:t>
            </a:r>
            <a:r>
              <a:rPr sz="1050" b="1" spc="-5" dirty="0">
                <a:latin typeface="Trebuchet MS"/>
                <a:cs typeface="Trebuchet MS"/>
              </a:rPr>
              <a:t>E</a:t>
            </a:r>
            <a:r>
              <a:rPr sz="1050" b="1" spc="65" dirty="0">
                <a:latin typeface="Trebuchet MS"/>
                <a:cs typeface="Trebuchet MS"/>
              </a:rPr>
              <a:t>D</a:t>
            </a:r>
            <a:r>
              <a:rPr sz="1050" b="1" spc="-90" dirty="0">
                <a:latin typeface="Trebuchet MS"/>
                <a:cs typeface="Trebuchet MS"/>
              </a:rPr>
              <a:t> </a:t>
            </a:r>
            <a:r>
              <a:rPr sz="1050" b="1" spc="45" dirty="0">
                <a:latin typeface="Trebuchet MS"/>
                <a:cs typeface="Trebuchet MS"/>
              </a:rPr>
              <a:t>G</a:t>
            </a:r>
            <a:r>
              <a:rPr sz="1050" b="1" spc="5" dirty="0">
                <a:latin typeface="Trebuchet MS"/>
                <a:cs typeface="Trebuchet MS"/>
              </a:rPr>
              <a:t>A</a:t>
            </a:r>
            <a:r>
              <a:rPr sz="1050" b="1" spc="-20" dirty="0">
                <a:latin typeface="Trebuchet MS"/>
                <a:cs typeface="Trebuchet MS"/>
              </a:rPr>
              <a:t>P</a:t>
            </a:r>
            <a:r>
              <a:rPr sz="1050" b="1" spc="-70" dirty="0">
                <a:latin typeface="Trebuchet MS"/>
                <a:cs typeface="Trebuchet MS"/>
              </a:rPr>
              <a:t>:</a:t>
            </a:r>
            <a:r>
              <a:rPr sz="1050" b="1" spc="-100" dirty="0">
                <a:latin typeface="Trebuchet MS"/>
                <a:cs typeface="Trebuchet MS"/>
              </a:rPr>
              <a:t> </a:t>
            </a:r>
            <a:r>
              <a:rPr sz="1050" b="1" spc="40" dirty="0">
                <a:latin typeface="Trebuchet MS"/>
                <a:cs typeface="Trebuchet MS"/>
              </a:rPr>
              <a:t>M</a:t>
            </a:r>
            <a:r>
              <a:rPr sz="1050" b="1" spc="-20" dirty="0">
                <a:latin typeface="Trebuchet MS"/>
                <a:cs typeface="Trebuchet MS"/>
              </a:rPr>
              <a:t>i</a:t>
            </a:r>
            <a:r>
              <a:rPr sz="1050" b="1" spc="-25" dirty="0">
                <a:latin typeface="Trebuchet MS"/>
                <a:cs typeface="Trebuchet MS"/>
              </a:rPr>
              <a:t>n</a:t>
            </a:r>
            <a:r>
              <a:rPr sz="1050" b="1" spc="-20" dirty="0">
                <a:latin typeface="Trebuchet MS"/>
                <a:cs typeface="Trebuchet MS"/>
              </a:rPr>
              <a:t>i</a:t>
            </a:r>
            <a:r>
              <a:rPr sz="1050" b="1" spc="-10" dirty="0">
                <a:latin typeface="Trebuchet MS"/>
                <a:cs typeface="Trebuchet MS"/>
              </a:rPr>
              <a:t>m</a:t>
            </a:r>
            <a:r>
              <a:rPr sz="1050" b="1" spc="35" dirty="0">
                <a:latin typeface="Trebuchet MS"/>
                <a:cs typeface="Trebuchet MS"/>
              </a:rPr>
              <a:t>a</a:t>
            </a:r>
            <a:r>
              <a:rPr sz="1050" b="1" dirty="0">
                <a:latin typeface="Trebuchet MS"/>
                <a:cs typeface="Trebuchet MS"/>
              </a:rPr>
              <a:t>l</a:t>
            </a:r>
            <a:r>
              <a:rPr sz="1050" b="1" spc="-105" dirty="0">
                <a:latin typeface="Trebuchet MS"/>
                <a:cs typeface="Trebuchet MS"/>
              </a:rPr>
              <a:t> </a:t>
            </a:r>
            <a:r>
              <a:rPr sz="1050" b="1" spc="-15" dirty="0">
                <a:latin typeface="Trebuchet MS"/>
                <a:cs typeface="Trebuchet MS"/>
              </a:rPr>
              <a:t>p</a:t>
            </a:r>
            <a:r>
              <a:rPr sz="1050" b="1" spc="-80" dirty="0">
                <a:latin typeface="Trebuchet MS"/>
                <a:cs typeface="Trebuchet MS"/>
              </a:rPr>
              <a:t>r</a:t>
            </a:r>
            <a:r>
              <a:rPr sz="1050" b="1" spc="-10" dirty="0">
                <a:latin typeface="Trebuchet MS"/>
                <a:cs typeface="Trebuchet MS"/>
              </a:rPr>
              <a:t>e</a:t>
            </a:r>
            <a:r>
              <a:rPr sz="1050" b="1" spc="5" dirty="0">
                <a:latin typeface="Trebuchet MS"/>
                <a:cs typeface="Trebuchet MS"/>
              </a:rPr>
              <a:t>p</a:t>
            </a:r>
            <a:r>
              <a:rPr sz="1050" b="1" spc="-35" dirty="0">
                <a:latin typeface="Trebuchet MS"/>
                <a:cs typeface="Trebuchet MS"/>
              </a:rPr>
              <a:t> </a:t>
            </a:r>
            <a:r>
              <a:rPr sz="1050" b="1" spc="35" dirty="0">
                <a:latin typeface="Trebuchet MS"/>
                <a:cs typeface="Trebuchet MS"/>
              </a:rPr>
              <a:t>a</a:t>
            </a:r>
            <a:r>
              <a:rPr sz="1050" b="1" spc="-25" dirty="0">
                <a:latin typeface="Trebuchet MS"/>
                <a:cs typeface="Trebuchet MS"/>
              </a:rPr>
              <a:t>n</a:t>
            </a:r>
            <a:r>
              <a:rPr sz="1050" b="1" dirty="0">
                <a:latin typeface="Trebuchet MS"/>
                <a:cs typeface="Trebuchet MS"/>
              </a:rPr>
              <a:t>d  </a:t>
            </a:r>
            <a:r>
              <a:rPr sz="1050" b="1" spc="-15" dirty="0">
                <a:latin typeface="Trebuchet MS"/>
                <a:cs typeface="Trebuchet MS"/>
              </a:rPr>
              <a:t>p</a:t>
            </a:r>
            <a:r>
              <a:rPr sz="1050" b="1" spc="-35" dirty="0">
                <a:latin typeface="Trebuchet MS"/>
                <a:cs typeface="Trebuchet MS"/>
              </a:rPr>
              <a:t>o</a:t>
            </a:r>
            <a:r>
              <a:rPr sz="1050" b="1" spc="-45" dirty="0">
                <a:latin typeface="Trebuchet MS"/>
                <a:cs typeface="Trebuchet MS"/>
              </a:rPr>
              <a:t>r</a:t>
            </a:r>
            <a:r>
              <a:rPr sz="1050" b="1" spc="-15" dirty="0">
                <a:latin typeface="Trebuchet MS"/>
                <a:cs typeface="Trebuchet MS"/>
              </a:rPr>
              <a:t>t</a:t>
            </a:r>
            <a:r>
              <a:rPr sz="1050" b="1" dirty="0">
                <a:latin typeface="Trebuchet MS"/>
                <a:cs typeface="Trebuchet MS"/>
              </a:rPr>
              <a:t>a</a:t>
            </a:r>
            <a:r>
              <a:rPr sz="1050" b="1" spc="-15" dirty="0">
                <a:latin typeface="Trebuchet MS"/>
                <a:cs typeface="Trebuchet MS"/>
              </a:rPr>
              <a:t>b</a:t>
            </a:r>
            <a:r>
              <a:rPr sz="1050" b="1" spc="-20" dirty="0">
                <a:latin typeface="Trebuchet MS"/>
                <a:cs typeface="Trebuchet MS"/>
              </a:rPr>
              <a:t>i</a:t>
            </a:r>
            <a:r>
              <a:rPr sz="1050" b="1" spc="-15" dirty="0">
                <a:latin typeface="Trebuchet MS"/>
                <a:cs typeface="Trebuchet MS"/>
              </a:rPr>
              <a:t>l</a:t>
            </a:r>
            <a:r>
              <a:rPr sz="1050" b="1" spc="-20" dirty="0">
                <a:latin typeface="Trebuchet MS"/>
                <a:cs typeface="Trebuchet MS"/>
              </a:rPr>
              <a:t>i</a:t>
            </a:r>
            <a:r>
              <a:rPr sz="1050" b="1" spc="-45" dirty="0">
                <a:latin typeface="Trebuchet MS"/>
                <a:cs typeface="Trebuchet MS"/>
              </a:rPr>
              <a:t>t</a:t>
            </a:r>
            <a:r>
              <a:rPr sz="1050" b="1" spc="-50" dirty="0">
                <a:latin typeface="Trebuchet MS"/>
                <a:cs typeface="Trebuchet MS"/>
              </a:rPr>
              <a:t>y</a:t>
            </a:r>
            <a:r>
              <a:rPr sz="1050" b="1" spc="-80" dirty="0">
                <a:latin typeface="Trebuchet MS"/>
                <a:cs typeface="Trebuchet MS"/>
              </a:rPr>
              <a:t> </a:t>
            </a:r>
            <a:r>
              <a:rPr sz="1050" b="1" spc="-30" dirty="0">
                <a:latin typeface="Trebuchet MS"/>
                <a:cs typeface="Trebuchet MS"/>
              </a:rPr>
              <a:t>-</a:t>
            </a:r>
            <a:r>
              <a:rPr sz="1050" b="1" spc="-150" dirty="0">
                <a:latin typeface="Trebuchet MS"/>
                <a:cs typeface="Trebuchet MS"/>
              </a:rPr>
              <a:t> </a:t>
            </a:r>
            <a:r>
              <a:rPr sz="1050" b="1" spc="-30" dirty="0">
                <a:latin typeface="Trebuchet MS"/>
                <a:cs typeface="Trebuchet MS"/>
              </a:rPr>
              <a:t>t</a:t>
            </a:r>
            <a:r>
              <a:rPr sz="1050" b="1" spc="-45" dirty="0">
                <a:latin typeface="Trebuchet MS"/>
                <a:cs typeface="Trebuchet MS"/>
              </a:rPr>
              <a:t>h</a:t>
            </a:r>
            <a:r>
              <a:rPr sz="1050" b="1" spc="-20" dirty="0">
                <a:latin typeface="Trebuchet MS"/>
                <a:cs typeface="Trebuchet MS"/>
              </a:rPr>
              <a:t>e</a:t>
            </a:r>
            <a:r>
              <a:rPr sz="1050" b="1" spc="-80" dirty="0">
                <a:latin typeface="Trebuchet MS"/>
                <a:cs typeface="Trebuchet MS"/>
              </a:rPr>
              <a:t> </a:t>
            </a:r>
            <a:r>
              <a:rPr sz="1050" b="1" spc="-15" dirty="0">
                <a:latin typeface="Trebuchet MS"/>
                <a:cs typeface="Trebuchet MS"/>
              </a:rPr>
              <a:t>p</a:t>
            </a:r>
            <a:r>
              <a:rPr sz="1050" b="1" spc="-5" dirty="0">
                <a:latin typeface="Trebuchet MS"/>
                <a:cs typeface="Trebuchet MS"/>
              </a:rPr>
              <a:t>e</a:t>
            </a:r>
            <a:r>
              <a:rPr sz="1050" b="1" spc="-80" dirty="0">
                <a:latin typeface="Trebuchet MS"/>
                <a:cs typeface="Trebuchet MS"/>
              </a:rPr>
              <a:t>r</a:t>
            </a:r>
            <a:r>
              <a:rPr sz="1050" b="1" spc="-20" dirty="0">
                <a:latin typeface="Trebuchet MS"/>
                <a:cs typeface="Trebuchet MS"/>
              </a:rPr>
              <a:t>f</a:t>
            </a:r>
            <a:r>
              <a:rPr sz="1050" b="1" spc="-5" dirty="0">
                <a:latin typeface="Trebuchet MS"/>
                <a:cs typeface="Trebuchet MS"/>
              </a:rPr>
              <a:t>e</a:t>
            </a:r>
            <a:r>
              <a:rPr sz="1050" b="1" spc="60" dirty="0">
                <a:latin typeface="Trebuchet MS"/>
                <a:cs typeface="Trebuchet MS"/>
              </a:rPr>
              <a:t>c</a:t>
            </a:r>
            <a:r>
              <a:rPr sz="1050" b="1" spc="-45" dirty="0">
                <a:latin typeface="Trebuchet MS"/>
                <a:cs typeface="Trebuchet MS"/>
              </a:rPr>
              <a:t>t</a:t>
            </a:r>
            <a:r>
              <a:rPr sz="1050" b="1" spc="-170" dirty="0">
                <a:latin typeface="Trebuchet MS"/>
                <a:cs typeface="Trebuchet MS"/>
              </a:rPr>
              <a:t> </a:t>
            </a:r>
            <a:r>
              <a:rPr sz="1050" b="1" spc="-5" dirty="0">
                <a:latin typeface="Trebuchet MS"/>
                <a:cs typeface="Trebuchet MS"/>
              </a:rPr>
              <a:t>g</a:t>
            </a:r>
            <a:r>
              <a:rPr sz="1050" b="1" spc="-80" dirty="0">
                <a:latin typeface="Trebuchet MS"/>
                <a:cs typeface="Trebuchet MS"/>
              </a:rPr>
              <a:t>r</a:t>
            </a:r>
            <a:r>
              <a:rPr sz="1050" b="1" spc="40" dirty="0">
                <a:latin typeface="Trebuchet MS"/>
                <a:cs typeface="Trebuchet MS"/>
              </a:rPr>
              <a:t>a</a:t>
            </a:r>
            <a:r>
              <a:rPr sz="1050" b="1" spc="-15" dirty="0">
                <a:latin typeface="Trebuchet MS"/>
                <a:cs typeface="Trebuchet MS"/>
              </a:rPr>
              <a:t>b-</a:t>
            </a:r>
            <a:r>
              <a:rPr sz="1050" b="1" spc="35" dirty="0">
                <a:latin typeface="Trebuchet MS"/>
                <a:cs typeface="Trebuchet MS"/>
              </a:rPr>
              <a:t>a</a:t>
            </a:r>
            <a:r>
              <a:rPr sz="1050" b="1" spc="-25" dirty="0">
                <a:latin typeface="Trebuchet MS"/>
                <a:cs typeface="Trebuchet MS"/>
              </a:rPr>
              <a:t>n</a:t>
            </a:r>
            <a:r>
              <a:rPr sz="1050" b="1" spc="-15" dirty="0">
                <a:latin typeface="Trebuchet MS"/>
                <a:cs typeface="Trebuchet MS"/>
              </a:rPr>
              <a:t>d</a:t>
            </a:r>
            <a:r>
              <a:rPr sz="1050" b="1" spc="-25" dirty="0">
                <a:latin typeface="Trebuchet MS"/>
                <a:cs typeface="Trebuchet MS"/>
              </a:rPr>
              <a:t>-  </a:t>
            </a:r>
            <a:r>
              <a:rPr sz="1050" b="1" spc="-10" dirty="0">
                <a:latin typeface="Trebuchet MS"/>
                <a:cs typeface="Trebuchet MS"/>
              </a:rPr>
              <a:t>g</a:t>
            </a:r>
            <a:r>
              <a:rPr sz="1050" b="1" spc="5" dirty="0">
                <a:latin typeface="Trebuchet MS"/>
                <a:cs typeface="Trebuchet MS"/>
              </a:rPr>
              <a:t>o</a:t>
            </a:r>
            <a:r>
              <a:rPr sz="1050" b="1" spc="-95" dirty="0">
                <a:latin typeface="Trebuchet MS"/>
                <a:cs typeface="Trebuchet MS"/>
              </a:rPr>
              <a:t> </a:t>
            </a:r>
            <a:r>
              <a:rPr sz="1050" b="1" spc="-15" dirty="0">
                <a:latin typeface="Trebuchet MS"/>
                <a:cs typeface="Trebuchet MS"/>
              </a:rPr>
              <a:t>b</a:t>
            </a:r>
            <a:r>
              <a:rPr sz="1050" b="1" spc="-80" dirty="0">
                <a:latin typeface="Trebuchet MS"/>
                <a:cs typeface="Trebuchet MS"/>
              </a:rPr>
              <a:t>r</a:t>
            </a:r>
            <a:r>
              <a:rPr sz="1050" b="1" spc="-10" dirty="0">
                <a:latin typeface="Trebuchet MS"/>
                <a:cs typeface="Trebuchet MS"/>
              </a:rPr>
              <a:t>e</a:t>
            </a:r>
            <a:r>
              <a:rPr sz="1050" b="1" spc="35" dirty="0">
                <a:latin typeface="Trebuchet MS"/>
                <a:cs typeface="Trebuchet MS"/>
              </a:rPr>
              <a:t>a</a:t>
            </a:r>
            <a:r>
              <a:rPr sz="1050" b="1" spc="-55" dirty="0">
                <a:latin typeface="Trebuchet MS"/>
                <a:cs typeface="Trebuchet MS"/>
              </a:rPr>
              <a:t>k</a:t>
            </a:r>
            <a:r>
              <a:rPr sz="1050" b="1" spc="-20" dirty="0">
                <a:latin typeface="Trebuchet MS"/>
                <a:cs typeface="Trebuchet MS"/>
              </a:rPr>
              <a:t>f</a:t>
            </a:r>
            <a:r>
              <a:rPr sz="1050" b="1" spc="35" dirty="0">
                <a:latin typeface="Trebuchet MS"/>
                <a:cs typeface="Trebuchet MS"/>
              </a:rPr>
              <a:t>a</a:t>
            </a:r>
            <a:r>
              <a:rPr sz="1050" b="1" spc="65" dirty="0">
                <a:latin typeface="Trebuchet MS"/>
                <a:cs typeface="Trebuchet MS"/>
              </a:rPr>
              <a:t>s</a:t>
            </a:r>
            <a:r>
              <a:rPr sz="1050" b="1" spc="-45" dirty="0">
                <a:latin typeface="Trebuchet MS"/>
                <a:cs typeface="Trebuchet MS"/>
              </a:rPr>
              <a:t>t</a:t>
            </a:r>
            <a:r>
              <a:rPr sz="1050" b="1" spc="-95" dirty="0">
                <a:latin typeface="Trebuchet MS"/>
                <a:cs typeface="Trebuchet MS"/>
              </a:rPr>
              <a:t> </a:t>
            </a:r>
            <a:r>
              <a:rPr sz="1050" b="1" spc="-20" dirty="0">
                <a:latin typeface="Trebuchet MS"/>
                <a:cs typeface="Trebuchet MS"/>
              </a:rPr>
              <a:t>f</a:t>
            </a:r>
            <a:r>
              <a:rPr sz="1050" b="1" spc="-40" dirty="0">
                <a:latin typeface="Trebuchet MS"/>
                <a:cs typeface="Trebuchet MS"/>
              </a:rPr>
              <a:t>o</a:t>
            </a:r>
            <a:r>
              <a:rPr sz="1050" b="1" spc="-25" dirty="0">
                <a:latin typeface="Trebuchet MS"/>
                <a:cs typeface="Trebuchet MS"/>
              </a:rPr>
              <a:t>r</a:t>
            </a:r>
            <a:r>
              <a:rPr sz="1050" b="1" spc="-185" dirty="0">
                <a:latin typeface="Trebuchet MS"/>
                <a:cs typeface="Trebuchet MS"/>
              </a:rPr>
              <a:t> </a:t>
            </a:r>
            <a:r>
              <a:rPr sz="1050" b="1" spc="-15" dirty="0">
                <a:latin typeface="Trebuchet MS"/>
                <a:cs typeface="Trebuchet MS"/>
              </a:rPr>
              <a:t>b</a:t>
            </a:r>
            <a:r>
              <a:rPr sz="1050" b="1" spc="-25" dirty="0">
                <a:latin typeface="Trebuchet MS"/>
                <a:cs typeface="Trebuchet MS"/>
              </a:rPr>
              <a:t>u</a:t>
            </a:r>
            <a:r>
              <a:rPr sz="1050" b="1" spc="65" dirty="0">
                <a:latin typeface="Trebuchet MS"/>
                <a:cs typeface="Trebuchet MS"/>
              </a:rPr>
              <a:t>s</a:t>
            </a:r>
            <a:r>
              <a:rPr sz="1050" b="1" spc="-45" dirty="0">
                <a:latin typeface="Trebuchet MS"/>
                <a:cs typeface="Trebuchet MS"/>
              </a:rPr>
              <a:t>y</a:t>
            </a:r>
            <a:r>
              <a:rPr sz="1050" b="1" spc="-90" dirty="0">
                <a:latin typeface="Trebuchet MS"/>
                <a:cs typeface="Trebuchet MS"/>
              </a:rPr>
              <a:t> </a:t>
            </a:r>
            <a:r>
              <a:rPr sz="1050" b="1" spc="-5" dirty="0">
                <a:latin typeface="Trebuchet MS"/>
                <a:cs typeface="Trebuchet MS"/>
              </a:rPr>
              <a:t>m</a:t>
            </a:r>
            <a:r>
              <a:rPr sz="1050" b="1" spc="-40" dirty="0">
                <a:latin typeface="Trebuchet MS"/>
                <a:cs typeface="Trebuchet MS"/>
              </a:rPr>
              <a:t>or</a:t>
            </a:r>
            <a:r>
              <a:rPr sz="1050" b="1" spc="-25" dirty="0">
                <a:latin typeface="Trebuchet MS"/>
                <a:cs typeface="Trebuchet MS"/>
              </a:rPr>
              <a:t>n</a:t>
            </a:r>
            <a:r>
              <a:rPr sz="1050" b="1" spc="-20" dirty="0">
                <a:latin typeface="Trebuchet MS"/>
                <a:cs typeface="Trebuchet MS"/>
              </a:rPr>
              <a:t>i</a:t>
            </a:r>
            <a:r>
              <a:rPr sz="1050" b="1" spc="-25" dirty="0">
                <a:latin typeface="Trebuchet MS"/>
                <a:cs typeface="Trebuchet MS"/>
              </a:rPr>
              <a:t>n</a:t>
            </a:r>
            <a:r>
              <a:rPr sz="1050" b="1" spc="-10" dirty="0">
                <a:latin typeface="Trebuchet MS"/>
                <a:cs typeface="Trebuchet MS"/>
              </a:rPr>
              <a:t>g</a:t>
            </a:r>
            <a:r>
              <a:rPr sz="1050" b="1" spc="70" dirty="0">
                <a:latin typeface="Trebuchet MS"/>
                <a:cs typeface="Trebuchet MS"/>
              </a:rPr>
              <a:t>s  </a:t>
            </a:r>
            <a:r>
              <a:rPr sz="1050" b="1" spc="35" dirty="0">
                <a:latin typeface="Trebuchet MS"/>
                <a:cs typeface="Trebuchet MS"/>
              </a:rPr>
              <a:t>a</a:t>
            </a:r>
            <a:r>
              <a:rPr sz="1050" b="1" spc="-25" dirty="0">
                <a:latin typeface="Trebuchet MS"/>
                <a:cs typeface="Trebuchet MS"/>
              </a:rPr>
              <a:t>n</a:t>
            </a:r>
            <a:r>
              <a:rPr sz="1050" b="1" spc="5" dirty="0">
                <a:latin typeface="Trebuchet MS"/>
                <a:cs typeface="Trebuchet MS"/>
              </a:rPr>
              <a:t>d</a:t>
            </a:r>
            <a:r>
              <a:rPr sz="1050" b="1" spc="-110" dirty="0">
                <a:latin typeface="Trebuchet MS"/>
                <a:cs typeface="Trebuchet MS"/>
              </a:rPr>
              <a:t> </a:t>
            </a:r>
            <a:r>
              <a:rPr sz="1050" b="1" spc="35" dirty="0">
                <a:latin typeface="Trebuchet MS"/>
                <a:cs typeface="Trebuchet MS"/>
              </a:rPr>
              <a:t>a</a:t>
            </a:r>
            <a:r>
              <a:rPr sz="1050" b="1" spc="60" dirty="0">
                <a:latin typeface="Trebuchet MS"/>
                <a:cs typeface="Trebuchet MS"/>
              </a:rPr>
              <a:t>c</a:t>
            </a:r>
            <a:r>
              <a:rPr sz="1050" b="1" spc="-50" dirty="0">
                <a:latin typeface="Trebuchet MS"/>
                <a:cs typeface="Trebuchet MS"/>
              </a:rPr>
              <a:t>t</a:t>
            </a:r>
            <a:r>
              <a:rPr sz="1050" b="1" spc="-20" dirty="0">
                <a:latin typeface="Trebuchet MS"/>
                <a:cs typeface="Trebuchet MS"/>
              </a:rPr>
              <a:t>i</a:t>
            </a:r>
            <a:r>
              <a:rPr sz="1050" b="1" spc="-35" dirty="0">
                <a:latin typeface="Trebuchet MS"/>
                <a:cs typeface="Trebuchet MS"/>
              </a:rPr>
              <a:t>v</a:t>
            </a:r>
            <a:r>
              <a:rPr sz="1050" b="1" spc="-20" dirty="0">
                <a:latin typeface="Trebuchet MS"/>
                <a:cs typeface="Trebuchet MS"/>
              </a:rPr>
              <a:t>e</a:t>
            </a:r>
            <a:r>
              <a:rPr sz="1050" b="1" spc="-155" dirty="0">
                <a:latin typeface="Trebuchet MS"/>
                <a:cs typeface="Trebuchet MS"/>
              </a:rPr>
              <a:t> </a:t>
            </a:r>
            <a:r>
              <a:rPr sz="1050" b="1" spc="-15" dirty="0">
                <a:latin typeface="Trebuchet MS"/>
                <a:cs typeface="Trebuchet MS"/>
              </a:rPr>
              <a:t>l</a:t>
            </a:r>
            <a:r>
              <a:rPr sz="1050" b="1" spc="-20" dirty="0">
                <a:latin typeface="Trebuchet MS"/>
                <a:cs typeface="Trebuchet MS"/>
              </a:rPr>
              <a:t>if</a:t>
            </a:r>
            <a:r>
              <a:rPr sz="1050" b="1" spc="-10" dirty="0">
                <a:latin typeface="Trebuchet MS"/>
                <a:cs typeface="Trebuchet MS"/>
              </a:rPr>
              <a:t>e</a:t>
            </a:r>
            <a:r>
              <a:rPr sz="1050" b="1" spc="70" dirty="0">
                <a:latin typeface="Trebuchet MS"/>
                <a:cs typeface="Trebuchet MS"/>
              </a:rPr>
              <a:t>s</a:t>
            </a:r>
            <a:r>
              <a:rPr sz="1050" b="1" spc="-45" dirty="0">
                <a:latin typeface="Trebuchet MS"/>
                <a:cs typeface="Trebuchet MS"/>
              </a:rPr>
              <a:t>t</a:t>
            </a:r>
            <a:r>
              <a:rPr sz="1050" b="1" spc="-50" dirty="0">
                <a:latin typeface="Trebuchet MS"/>
                <a:cs typeface="Trebuchet MS"/>
              </a:rPr>
              <a:t>y</a:t>
            </a:r>
            <a:r>
              <a:rPr sz="1050" b="1" spc="-15" dirty="0">
                <a:latin typeface="Trebuchet MS"/>
                <a:cs typeface="Trebuchet MS"/>
              </a:rPr>
              <a:t>l</a:t>
            </a:r>
            <a:r>
              <a:rPr sz="1050" b="1" spc="-10" dirty="0">
                <a:latin typeface="Trebuchet MS"/>
                <a:cs typeface="Trebuchet MS"/>
              </a:rPr>
              <a:t>e</a:t>
            </a:r>
            <a:r>
              <a:rPr sz="1050" b="1" spc="90" dirty="0">
                <a:latin typeface="Trebuchet MS"/>
                <a:cs typeface="Trebuchet MS"/>
              </a:rPr>
              <a:t>s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228600" y="4838636"/>
            <a:ext cx="2353310" cy="338455"/>
            <a:chOff x="228600" y="4838636"/>
            <a:chExt cx="2353310" cy="338455"/>
          </a:xfrm>
        </p:grpSpPr>
        <p:sp>
          <p:nvSpPr>
            <p:cNvPr id="85" name="object 85"/>
            <p:cNvSpPr/>
            <p:nvPr/>
          </p:nvSpPr>
          <p:spPr>
            <a:xfrm>
              <a:off x="809625" y="5000624"/>
              <a:ext cx="1762760" cy="0"/>
            </a:xfrm>
            <a:custGeom>
              <a:avLst/>
              <a:gdLst/>
              <a:ahLst/>
              <a:cxnLst/>
              <a:rect l="l" t="t" r="r" b="b"/>
              <a:pathLst>
                <a:path w="1762760">
                  <a:moveTo>
                    <a:pt x="0" y="0"/>
                  </a:moveTo>
                  <a:lnTo>
                    <a:pt x="1762633" y="0"/>
                  </a:lnTo>
                </a:path>
              </a:pathLst>
            </a:custGeom>
            <a:ln w="19050">
              <a:solidFill>
                <a:srgbClr val="6A3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8600" y="4838636"/>
              <a:ext cx="1700276" cy="32861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66700" y="4867211"/>
              <a:ext cx="1528699" cy="30956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95275" y="4886324"/>
              <a:ext cx="1571625" cy="200025"/>
            </a:xfrm>
            <a:custGeom>
              <a:avLst/>
              <a:gdLst/>
              <a:ahLst/>
              <a:cxnLst/>
              <a:rect l="l" t="t" r="r" b="b"/>
              <a:pathLst>
                <a:path w="1571625" h="200025">
                  <a:moveTo>
                    <a:pt x="1571625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1571625" y="200025"/>
                  </a:lnTo>
                  <a:lnTo>
                    <a:pt x="1571625" y="0"/>
                  </a:lnTo>
                  <a:close/>
                </a:path>
              </a:pathLst>
            </a:custGeom>
            <a:solidFill>
              <a:srgbClr val="6A3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95275" y="4924044"/>
            <a:ext cx="15716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25"/>
              </a:spcBef>
            </a:pPr>
            <a:r>
              <a:rPr sz="650" b="1" spc="3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650" b="1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650" b="1" spc="4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650" b="1" spc="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650" b="1" spc="4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650" b="1" spc="-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650" b="1" spc="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650" b="1" spc="-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650" b="1" spc="-1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650" b="1" spc="-4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650" b="1" spc="4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65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65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5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50" b="1" spc="-5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65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50" b="1" spc="-1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65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650" b="1" spc="-5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650" b="1" spc="4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650" b="1" spc="-1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650" b="1" spc="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650" b="1" spc="4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650" b="1" spc="-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650" b="1" spc="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650" b="1" spc="-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650" b="1" spc="-1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650" b="1" spc="-4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650" b="1" spc="4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65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650">
              <a:latin typeface="Trebuchet MS"/>
              <a:cs typeface="Trebuchet MS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428625" y="3933825"/>
            <a:ext cx="6838950" cy="1214755"/>
            <a:chOff x="428625" y="3933825"/>
            <a:chExt cx="6838950" cy="1214755"/>
          </a:xfrm>
        </p:grpSpPr>
        <p:sp>
          <p:nvSpPr>
            <p:cNvPr id="91" name="object 91"/>
            <p:cNvSpPr/>
            <p:nvPr/>
          </p:nvSpPr>
          <p:spPr>
            <a:xfrm>
              <a:off x="2705100" y="3933824"/>
              <a:ext cx="4562475" cy="161925"/>
            </a:xfrm>
            <a:custGeom>
              <a:avLst/>
              <a:gdLst/>
              <a:ahLst/>
              <a:cxnLst/>
              <a:rect l="l" t="t" r="r" b="b"/>
              <a:pathLst>
                <a:path w="4562475" h="161925">
                  <a:moveTo>
                    <a:pt x="21812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2181225" y="161925"/>
                  </a:lnTo>
                  <a:lnTo>
                    <a:pt x="2181225" y="0"/>
                  </a:lnTo>
                  <a:close/>
                </a:path>
                <a:path w="4562475" h="161925">
                  <a:moveTo>
                    <a:pt x="4562475" y="0"/>
                  </a:moveTo>
                  <a:lnTo>
                    <a:pt x="2428875" y="0"/>
                  </a:lnTo>
                  <a:lnTo>
                    <a:pt x="2428875" y="161925"/>
                  </a:lnTo>
                  <a:lnTo>
                    <a:pt x="4562475" y="161925"/>
                  </a:lnTo>
                  <a:lnTo>
                    <a:pt x="4562475" y="0"/>
                  </a:lnTo>
                  <a:close/>
                </a:path>
              </a:pathLst>
            </a:custGeom>
            <a:solidFill>
              <a:srgbClr val="004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8625" y="4219575"/>
              <a:ext cx="447675" cy="42862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00325" y="4819586"/>
              <a:ext cx="1700276" cy="328612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295275" y="5080018"/>
            <a:ext cx="2257425" cy="8737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42875" indent="-762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142875" algn="l"/>
              </a:tabLst>
            </a:pPr>
            <a:r>
              <a:rPr sz="950" spc="-25" dirty="0">
                <a:latin typeface="Tahoma"/>
                <a:cs typeface="Tahoma"/>
              </a:rPr>
              <a:t>L</a:t>
            </a:r>
            <a:r>
              <a:rPr sz="950" spc="5" dirty="0">
                <a:latin typeface="Tahoma"/>
                <a:cs typeface="Tahoma"/>
              </a:rPr>
              <a:t>i</a:t>
            </a:r>
            <a:r>
              <a:rPr sz="950" spc="-25" dirty="0">
                <a:latin typeface="Tahoma"/>
                <a:cs typeface="Tahoma"/>
              </a:rPr>
              <a:t>v</a:t>
            </a:r>
            <a:r>
              <a:rPr sz="950" spc="20" dirty="0">
                <a:latin typeface="Tahoma"/>
                <a:cs typeface="Tahoma"/>
              </a:rPr>
              <a:t>e</a:t>
            </a:r>
            <a:r>
              <a:rPr sz="950" spc="45" dirty="0">
                <a:latin typeface="Tahoma"/>
                <a:cs typeface="Tahoma"/>
              </a:rPr>
              <a:t>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a</a:t>
            </a:r>
            <a:r>
              <a:rPr sz="950" spc="5" dirty="0">
                <a:latin typeface="Tahoma"/>
                <a:cs typeface="Tahoma"/>
              </a:rPr>
              <a:t>lo</a:t>
            </a:r>
            <a:r>
              <a:rPr sz="950" spc="-5" dirty="0">
                <a:latin typeface="Tahoma"/>
                <a:cs typeface="Tahoma"/>
              </a:rPr>
              <a:t>n</a:t>
            </a:r>
            <a:r>
              <a:rPr sz="950" spc="10" dirty="0">
                <a:latin typeface="Tahoma"/>
                <a:cs typeface="Tahoma"/>
              </a:rPr>
              <a:t>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" dirty="0">
                <a:latin typeface="Tahoma"/>
                <a:cs typeface="Tahoma"/>
              </a:rPr>
              <a:t>in</a:t>
            </a:r>
            <a:r>
              <a:rPr sz="950" spc="-85" dirty="0">
                <a:latin typeface="Tahoma"/>
                <a:cs typeface="Tahoma"/>
              </a:rPr>
              <a:t> </a:t>
            </a:r>
            <a:r>
              <a:rPr sz="950" spc="35" dirty="0">
                <a:latin typeface="Tahoma"/>
                <a:cs typeface="Tahoma"/>
              </a:rPr>
              <a:t>B</a:t>
            </a:r>
            <a:r>
              <a:rPr sz="950" spc="20" dirty="0">
                <a:latin typeface="Tahoma"/>
                <a:cs typeface="Tahoma"/>
              </a:rPr>
              <a:t>a</a:t>
            </a:r>
            <a:r>
              <a:rPr sz="950" spc="-5" dirty="0">
                <a:latin typeface="Tahoma"/>
                <a:cs typeface="Tahoma"/>
              </a:rPr>
              <a:t>n</a:t>
            </a:r>
            <a:r>
              <a:rPr sz="950" spc="-75" dirty="0">
                <a:latin typeface="Tahoma"/>
                <a:cs typeface="Tahoma"/>
              </a:rPr>
              <a:t>g</a:t>
            </a:r>
            <a:r>
              <a:rPr sz="950" spc="20" dirty="0">
                <a:latin typeface="Tahoma"/>
                <a:cs typeface="Tahoma"/>
              </a:rPr>
              <a:t>a</a:t>
            </a:r>
            <a:r>
              <a:rPr sz="950" spc="5" dirty="0">
                <a:latin typeface="Tahoma"/>
                <a:cs typeface="Tahoma"/>
              </a:rPr>
              <a:t>lo</a:t>
            </a:r>
            <a:r>
              <a:rPr sz="950" spc="-50" dirty="0">
                <a:latin typeface="Tahoma"/>
                <a:cs typeface="Tahoma"/>
              </a:rPr>
              <a:t>r</a:t>
            </a:r>
            <a:r>
              <a:rPr sz="950" spc="10" dirty="0">
                <a:latin typeface="Tahoma"/>
                <a:cs typeface="Tahoma"/>
              </a:rPr>
              <a:t>e</a:t>
            </a:r>
            <a:endParaRPr sz="950">
              <a:latin typeface="Tahoma"/>
              <a:cs typeface="Tahoma"/>
            </a:endParaRPr>
          </a:p>
          <a:p>
            <a:pPr marL="142875" marR="108585" indent="-76200">
              <a:lnSpc>
                <a:spcPct val="105500"/>
              </a:lnSpc>
              <a:spcBef>
                <a:spcPts val="225"/>
              </a:spcBef>
              <a:buFont typeface="Arial MT"/>
              <a:buChar char="•"/>
              <a:tabLst>
                <a:tab pos="142875" algn="l"/>
              </a:tabLst>
            </a:pPr>
            <a:r>
              <a:rPr sz="950" spc="30" dirty="0">
                <a:latin typeface="Tahoma"/>
                <a:cs typeface="Tahoma"/>
              </a:rPr>
              <a:t>V</a:t>
            </a:r>
            <a:r>
              <a:rPr sz="950" spc="25" dirty="0">
                <a:latin typeface="Tahoma"/>
                <a:cs typeface="Tahoma"/>
              </a:rPr>
              <a:t>e</a:t>
            </a:r>
            <a:r>
              <a:rPr sz="950" spc="-50" dirty="0">
                <a:latin typeface="Tahoma"/>
                <a:cs typeface="Tahoma"/>
              </a:rPr>
              <a:t>r</a:t>
            </a:r>
            <a:r>
              <a:rPr sz="950" spc="-35" dirty="0">
                <a:latin typeface="Tahoma"/>
                <a:cs typeface="Tahoma"/>
              </a:rPr>
              <a:t>y</a:t>
            </a:r>
            <a:r>
              <a:rPr sz="950" spc="-65" dirty="0">
                <a:latin typeface="Tahoma"/>
                <a:cs typeface="Tahoma"/>
              </a:rPr>
              <a:t> </a:t>
            </a:r>
            <a:r>
              <a:rPr sz="950" spc="-5" dirty="0">
                <a:latin typeface="Tahoma"/>
                <a:cs typeface="Tahoma"/>
              </a:rPr>
              <a:t>bu</a:t>
            </a:r>
            <a:r>
              <a:rPr sz="950" spc="25" dirty="0">
                <a:latin typeface="Tahoma"/>
                <a:cs typeface="Tahoma"/>
              </a:rPr>
              <a:t>s</a:t>
            </a:r>
            <a:r>
              <a:rPr sz="950" spc="-35" dirty="0">
                <a:latin typeface="Tahoma"/>
                <a:cs typeface="Tahoma"/>
              </a:rPr>
              <a:t>y</a:t>
            </a:r>
            <a:r>
              <a:rPr sz="950" spc="10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s</a:t>
            </a:r>
            <a:r>
              <a:rPr sz="950" spc="80" dirty="0">
                <a:latin typeface="Tahoma"/>
                <a:cs typeface="Tahoma"/>
              </a:rPr>
              <a:t>c</a:t>
            </a:r>
            <a:r>
              <a:rPr sz="950" spc="-10" dirty="0">
                <a:latin typeface="Tahoma"/>
                <a:cs typeface="Tahoma"/>
              </a:rPr>
              <a:t>h</a:t>
            </a:r>
            <a:r>
              <a:rPr sz="950" spc="25" dirty="0">
                <a:latin typeface="Tahoma"/>
                <a:cs typeface="Tahoma"/>
              </a:rPr>
              <a:t>e</a:t>
            </a:r>
            <a:r>
              <a:rPr sz="950" spc="-5" dirty="0">
                <a:latin typeface="Tahoma"/>
                <a:cs typeface="Tahoma"/>
              </a:rPr>
              <a:t>du</a:t>
            </a:r>
            <a:r>
              <a:rPr sz="950" spc="5" dirty="0">
                <a:latin typeface="Tahoma"/>
                <a:cs typeface="Tahoma"/>
              </a:rPr>
              <a:t>l</a:t>
            </a:r>
            <a:r>
              <a:rPr sz="950" spc="15" dirty="0">
                <a:latin typeface="Tahoma"/>
                <a:cs typeface="Tahoma"/>
              </a:rPr>
              <a:t>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spc="-35" dirty="0">
                <a:latin typeface="Tahoma"/>
                <a:cs typeface="Tahoma"/>
              </a:rPr>
              <a:t>w</a:t>
            </a:r>
            <a:r>
              <a:rPr sz="950" spc="5" dirty="0">
                <a:latin typeface="Tahoma"/>
                <a:cs typeface="Tahoma"/>
              </a:rPr>
              <a:t>i</a:t>
            </a:r>
            <a:r>
              <a:rPr sz="950" spc="-25" dirty="0">
                <a:latin typeface="Tahoma"/>
                <a:cs typeface="Tahoma"/>
              </a:rPr>
              <a:t>t</a:t>
            </a:r>
            <a:r>
              <a:rPr sz="950" spc="5" dirty="0">
                <a:latin typeface="Tahoma"/>
                <a:cs typeface="Tahoma"/>
              </a:rPr>
              <a:t>h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" dirty="0">
                <a:latin typeface="Tahoma"/>
                <a:cs typeface="Tahoma"/>
              </a:rPr>
              <a:t>li</a:t>
            </a:r>
            <a:r>
              <a:rPr sz="950" spc="-25" dirty="0">
                <a:latin typeface="Tahoma"/>
                <a:cs typeface="Tahoma"/>
              </a:rPr>
              <a:t>tt</a:t>
            </a:r>
            <a:r>
              <a:rPr sz="950" spc="5" dirty="0">
                <a:latin typeface="Tahoma"/>
                <a:cs typeface="Tahoma"/>
              </a:rPr>
              <a:t>l</a:t>
            </a:r>
            <a:r>
              <a:rPr sz="950" spc="15" dirty="0">
                <a:latin typeface="Tahoma"/>
                <a:cs typeface="Tahoma"/>
              </a:rPr>
              <a:t>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t</a:t>
            </a:r>
            <a:r>
              <a:rPr sz="950" spc="5" dirty="0">
                <a:latin typeface="Tahoma"/>
                <a:cs typeface="Tahoma"/>
              </a:rPr>
              <a:t>i</a:t>
            </a:r>
            <a:r>
              <a:rPr sz="950" spc="25" dirty="0">
                <a:latin typeface="Tahoma"/>
                <a:cs typeface="Tahoma"/>
              </a:rPr>
              <a:t>m</a:t>
            </a:r>
            <a:r>
              <a:rPr sz="950" spc="15" dirty="0">
                <a:latin typeface="Tahoma"/>
                <a:cs typeface="Tahoma"/>
              </a:rPr>
              <a:t>e</a:t>
            </a:r>
            <a:r>
              <a:rPr sz="950" spc="-65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t</a:t>
            </a:r>
            <a:r>
              <a:rPr sz="950" spc="15" dirty="0">
                <a:latin typeface="Tahoma"/>
                <a:cs typeface="Tahoma"/>
              </a:rPr>
              <a:t>o  </a:t>
            </a:r>
            <a:r>
              <a:rPr sz="950" spc="25" dirty="0">
                <a:latin typeface="Tahoma"/>
                <a:cs typeface="Tahoma"/>
              </a:rPr>
              <a:t>cook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5" dirty="0">
                <a:latin typeface="Tahoma"/>
                <a:cs typeface="Tahoma"/>
              </a:rPr>
              <a:t>healthy</a:t>
            </a:r>
            <a:r>
              <a:rPr sz="950" spc="10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meals</a:t>
            </a:r>
            <a:endParaRPr sz="950">
              <a:latin typeface="Tahoma"/>
              <a:cs typeface="Tahoma"/>
            </a:endParaRPr>
          </a:p>
          <a:p>
            <a:pPr marL="142875" indent="-762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42875" algn="l"/>
              </a:tabLst>
            </a:pPr>
            <a:r>
              <a:rPr sz="950" spc="75" dirty="0">
                <a:latin typeface="Tahoma"/>
                <a:cs typeface="Tahoma"/>
              </a:rPr>
              <a:t>O</a:t>
            </a:r>
            <a:r>
              <a:rPr sz="950" spc="-5" dirty="0">
                <a:latin typeface="Tahoma"/>
                <a:cs typeface="Tahoma"/>
              </a:rPr>
              <a:t>f</a:t>
            </a:r>
            <a:r>
              <a:rPr sz="950" spc="-20" dirty="0">
                <a:latin typeface="Tahoma"/>
                <a:cs typeface="Tahoma"/>
              </a:rPr>
              <a:t>t</a:t>
            </a:r>
            <a:r>
              <a:rPr sz="950" spc="20" dirty="0">
                <a:latin typeface="Tahoma"/>
                <a:cs typeface="Tahoma"/>
              </a:rPr>
              <a:t>e</a:t>
            </a:r>
            <a:r>
              <a:rPr sz="950" spc="5" dirty="0">
                <a:latin typeface="Tahoma"/>
                <a:cs typeface="Tahoma"/>
              </a:rPr>
              <a:t>n</a:t>
            </a:r>
            <a:r>
              <a:rPr sz="950" spc="-8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e</a:t>
            </a:r>
            <a:r>
              <a:rPr sz="950" spc="-5" dirty="0">
                <a:latin typeface="Tahoma"/>
                <a:cs typeface="Tahoma"/>
              </a:rPr>
              <a:t>n</a:t>
            </a:r>
            <a:r>
              <a:rPr sz="950" dirty="0">
                <a:latin typeface="Tahoma"/>
                <a:cs typeface="Tahoma"/>
              </a:rPr>
              <a:t>d</a:t>
            </a:r>
            <a:r>
              <a:rPr sz="950" spc="45" dirty="0">
                <a:latin typeface="Tahoma"/>
                <a:cs typeface="Tahoma"/>
              </a:rPr>
              <a:t>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u</a:t>
            </a:r>
            <a:r>
              <a:rPr sz="950" spc="20" dirty="0">
                <a:latin typeface="Tahoma"/>
                <a:cs typeface="Tahoma"/>
              </a:rPr>
              <a:t>p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80" dirty="0">
                <a:latin typeface="Tahoma"/>
                <a:cs typeface="Tahoma"/>
              </a:rPr>
              <a:t>c</a:t>
            </a:r>
            <a:r>
              <a:rPr sz="950" spc="5" dirty="0">
                <a:latin typeface="Tahoma"/>
                <a:cs typeface="Tahoma"/>
              </a:rPr>
              <a:t>o</a:t>
            </a:r>
            <a:r>
              <a:rPr sz="950" spc="-5" dirty="0">
                <a:latin typeface="Tahoma"/>
                <a:cs typeface="Tahoma"/>
              </a:rPr>
              <a:t>n</a:t>
            </a:r>
            <a:r>
              <a:rPr sz="950" spc="20" dirty="0">
                <a:latin typeface="Tahoma"/>
                <a:cs typeface="Tahoma"/>
              </a:rPr>
              <a:t>s</a:t>
            </a:r>
            <a:r>
              <a:rPr sz="950" spc="-10" dirty="0">
                <a:latin typeface="Tahoma"/>
                <a:cs typeface="Tahoma"/>
              </a:rPr>
              <a:t>u</a:t>
            </a:r>
            <a:r>
              <a:rPr sz="950" spc="25" dirty="0">
                <a:latin typeface="Tahoma"/>
                <a:cs typeface="Tahoma"/>
              </a:rPr>
              <a:t>m</a:t>
            </a:r>
            <a:r>
              <a:rPr sz="950" spc="5" dirty="0">
                <a:latin typeface="Tahoma"/>
                <a:cs typeface="Tahoma"/>
              </a:rPr>
              <a:t>i</a:t>
            </a:r>
            <a:r>
              <a:rPr sz="950" spc="-5" dirty="0">
                <a:latin typeface="Tahoma"/>
                <a:cs typeface="Tahoma"/>
              </a:rPr>
              <a:t>n</a:t>
            </a:r>
            <a:r>
              <a:rPr sz="950" spc="-55" dirty="0">
                <a:latin typeface="Tahoma"/>
                <a:cs typeface="Tahoma"/>
              </a:rPr>
              <a:t>g</a:t>
            </a:r>
            <a:r>
              <a:rPr sz="950" spc="55" dirty="0">
                <a:latin typeface="Tahoma"/>
                <a:cs typeface="Tahoma"/>
              </a:rPr>
              <a:t> </a:t>
            </a:r>
            <a:r>
              <a:rPr sz="950" spc="80" dirty="0">
                <a:latin typeface="Tahoma"/>
                <a:cs typeface="Tahoma"/>
              </a:rPr>
              <a:t>c</a:t>
            </a:r>
            <a:r>
              <a:rPr sz="950" spc="20" dirty="0">
                <a:latin typeface="Tahoma"/>
                <a:cs typeface="Tahoma"/>
              </a:rPr>
              <a:t>a</a:t>
            </a:r>
            <a:r>
              <a:rPr sz="950" spc="-25" dirty="0">
                <a:latin typeface="Tahoma"/>
                <a:cs typeface="Tahoma"/>
              </a:rPr>
              <a:t>k</a:t>
            </a:r>
            <a:r>
              <a:rPr sz="950" spc="20" dirty="0">
                <a:latin typeface="Tahoma"/>
                <a:cs typeface="Tahoma"/>
              </a:rPr>
              <a:t>es</a:t>
            </a:r>
            <a:r>
              <a:rPr sz="950" spc="-70" dirty="0">
                <a:latin typeface="Tahoma"/>
                <a:cs typeface="Tahoma"/>
              </a:rPr>
              <a:t>/</a:t>
            </a:r>
            <a:r>
              <a:rPr sz="950" spc="5" dirty="0">
                <a:latin typeface="Tahoma"/>
                <a:cs typeface="Tahoma"/>
              </a:rPr>
              <a:t>o</a:t>
            </a:r>
            <a:r>
              <a:rPr sz="950" spc="-20" dirty="0">
                <a:latin typeface="Tahoma"/>
                <a:cs typeface="Tahoma"/>
              </a:rPr>
              <a:t>t</a:t>
            </a:r>
            <a:r>
              <a:rPr sz="950" spc="-5" dirty="0">
                <a:latin typeface="Tahoma"/>
                <a:cs typeface="Tahoma"/>
              </a:rPr>
              <a:t>h</a:t>
            </a:r>
            <a:r>
              <a:rPr sz="950" spc="20" dirty="0">
                <a:latin typeface="Tahoma"/>
                <a:cs typeface="Tahoma"/>
              </a:rPr>
              <a:t>e</a:t>
            </a:r>
            <a:r>
              <a:rPr sz="950" spc="-20" dirty="0">
                <a:latin typeface="Tahoma"/>
                <a:cs typeface="Tahoma"/>
              </a:rPr>
              <a:t>r</a:t>
            </a:r>
            <a:endParaRPr sz="950">
              <a:latin typeface="Tahoma"/>
              <a:cs typeface="Tahoma"/>
            </a:endParaRPr>
          </a:p>
          <a:p>
            <a:pPr marL="142875">
              <a:lnSpc>
                <a:spcPct val="100000"/>
              </a:lnSpc>
              <a:spcBef>
                <a:spcPts val="60"/>
              </a:spcBef>
            </a:pPr>
            <a:r>
              <a:rPr sz="950" spc="-5" dirty="0">
                <a:latin typeface="Tahoma"/>
                <a:cs typeface="Tahoma"/>
              </a:rPr>
              <a:t>unhealthy</a:t>
            </a:r>
            <a:r>
              <a:rPr sz="950" spc="8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packed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15" dirty="0">
                <a:latin typeface="Tahoma"/>
                <a:cs typeface="Tahoma"/>
              </a:rPr>
              <a:t>items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5" dirty="0">
                <a:latin typeface="Tahoma"/>
                <a:cs typeface="Tahoma"/>
              </a:rPr>
              <a:t>for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5" dirty="0">
                <a:latin typeface="Tahoma"/>
                <a:cs typeface="Tahoma"/>
              </a:rPr>
              <a:t>breakfast.</a:t>
            </a:r>
            <a:endParaRPr sz="950">
              <a:latin typeface="Tahoma"/>
              <a:cs typeface="Tahoma"/>
            </a:endParaRPr>
          </a:p>
        </p:txBody>
      </p:sp>
      <p:graphicFrame>
        <p:nvGraphicFramePr>
          <p:cNvPr id="95" name="object 95"/>
          <p:cNvGraphicFramePr>
            <a:graphicFrameLocks noGrp="1"/>
          </p:cNvGraphicFramePr>
          <p:nvPr/>
        </p:nvGraphicFramePr>
        <p:xfrm>
          <a:off x="2637599" y="4000500"/>
          <a:ext cx="5523230" cy="2892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 rowSpan="4">
                  <a:txBody>
                    <a:bodyPr/>
                    <a:lstStyle/>
                    <a:p>
                      <a:pPr marR="109855" algn="ctr">
                        <a:lnSpc>
                          <a:spcPts val="650"/>
                        </a:lnSpc>
                      </a:pPr>
                      <a:r>
                        <a:rPr sz="1050" b="1" spc="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5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05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27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50" b="1" spc="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5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050" b="1" spc="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ee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692785" marR="246379" indent="14604" algn="ctr">
                        <a:lnSpc>
                          <a:spcPct val="105400"/>
                        </a:lnSpc>
                        <a:spcBef>
                          <a:spcPts val="495"/>
                        </a:spcBef>
                      </a:pP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“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9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ee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950" i="1" spc="6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in  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950" i="1" spc="-6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c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sz="950" i="1" spc="-8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  my</a:t>
                      </a:r>
                      <a:r>
                        <a:rPr sz="950" i="1" spc="-7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whey</a:t>
                      </a:r>
                      <a:r>
                        <a:rPr sz="950" i="1" spc="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3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protein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intake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4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but </a:t>
                      </a:r>
                      <a:r>
                        <a:rPr sz="950" i="1" spc="-27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9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950" i="1" spc="3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’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ho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950" i="1" spc="-7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oo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950" i="1" spc="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!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!  </a:t>
                      </a:r>
                      <a:r>
                        <a:rPr sz="950" i="1" spc="-6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”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2355850" algn="l"/>
                        </a:tabLst>
                      </a:pPr>
                      <a:r>
                        <a:rPr sz="65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em</a:t>
                      </a:r>
                      <a:r>
                        <a:rPr sz="6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650" b="1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65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650" b="1" strike="sngStrike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650" b="1" strike="sngStrike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650" b="1" strike="sngStrike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650" b="1" strike="sngStrike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 </a:t>
                      </a:r>
                      <a:r>
                        <a:rPr sz="650" b="1" strike="sngStrike" spc="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650" b="1" strike="sngStrike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650" b="1" strike="sngStrike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650" b="1" strike="sngStrike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650" b="1" strike="sngStrike" spc="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650" b="1" strike="sngStrike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650" b="1" strike="sngStrike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650" b="1" strike="sngStrike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650" b="1" strike="sngStrike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650" b="1" strike="sngStrike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650" b="1" strike="sngStrike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650" b="1" strike="sngStrike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650" b="1" strike="sngStrike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650" b="1" strike="sngStrike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650" b="1" strike="sngStrike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650" b="1" strike="sngStrike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650" b="1" strike="sngStrike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	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  <a:p>
                      <a:pPr marL="135255" indent="-76835">
                        <a:lnSpc>
                          <a:spcPct val="100000"/>
                        </a:lnSpc>
                        <a:spcBef>
                          <a:spcPts val="530"/>
                        </a:spcBef>
                        <a:buFont typeface="Arial MT"/>
                        <a:buChar char="•"/>
                        <a:tabLst>
                          <a:tab pos="135890" algn="l"/>
                        </a:tabLst>
                      </a:pPr>
                      <a:r>
                        <a:rPr sz="950" spc="-20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95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. </a:t>
                      </a:r>
                      <a:r>
                        <a:rPr sz="950" spc="-1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y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50" spc="-2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ot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 o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95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.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135255" marR="194310" indent="-76200">
                        <a:lnSpc>
                          <a:spcPct val="1055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135890" algn="l"/>
                        </a:tabLst>
                      </a:pPr>
                      <a:r>
                        <a:rPr sz="950" spc="20" dirty="0">
                          <a:latin typeface="Tahoma"/>
                          <a:cs typeface="Tahoma"/>
                        </a:rPr>
                        <a:t>Meal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5" dirty="0">
                          <a:latin typeface="Tahoma"/>
                          <a:cs typeface="Tahoma"/>
                        </a:rPr>
                        <a:t>prep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25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95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beyond</a:t>
                      </a:r>
                      <a:r>
                        <a:rPr sz="95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5" dirty="0">
                          <a:latin typeface="Tahoma"/>
                          <a:cs typeface="Tahoma"/>
                        </a:rPr>
                        <a:t>his</a:t>
                      </a:r>
                      <a:r>
                        <a:rPr sz="95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capability</a:t>
                      </a:r>
                      <a:r>
                        <a:rPr sz="950" spc="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and </a:t>
                      </a:r>
                      <a:r>
                        <a:rPr sz="950" spc="-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anything</a:t>
                      </a:r>
                      <a:r>
                        <a:rPr sz="95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ready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made</a:t>
                      </a:r>
                      <a:r>
                        <a:rPr sz="95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25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5" dirty="0">
                          <a:latin typeface="Tahoma"/>
                          <a:cs typeface="Tahoma"/>
                        </a:rPr>
                        <a:t>unhealthy</a:t>
                      </a:r>
                      <a:r>
                        <a:rPr sz="950" spc="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to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5" dirty="0">
                          <a:latin typeface="Tahoma"/>
                          <a:cs typeface="Tahoma"/>
                        </a:rPr>
                        <a:t>his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lifestyle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25" dirty="0">
                          <a:latin typeface="Tahoma"/>
                          <a:cs typeface="Tahoma"/>
                        </a:rPr>
                        <a:t>choices.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135255" indent="-76835">
                        <a:lnSpc>
                          <a:spcPct val="100000"/>
                        </a:lnSpc>
                        <a:spcBef>
                          <a:spcPts val="285"/>
                        </a:spcBef>
                        <a:buFont typeface="Arial MT"/>
                        <a:buChar char="•"/>
                        <a:tabLst>
                          <a:tab pos="135890" algn="l"/>
                        </a:tabLst>
                      </a:pPr>
                      <a:r>
                        <a:rPr sz="950" spc="25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nt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ea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95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95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av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95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950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ea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95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50" spc="-5" dirty="0">
                          <a:latin typeface="Tahoma"/>
                          <a:cs typeface="Tahoma"/>
                        </a:rPr>
                        <a:t>breakfast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19050">
                      <a:solidFill>
                        <a:srgbClr val="006FC0"/>
                      </a:solidFill>
                      <a:prstDash val="solid"/>
                    </a:lnT>
                    <a:lnB w="12700">
                      <a:solidFill>
                        <a:srgbClr val="004F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50165" algn="ctr">
                        <a:lnSpc>
                          <a:spcPts val="650"/>
                        </a:lnSpc>
                      </a:pPr>
                      <a:r>
                        <a:rPr sz="105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z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050" b="1" spc="-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05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22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, </a:t>
                      </a:r>
                      <a:r>
                        <a:rPr sz="1050" b="1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5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50" b="1" spc="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t)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709295" marR="199390" indent="-10160" algn="ctr">
                        <a:lnSpc>
                          <a:spcPct val="105400"/>
                        </a:lnSpc>
                        <a:spcBef>
                          <a:spcPts val="495"/>
                        </a:spcBef>
                      </a:pP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“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9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ee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om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2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950" i="1" spc="6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3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2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g  a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q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ck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950" i="1" spc="-9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950" i="1" spc="-6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950" i="1" spc="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 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spc="-6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950" i="1" spc="-8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1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spc="-2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950" i="1" spc="-1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950" i="1" spc="12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I  </a:t>
                      </a:r>
                      <a:r>
                        <a:rPr sz="950" i="1" spc="-3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barely</a:t>
                      </a:r>
                      <a:r>
                        <a:rPr sz="950" i="1" spc="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4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get</a:t>
                      </a:r>
                      <a:r>
                        <a:rPr sz="950" i="1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any</a:t>
                      </a:r>
                      <a:r>
                        <a:rPr sz="950" i="1" spc="-65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i="1" spc="-40" dirty="0">
                          <a:solidFill>
                            <a:srgbClr val="004FA0"/>
                          </a:solidFill>
                          <a:latin typeface="Trebuchet MS"/>
                          <a:cs typeface="Trebuchet MS"/>
                        </a:rPr>
                        <a:t>time.”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6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6FC0"/>
                      </a:solidFill>
                      <a:prstDash val="solid"/>
                    </a:lnR>
                    <a:lnT w="19050">
                      <a:solidFill>
                        <a:srgbClr val="006FC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19050">
                      <a:solidFill>
                        <a:srgbClr val="006FC0"/>
                      </a:solidFill>
                      <a:prstDash val="solid"/>
                    </a:lnT>
                    <a:lnB w="12700">
                      <a:solidFill>
                        <a:srgbClr val="004F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415"/>
                        </a:spcBef>
                        <a:tabLst>
                          <a:tab pos="2338070" algn="l"/>
                        </a:tabLst>
                      </a:pPr>
                      <a:r>
                        <a:rPr sz="650" b="1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Demograp</a:t>
                      </a:r>
                      <a:r>
                        <a:rPr sz="650" b="1" strike="sngStrike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hics</a:t>
                      </a:r>
                      <a:r>
                        <a:rPr sz="650" b="1" strike="sngStrike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650" b="1" strike="sngStrike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650" b="1" strike="sngStrike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650" b="1" strike="sngStrike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Psychographics	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006FC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6FC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83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19050">
                      <a:solidFill>
                        <a:srgbClr val="006FC0"/>
                      </a:solidFill>
                      <a:prstDash val="solid"/>
                    </a:lnT>
                    <a:lnB w="12700">
                      <a:solidFill>
                        <a:srgbClr val="004F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62560" indent="-76835">
                        <a:lnSpc>
                          <a:spcPct val="100000"/>
                        </a:lnSpc>
                        <a:spcBef>
                          <a:spcPts val="150"/>
                        </a:spcBef>
                        <a:buFont typeface="Arial MT"/>
                        <a:buChar char="•"/>
                        <a:tabLst>
                          <a:tab pos="163195" algn="l"/>
                        </a:tabLst>
                      </a:pPr>
                      <a:r>
                        <a:rPr sz="950" spc="-5" dirty="0">
                          <a:latin typeface="Tahoma"/>
                          <a:cs typeface="Tahoma"/>
                        </a:rPr>
                        <a:t>Student</a:t>
                      </a:r>
                      <a:r>
                        <a:rPr sz="95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5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Bhubaneswar.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162560" marR="203200" indent="-76200">
                        <a:lnSpc>
                          <a:spcPct val="1054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163195" algn="l"/>
                        </a:tabLst>
                      </a:pPr>
                      <a:r>
                        <a:rPr sz="950" spc="3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sk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du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95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bu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y  </a:t>
                      </a:r>
                      <a:r>
                        <a:rPr sz="950" spc="15" dirty="0">
                          <a:latin typeface="Tahoma"/>
                          <a:cs typeface="Tahoma"/>
                        </a:rPr>
                        <a:t>schedule.</a:t>
                      </a:r>
                      <a:r>
                        <a:rPr sz="950" spc="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25" dirty="0">
                          <a:latin typeface="Tahoma"/>
                          <a:cs typeface="Tahoma"/>
                        </a:rPr>
                        <a:t>Needs</a:t>
                      </a:r>
                      <a:r>
                        <a:rPr sz="9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something</a:t>
                      </a:r>
                      <a:r>
                        <a:rPr sz="950" spc="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5" dirty="0">
                          <a:latin typeface="Tahoma"/>
                          <a:cs typeface="Tahoma"/>
                        </a:rPr>
                        <a:t>healthy, </a:t>
                      </a:r>
                      <a:r>
                        <a:rPr sz="950" spc="-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95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ll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.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162560" marR="140970" indent="-76200">
                        <a:lnSpc>
                          <a:spcPct val="105500"/>
                        </a:lnSpc>
                        <a:spcBef>
                          <a:spcPts val="204"/>
                        </a:spcBef>
                        <a:buFont typeface="Arial MT"/>
                        <a:buChar char="•"/>
                        <a:tabLst>
                          <a:tab pos="163195" algn="l"/>
                        </a:tabLst>
                      </a:pPr>
                      <a:r>
                        <a:rPr sz="950" spc="30" dirty="0">
                          <a:latin typeface="Tahoma"/>
                          <a:cs typeface="Tahoma"/>
                        </a:rPr>
                        <a:t>V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95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k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 t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s 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 b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950" spc="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95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950" spc="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k</a:t>
                      </a:r>
                      <a:r>
                        <a:rPr sz="950" spc="5" dirty="0">
                          <a:latin typeface="Tahoma"/>
                          <a:cs typeface="Tahoma"/>
                        </a:rPr>
                        <a:t>fa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.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6FC0"/>
                      </a:solidFill>
                      <a:prstDash val="solid"/>
                    </a:lnL>
                    <a:lnR w="19050">
                      <a:solidFill>
                        <a:srgbClr val="006FC0"/>
                      </a:solidFill>
                      <a:prstDash val="solid"/>
                    </a:lnR>
                    <a:lnB w="12700">
                      <a:solidFill>
                        <a:srgbClr val="004FA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19050">
                      <a:solidFill>
                        <a:srgbClr val="006FC0"/>
                      </a:solidFill>
                      <a:prstDash val="solid"/>
                    </a:lnT>
                    <a:lnB w="12700">
                      <a:solidFill>
                        <a:srgbClr val="004FA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160655" marR="113030" indent="-3810" algn="ctr">
                        <a:lnSpc>
                          <a:spcPct val="99300"/>
                        </a:lnSpc>
                        <a:spcBef>
                          <a:spcPts val="380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EE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50" b="1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4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sz="1050" b="1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25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rs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50" b="1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th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050" b="1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d  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050" b="1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050" b="1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4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p 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ull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ng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50" b="1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l  </a:t>
                      </a:r>
                      <a:r>
                        <a:rPr sz="1050" b="1" spc="5" dirty="0">
                          <a:latin typeface="Trebuchet MS"/>
                          <a:cs typeface="Trebuchet MS"/>
                        </a:rPr>
                        <a:t>goodness.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38100">
                      <a:solidFill>
                        <a:srgbClr val="006FC0"/>
                      </a:solidFill>
                      <a:prstDash val="solid"/>
                    </a:lnR>
                    <a:lnT w="12700">
                      <a:solidFill>
                        <a:srgbClr val="004FA0"/>
                      </a:solidFill>
                      <a:prstDash val="solid"/>
                    </a:lnT>
                    <a:lnB w="12700">
                      <a:solidFill>
                        <a:srgbClr val="004FA0"/>
                      </a:solidFill>
                      <a:prstDash val="solid"/>
                    </a:lnB>
                    <a:solidFill>
                      <a:srgbClr val="C1E4F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262">
                <a:tc>
                  <a:txBody>
                    <a:bodyPr/>
                    <a:lstStyle/>
                    <a:p>
                      <a:pPr marL="134620" marR="142875" indent="85725" algn="just">
                        <a:lnSpc>
                          <a:spcPct val="101400"/>
                        </a:lnSpc>
                        <a:spcBef>
                          <a:spcPts val="325"/>
                        </a:spcBef>
                      </a:pP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50" b="1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4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sz="1050" b="1" spc="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y,</a:t>
                      </a:r>
                      <a:r>
                        <a:rPr sz="105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y,</a:t>
                      </a:r>
                      <a:r>
                        <a:rPr sz="105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d  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50" b="1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4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50" b="1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ot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&amp; 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50" b="1" spc="-1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50" b="1" spc="-3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-3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5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spc="1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050" b="1" spc="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50" b="1" spc="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b="1" spc="-2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50" b="1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50" b="1" spc="5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050" b="1" spc="-1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28575">
                      <a:solidFill>
                        <a:srgbClr val="006FC0"/>
                      </a:solidFill>
                      <a:prstDash val="solid"/>
                    </a:lnR>
                    <a:lnT w="12700">
                      <a:solidFill>
                        <a:srgbClr val="004FA0"/>
                      </a:solidFill>
                      <a:prstDash val="solid"/>
                    </a:lnT>
                    <a:lnB w="12700">
                      <a:solidFill>
                        <a:srgbClr val="004FA0"/>
                      </a:solidFill>
                      <a:prstDash val="solid"/>
                    </a:lnB>
                    <a:solidFill>
                      <a:srgbClr val="C1E4F5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28575">
                      <a:solidFill>
                        <a:srgbClr val="006FC0"/>
                      </a:solidFill>
                      <a:prstDash val="solid"/>
                    </a:lnL>
                    <a:lnR w="38100">
                      <a:solidFill>
                        <a:srgbClr val="006FC0"/>
                      </a:solidFill>
                      <a:prstDash val="solid"/>
                    </a:lnR>
                    <a:lnT w="12700">
                      <a:solidFill>
                        <a:srgbClr val="004FA0"/>
                      </a:solidFill>
                      <a:prstDash val="solid"/>
                    </a:lnT>
                    <a:lnB w="12700">
                      <a:solidFill>
                        <a:srgbClr val="004FA0"/>
                      </a:solidFill>
                      <a:prstDash val="solid"/>
                    </a:lnB>
                    <a:solidFill>
                      <a:srgbClr val="C1E4F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6" name="object 96"/>
          <p:cNvGrpSpPr/>
          <p:nvPr/>
        </p:nvGrpSpPr>
        <p:grpSpPr>
          <a:xfrm>
            <a:off x="2638425" y="4848161"/>
            <a:ext cx="1600200" cy="309880"/>
            <a:chOff x="2638425" y="4848161"/>
            <a:chExt cx="1600200" cy="309880"/>
          </a:xfrm>
        </p:grpSpPr>
        <p:pic>
          <p:nvPicPr>
            <p:cNvPr id="97" name="object 9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38425" y="4848161"/>
              <a:ext cx="1528699" cy="309562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2667000" y="4867274"/>
              <a:ext cx="1571625" cy="200025"/>
            </a:xfrm>
            <a:custGeom>
              <a:avLst/>
              <a:gdLst/>
              <a:ahLst/>
              <a:cxnLst/>
              <a:rect l="l" t="t" r="r" b="b"/>
              <a:pathLst>
                <a:path w="1571625" h="200025">
                  <a:moveTo>
                    <a:pt x="1571625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1571625" y="200025"/>
                  </a:lnTo>
                  <a:lnTo>
                    <a:pt x="1571625" y="0"/>
                  </a:lnTo>
                  <a:close/>
                </a:path>
              </a:pathLst>
            </a:custGeom>
            <a:solidFill>
              <a:srgbClr val="6A3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" name="object 99"/>
          <p:cNvGrpSpPr/>
          <p:nvPr/>
        </p:nvGrpSpPr>
        <p:grpSpPr>
          <a:xfrm>
            <a:off x="2695575" y="4114800"/>
            <a:ext cx="628650" cy="628650"/>
            <a:chOff x="2695575" y="4114800"/>
            <a:chExt cx="628650" cy="628650"/>
          </a:xfrm>
        </p:grpSpPr>
        <p:sp>
          <p:nvSpPr>
            <p:cNvPr id="100" name="object 100"/>
            <p:cNvSpPr/>
            <p:nvPr/>
          </p:nvSpPr>
          <p:spPr>
            <a:xfrm>
              <a:off x="2705100" y="4124325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18300" y="4238625"/>
              <a:ext cx="421298" cy="438150"/>
            </a:xfrm>
            <a:prstGeom prst="rect">
              <a:avLst/>
            </a:prstGeom>
          </p:spPr>
        </p:pic>
      </p:grpSp>
      <p:sp>
        <p:nvSpPr>
          <p:cNvPr id="102" name="object 102"/>
          <p:cNvSpPr/>
          <p:nvPr/>
        </p:nvSpPr>
        <p:spPr>
          <a:xfrm>
            <a:off x="5133975" y="4124325"/>
            <a:ext cx="600075" cy="609600"/>
          </a:xfrm>
          <a:custGeom>
            <a:avLst/>
            <a:gdLst/>
            <a:ahLst/>
            <a:cxnLst/>
            <a:rect l="l" t="t" r="r" b="b"/>
            <a:pathLst>
              <a:path w="600075" h="609600">
                <a:moveTo>
                  <a:pt x="0" y="304800"/>
                </a:moveTo>
                <a:lnTo>
                  <a:pt x="3927" y="255374"/>
                </a:lnTo>
                <a:lnTo>
                  <a:pt x="15299" y="208483"/>
                </a:lnTo>
                <a:lnTo>
                  <a:pt x="33497" y="164753"/>
                </a:lnTo>
                <a:lnTo>
                  <a:pt x="57903" y="124815"/>
                </a:lnTo>
                <a:lnTo>
                  <a:pt x="87899" y="89296"/>
                </a:lnTo>
                <a:lnTo>
                  <a:pt x="122867" y="58826"/>
                </a:lnTo>
                <a:lnTo>
                  <a:pt x="162190" y="34032"/>
                </a:lnTo>
                <a:lnTo>
                  <a:pt x="205248" y="15544"/>
                </a:lnTo>
                <a:lnTo>
                  <a:pt x="251424" y="3990"/>
                </a:lnTo>
                <a:lnTo>
                  <a:pt x="300100" y="0"/>
                </a:lnTo>
                <a:lnTo>
                  <a:pt x="348743" y="3990"/>
                </a:lnTo>
                <a:lnTo>
                  <a:pt x="394891" y="15544"/>
                </a:lnTo>
                <a:lnTo>
                  <a:pt x="437928" y="34032"/>
                </a:lnTo>
                <a:lnTo>
                  <a:pt x="477234" y="58826"/>
                </a:lnTo>
                <a:lnTo>
                  <a:pt x="512190" y="89296"/>
                </a:lnTo>
                <a:lnTo>
                  <a:pt x="542179" y="124815"/>
                </a:lnTo>
                <a:lnTo>
                  <a:pt x="566580" y="164753"/>
                </a:lnTo>
                <a:lnTo>
                  <a:pt x="584776" y="208483"/>
                </a:lnTo>
                <a:lnTo>
                  <a:pt x="596147" y="255374"/>
                </a:lnTo>
                <a:lnTo>
                  <a:pt x="600075" y="304800"/>
                </a:lnTo>
                <a:lnTo>
                  <a:pt x="596147" y="354225"/>
                </a:lnTo>
                <a:lnTo>
                  <a:pt x="584776" y="401116"/>
                </a:lnTo>
                <a:lnTo>
                  <a:pt x="566580" y="444846"/>
                </a:lnTo>
                <a:lnTo>
                  <a:pt x="542179" y="484784"/>
                </a:lnTo>
                <a:lnTo>
                  <a:pt x="512190" y="520303"/>
                </a:lnTo>
                <a:lnTo>
                  <a:pt x="477234" y="550773"/>
                </a:lnTo>
                <a:lnTo>
                  <a:pt x="437928" y="575567"/>
                </a:lnTo>
                <a:lnTo>
                  <a:pt x="394891" y="594055"/>
                </a:lnTo>
                <a:lnTo>
                  <a:pt x="348743" y="605609"/>
                </a:lnTo>
                <a:lnTo>
                  <a:pt x="300100" y="609600"/>
                </a:lnTo>
                <a:lnTo>
                  <a:pt x="251424" y="605609"/>
                </a:lnTo>
                <a:lnTo>
                  <a:pt x="205248" y="594055"/>
                </a:lnTo>
                <a:lnTo>
                  <a:pt x="162190" y="575567"/>
                </a:lnTo>
                <a:lnTo>
                  <a:pt x="122867" y="550773"/>
                </a:lnTo>
                <a:lnTo>
                  <a:pt x="87899" y="520303"/>
                </a:lnTo>
                <a:lnTo>
                  <a:pt x="57903" y="484784"/>
                </a:lnTo>
                <a:lnTo>
                  <a:pt x="33497" y="444846"/>
                </a:lnTo>
                <a:lnTo>
                  <a:pt x="15299" y="401116"/>
                </a:lnTo>
                <a:lnTo>
                  <a:pt x="3927" y="354225"/>
                </a:lnTo>
                <a:lnTo>
                  <a:pt x="0" y="304800"/>
                </a:lnTo>
                <a:close/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3" name="object 103"/>
          <p:cNvGrpSpPr/>
          <p:nvPr/>
        </p:nvGrpSpPr>
        <p:grpSpPr>
          <a:xfrm>
            <a:off x="5029200" y="4819586"/>
            <a:ext cx="1671955" cy="338455"/>
            <a:chOff x="5029200" y="4819586"/>
            <a:chExt cx="1671955" cy="338455"/>
          </a:xfrm>
        </p:grpSpPr>
        <p:pic>
          <p:nvPicPr>
            <p:cNvPr id="104" name="object 1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29200" y="4819586"/>
              <a:ext cx="1671701" cy="32861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67300" y="4848161"/>
              <a:ext cx="1528699" cy="309562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5095875" y="4867274"/>
              <a:ext cx="1543050" cy="200025"/>
            </a:xfrm>
            <a:custGeom>
              <a:avLst/>
              <a:gdLst/>
              <a:ahLst/>
              <a:cxnLst/>
              <a:rect l="l" t="t" r="r" b="b"/>
              <a:pathLst>
                <a:path w="1543050" h="200025">
                  <a:moveTo>
                    <a:pt x="154305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1543050" y="200025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6A3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3710304" y="891603"/>
            <a:ext cx="3547745" cy="7524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20" dirty="0">
                <a:latin typeface="Tahoma"/>
                <a:cs typeface="Tahoma"/>
              </a:rPr>
              <a:t>We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see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that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while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bigger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players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are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organic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and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have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a </a:t>
            </a:r>
            <a:r>
              <a:rPr sz="1200" spc="10" dirty="0">
                <a:latin typeface="Tahoma"/>
                <a:cs typeface="Tahoma"/>
              </a:rPr>
              <a:t>wide </a:t>
            </a:r>
            <a:r>
              <a:rPr sz="1200" spc="-30" dirty="0">
                <a:latin typeface="Tahoma"/>
                <a:cs typeface="Tahoma"/>
              </a:rPr>
              <a:t>variety </a:t>
            </a:r>
            <a:r>
              <a:rPr sz="1200" spc="-5" dirty="0">
                <a:latin typeface="Tahoma"/>
                <a:cs typeface="Tahoma"/>
              </a:rPr>
              <a:t>of flavors, </a:t>
            </a:r>
            <a:r>
              <a:rPr sz="1200" spc="-10" dirty="0">
                <a:latin typeface="Tahoma"/>
                <a:cs typeface="Tahoma"/>
              </a:rPr>
              <a:t>the </a:t>
            </a:r>
            <a:r>
              <a:rPr sz="1200" spc="-15" dirty="0">
                <a:latin typeface="Tahoma"/>
                <a:cs typeface="Tahoma"/>
              </a:rPr>
              <a:t>protein </a:t>
            </a:r>
            <a:r>
              <a:rPr sz="1200" spc="-5" dirty="0">
                <a:latin typeface="Tahoma"/>
                <a:cs typeface="Tahoma"/>
              </a:rPr>
              <a:t>content </a:t>
            </a:r>
            <a:r>
              <a:rPr sz="1200" spc="15" dirty="0">
                <a:latin typeface="Tahoma"/>
                <a:cs typeface="Tahoma"/>
              </a:rPr>
              <a:t>and </a:t>
            </a:r>
            <a:r>
              <a:rPr sz="1200" spc="-10" dirty="0">
                <a:latin typeface="Tahoma"/>
                <a:cs typeface="Tahoma"/>
              </a:rPr>
              <a:t>the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convenience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that</a:t>
            </a:r>
            <a:r>
              <a:rPr sz="1200" spc="-23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comes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with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GoOat</a:t>
            </a:r>
            <a:r>
              <a:rPr sz="1200" spc="-24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would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be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key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di</a:t>
            </a:r>
            <a:r>
              <a:rPr sz="1200" spc="-15" dirty="0">
                <a:latin typeface="Tahoma"/>
                <a:cs typeface="Tahoma"/>
              </a:rPr>
              <a:t>ff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35" dirty="0">
                <a:latin typeface="Tahoma"/>
                <a:cs typeface="Tahoma"/>
              </a:rPr>
              <a:t>r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10" dirty="0">
                <a:latin typeface="Tahoma"/>
                <a:cs typeface="Tahoma"/>
              </a:rPr>
              <a:t>n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he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155" dirty="0">
                <a:latin typeface="Tahoma"/>
                <a:cs typeface="Tahoma"/>
              </a:rPr>
              <a:t>y</a:t>
            </a:r>
            <a:r>
              <a:rPr sz="1200" spc="-25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7458022" y="4981575"/>
            <a:ext cx="1643380" cy="624205"/>
            <a:chOff x="7458022" y="4981575"/>
            <a:chExt cx="1643380" cy="624205"/>
          </a:xfrm>
        </p:grpSpPr>
        <p:pic>
          <p:nvPicPr>
            <p:cNvPr id="109" name="object 10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458022" y="5038523"/>
              <a:ext cx="1643257" cy="452966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58100" y="4981575"/>
              <a:ext cx="1262062" cy="62388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486650" y="5057775"/>
              <a:ext cx="1543050" cy="361950"/>
            </a:xfrm>
            <a:custGeom>
              <a:avLst/>
              <a:gdLst/>
              <a:ahLst/>
              <a:cxnLst/>
              <a:rect l="l" t="t" r="r" b="b"/>
              <a:pathLst>
                <a:path w="1543050" h="361950">
                  <a:moveTo>
                    <a:pt x="1482725" y="0"/>
                  </a:moveTo>
                  <a:lnTo>
                    <a:pt x="60325" y="0"/>
                  </a:lnTo>
                  <a:lnTo>
                    <a:pt x="36861" y="4746"/>
                  </a:lnTo>
                  <a:lnTo>
                    <a:pt x="17684" y="17684"/>
                  </a:lnTo>
                  <a:lnTo>
                    <a:pt x="4746" y="36861"/>
                  </a:lnTo>
                  <a:lnTo>
                    <a:pt x="0" y="60325"/>
                  </a:lnTo>
                  <a:lnTo>
                    <a:pt x="0" y="301625"/>
                  </a:lnTo>
                  <a:lnTo>
                    <a:pt x="4746" y="325088"/>
                  </a:lnTo>
                  <a:lnTo>
                    <a:pt x="17684" y="344265"/>
                  </a:lnTo>
                  <a:lnTo>
                    <a:pt x="36861" y="357203"/>
                  </a:lnTo>
                  <a:lnTo>
                    <a:pt x="60325" y="361950"/>
                  </a:lnTo>
                  <a:lnTo>
                    <a:pt x="1482725" y="361950"/>
                  </a:lnTo>
                  <a:lnTo>
                    <a:pt x="1506188" y="357203"/>
                  </a:lnTo>
                  <a:lnTo>
                    <a:pt x="1525365" y="344265"/>
                  </a:lnTo>
                  <a:lnTo>
                    <a:pt x="1538303" y="325088"/>
                  </a:lnTo>
                  <a:lnTo>
                    <a:pt x="1543050" y="301625"/>
                  </a:lnTo>
                  <a:lnTo>
                    <a:pt x="1543050" y="60325"/>
                  </a:lnTo>
                  <a:lnTo>
                    <a:pt x="1538303" y="36861"/>
                  </a:lnTo>
                  <a:lnTo>
                    <a:pt x="1525365" y="17684"/>
                  </a:lnTo>
                  <a:lnTo>
                    <a:pt x="1506188" y="4746"/>
                  </a:lnTo>
                  <a:lnTo>
                    <a:pt x="1482725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7491634" y="5041582"/>
            <a:ext cx="153352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435"/>
              </a:lnSpc>
              <a:spcBef>
                <a:spcPts val="100"/>
              </a:spcBef>
            </a:pP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10" dirty="0">
                <a:latin typeface="Tahoma"/>
                <a:cs typeface="Tahoma"/>
              </a:rPr>
              <a:t>n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40" dirty="0">
                <a:latin typeface="Tahoma"/>
                <a:cs typeface="Tahoma"/>
              </a:rPr>
              <a:t>c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&amp;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ts val="1435"/>
              </a:lnSpc>
              <a:tabLst>
                <a:tab pos="501650" algn="l"/>
                <a:tab pos="1507490" algn="l"/>
              </a:tabLst>
            </a:pPr>
            <a:r>
              <a:rPr sz="1200" u="heavy" spc="-135" dirty="0">
                <a:uFill>
                  <a:solidFill>
                    <a:srgbClr val="DCEAF7"/>
                  </a:solidFill>
                </a:uFill>
                <a:latin typeface="Tahoma"/>
                <a:cs typeface="Tahoma"/>
              </a:rPr>
              <a:t> 	</a:t>
            </a:r>
            <a:r>
              <a:rPr sz="1200" u="heavy" spc="-5" dirty="0">
                <a:uFill>
                  <a:solidFill>
                    <a:srgbClr val="DCEAF7"/>
                  </a:solidFill>
                </a:uFill>
                <a:latin typeface="Tahoma"/>
                <a:cs typeface="Tahoma"/>
              </a:rPr>
              <a:t>Healthy	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7439025" y="5400675"/>
            <a:ext cx="1691005" cy="452755"/>
            <a:chOff x="7439025" y="5400675"/>
            <a:chExt cx="1691005" cy="452755"/>
          </a:xfrm>
        </p:grpSpPr>
        <p:pic>
          <p:nvPicPr>
            <p:cNvPr id="114" name="object 11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439025" y="5410200"/>
              <a:ext cx="1690751" cy="376237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524750" y="5400675"/>
              <a:ext cx="1528699" cy="452437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7486650" y="5457825"/>
              <a:ext cx="1543050" cy="228600"/>
            </a:xfrm>
            <a:custGeom>
              <a:avLst/>
              <a:gdLst/>
              <a:ahLst/>
              <a:cxnLst/>
              <a:rect l="l" t="t" r="r" b="b"/>
              <a:pathLst>
                <a:path w="1543050" h="228600">
                  <a:moveTo>
                    <a:pt x="1504950" y="0"/>
                  </a:moveTo>
                  <a:lnTo>
                    <a:pt x="38100" y="0"/>
                  </a:ln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2988" y="205331"/>
                  </a:lnTo>
                  <a:lnTo>
                    <a:pt x="11144" y="217441"/>
                  </a:lnTo>
                  <a:lnTo>
                    <a:pt x="23252" y="225606"/>
                  </a:lnTo>
                  <a:lnTo>
                    <a:pt x="38100" y="228600"/>
                  </a:lnTo>
                  <a:lnTo>
                    <a:pt x="1504950" y="228600"/>
                  </a:lnTo>
                  <a:lnTo>
                    <a:pt x="1519797" y="225606"/>
                  </a:lnTo>
                  <a:lnTo>
                    <a:pt x="1531905" y="217441"/>
                  </a:lnTo>
                  <a:lnTo>
                    <a:pt x="1540061" y="205331"/>
                  </a:lnTo>
                  <a:lnTo>
                    <a:pt x="1543050" y="190500"/>
                  </a:lnTo>
                  <a:lnTo>
                    <a:pt x="1543050" y="38100"/>
                  </a:lnTo>
                  <a:lnTo>
                    <a:pt x="1540061" y="23252"/>
                  </a:lnTo>
                  <a:lnTo>
                    <a:pt x="1531905" y="11144"/>
                  </a:lnTo>
                  <a:lnTo>
                    <a:pt x="1519797" y="2988"/>
                  </a:lnTo>
                  <a:lnTo>
                    <a:pt x="1504950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486650" y="5457825"/>
              <a:ext cx="1543050" cy="228600"/>
            </a:xfrm>
            <a:custGeom>
              <a:avLst/>
              <a:gdLst/>
              <a:ahLst/>
              <a:cxnLst/>
              <a:rect l="l" t="t" r="r" b="b"/>
              <a:pathLst>
                <a:path w="1543050" h="2286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1504950" y="0"/>
                  </a:lnTo>
                  <a:lnTo>
                    <a:pt x="1519797" y="2988"/>
                  </a:lnTo>
                  <a:lnTo>
                    <a:pt x="1531905" y="11144"/>
                  </a:lnTo>
                  <a:lnTo>
                    <a:pt x="1540061" y="23252"/>
                  </a:lnTo>
                  <a:lnTo>
                    <a:pt x="1543050" y="38100"/>
                  </a:lnTo>
                  <a:lnTo>
                    <a:pt x="1543050" y="190500"/>
                  </a:lnTo>
                  <a:lnTo>
                    <a:pt x="1540061" y="205331"/>
                  </a:lnTo>
                  <a:lnTo>
                    <a:pt x="1531905" y="217441"/>
                  </a:lnTo>
                  <a:lnTo>
                    <a:pt x="1519797" y="225606"/>
                  </a:lnTo>
                  <a:lnTo>
                    <a:pt x="1504950" y="228600"/>
                  </a:lnTo>
                  <a:lnTo>
                    <a:pt x="38100" y="228600"/>
                  </a:lnTo>
                  <a:lnTo>
                    <a:pt x="23252" y="225606"/>
                  </a:lnTo>
                  <a:lnTo>
                    <a:pt x="11144" y="217441"/>
                  </a:lnTo>
                  <a:lnTo>
                    <a:pt x="2988" y="205331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DCEA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7644510" y="5464175"/>
            <a:ext cx="1243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Tahoma"/>
                <a:cs typeface="Tahoma"/>
              </a:rPr>
              <a:t>M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40" dirty="0">
                <a:latin typeface="Tahoma"/>
                <a:cs typeface="Tahoma"/>
              </a:rPr>
              <a:t>ma</a:t>
            </a:r>
            <a:r>
              <a:rPr sz="1200" spc="35" dirty="0">
                <a:latin typeface="Tahoma"/>
                <a:cs typeface="Tahoma"/>
              </a:rPr>
              <a:t>l</a:t>
            </a:r>
            <a:r>
              <a:rPr sz="1200" spc="-240" dirty="0">
                <a:latin typeface="Tahoma"/>
                <a:cs typeface="Tahoma"/>
              </a:rPr>
              <a:t> </a:t>
            </a:r>
            <a:r>
              <a:rPr sz="1200" spc="40" dirty="0">
                <a:latin typeface="Tahoma"/>
                <a:cs typeface="Tahoma"/>
              </a:rPr>
              <a:t>m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35" dirty="0">
                <a:latin typeface="Tahoma"/>
                <a:cs typeface="Tahoma"/>
              </a:rPr>
              <a:t>l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p</a:t>
            </a:r>
            <a:r>
              <a:rPr sz="1200" spc="-35" dirty="0">
                <a:latin typeface="Tahoma"/>
                <a:cs typeface="Tahoma"/>
              </a:rPr>
              <a:t>re</a:t>
            </a:r>
            <a:r>
              <a:rPr sz="1200" spc="10" dirty="0">
                <a:latin typeface="Tahoma"/>
                <a:cs typeface="Tahoma"/>
              </a:rPr>
              <a:t>p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7458075" y="5686425"/>
            <a:ext cx="1681480" cy="624205"/>
            <a:chOff x="7458075" y="5686425"/>
            <a:chExt cx="1681480" cy="624205"/>
          </a:xfrm>
        </p:grpSpPr>
        <p:pic>
          <p:nvPicPr>
            <p:cNvPr id="120" name="object 12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458075" y="5715000"/>
              <a:ext cx="1681226" cy="500062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677150" y="5686425"/>
              <a:ext cx="1223962" cy="623887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7505700" y="5762625"/>
              <a:ext cx="1533525" cy="352425"/>
            </a:xfrm>
            <a:custGeom>
              <a:avLst/>
              <a:gdLst/>
              <a:ahLst/>
              <a:cxnLst/>
              <a:rect l="l" t="t" r="r" b="b"/>
              <a:pathLst>
                <a:path w="1533525" h="352425">
                  <a:moveTo>
                    <a:pt x="1474724" y="0"/>
                  </a:moveTo>
                  <a:lnTo>
                    <a:pt x="58800" y="0"/>
                  </a:lnTo>
                  <a:lnTo>
                    <a:pt x="35897" y="4616"/>
                  </a:lnTo>
                  <a:lnTo>
                    <a:pt x="17208" y="17205"/>
                  </a:lnTo>
                  <a:lnTo>
                    <a:pt x="4615" y="35875"/>
                  </a:lnTo>
                  <a:lnTo>
                    <a:pt x="0" y="58737"/>
                  </a:lnTo>
                  <a:lnTo>
                    <a:pt x="0" y="293687"/>
                  </a:lnTo>
                  <a:lnTo>
                    <a:pt x="4615" y="316549"/>
                  </a:lnTo>
                  <a:lnTo>
                    <a:pt x="17208" y="335219"/>
                  </a:lnTo>
                  <a:lnTo>
                    <a:pt x="35897" y="347808"/>
                  </a:lnTo>
                  <a:lnTo>
                    <a:pt x="58800" y="352425"/>
                  </a:lnTo>
                  <a:lnTo>
                    <a:pt x="1474724" y="352425"/>
                  </a:lnTo>
                  <a:lnTo>
                    <a:pt x="1497627" y="347808"/>
                  </a:lnTo>
                  <a:lnTo>
                    <a:pt x="1516316" y="335219"/>
                  </a:lnTo>
                  <a:lnTo>
                    <a:pt x="1528909" y="316549"/>
                  </a:lnTo>
                  <a:lnTo>
                    <a:pt x="1533525" y="293687"/>
                  </a:lnTo>
                  <a:lnTo>
                    <a:pt x="1533525" y="58737"/>
                  </a:lnTo>
                  <a:lnTo>
                    <a:pt x="1528909" y="35875"/>
                  </a:lnTo>
                  <a:lnTo>
                    <a:pt x="1516316" y="17205"/>
                  </a:lnTo>
                  <a:lnTo>
                    <a:pt x="1497627" y="4616"/>
                  </a:lnTo>
                  <a:lnTo>
                    <a:pt x="1474724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505700" y="5762625"/>
              <a:ext cx="1533525" cy="352425"/>
            </a:xfrm>
            <a:custGeom>
              <a:avLst/>
              <a:gdLst/>
              <a:ahLst/>
              <a:cxnLst/>
              <a:rect l="l" t="t" r="r" b="b"/>
              <a:pathLst>
                <a:path w="1533525" h="352425">
                  <a:moveTo>
                    <a:pt x="0" y="58737"/>
                  </a:moveTo>
                  <a:lnTo>
                    <a:pt x="4615" y="35875"/>
                  </a:lnTo>
                  <a:lnTo>
                    <a:pt x="17208" y="17205"/>
                  </a:lnTo>
                  <a:lnTo>
                    <a:pt x="35897" y="4616"/>
                  </a:lnTo>
                  <a:lnTo>
                    <a:pt x="58800" y="0"/>
                  </a:lnTo>
                  <a:lnTo>
                    <a:pt x="1474724" y="0"/>
                  </a:lnTo>
                  <a:lnTo>
                    <a:pt x="1497627" y="4616"/>
                  </a:lnTo>
                  <a:lnTo>
                    <a:pt x="1516316" y="17205"/>
                  </a:lnTo>
                  <a:lnTo>
                    <a:pt x="1528909" y="35875"/>
                  </a:lnTo>
                  <a:lnTo>
                    <a:pt x="1533525" y="58737"/>
                  </a:lnTo>
                  <a:lnTo>
                    <a:pt x="1533525" y="293687"/>
                  </a:lnTo>
                  <a:lnTo>
                    <a:pt x="1528909" y="316549"/>
                  </a:lnTo>
                  <a:lnTo>
                    <a:pt x="1516316" y="335219"/>
                  </a:lnTo>
                  <a:lnTo>
                    <a:pt x="1497627" y="347808"/>
                  </a:lnTo>
                  <a:lnTo>
                    <a:pt x="1474724" y="352425"/>
                  </a:lnTo>
                  <a:lnTo>
                    <a:pt x="58800" y="352425"/>
                  </a:lnTo>
                  <a:lnTo>
                    <a:pt x="35897" y="347808"/>
                  </a:lnTo>
                  <a:lnTo>
                    <a:pt x="17208" y="335219"/>
                  </a:lnTo>
                  <a:lnTo>
                    <a:pt x="4615" y="316549"/>
                  </a:lnTo>
                  <a:lnTo>
                    <a:pt x="0" y="293687"/>
                  </a:lnTo>
                  <a:lnTo>
                    <a:pt x="0" y="58737"/>
                  </a:lnTo>
                  <a:close/>
                </a:path>
              </a:pathLst>
            </a:custGeom>
            <a:ln w="19050">
              <a:solidFill>
                <a:srgbClr val="DCEA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7803768" y="5743257"/>
            <a:ext cx="937894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1435"/>
              </a:lnSpc>
              <a:spcBef>
                <a:spcPts val="100"/>
              </a:spcBef>
            </a:pPr>
            <a:r>
              <a:rPr sz="1200" spc="-20" dirty="0">
                <a:latin typeface="Tahoma"/>
                <a:cs typeface="Tahoma"/>
              </a:rPr>
              <a:t>On-the-go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ts val="1435"/>
              </a:lnSpc>
            </a:pPr>
            <a:r>
              <a:rPr sz="1200" spc="20" dirty="0">
                <a:latin typeface="Tahoma"/>
                <a:cs typeface="Tahoma"/>
              </a:rPr>
              <a:t>Consumption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3600450" y="1609597"/>
            <a:ext cx="6958330" cy="4919980"/>
            <a:chOff x="3600450" y="1609597"/>
            <a:chExt cx="6958330" cy="4919980"/>
          </a:xfrm>
        </p:grpSpPr>
        <p:pic>
          <p:nvPicPr>
            <p:cNvPr id="126" name="object 12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600450" y="1609597"/>
              <a:ext cx="3881501" cy="234797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8550" y="1647824"/>
              <a:ext cx="3752850" cy="221932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086850" y="5457825"/>
              <a:ext cx="1452499" cy="690562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115425" y="5429250"/>
              <a:ext cx="1385824" cy="804862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9134475" y="5505450"/>
              <a:ext cx="1304925" cy="542925"/>
            </a:xfrm>
            <a:custGeom>
              <a:avLst/>
              <a:gdLst/>
              <a:ahLst/>
              <a:cxnLst/>
              <a:rect l="l" t="t" r="r" b="b"/>
              <a:pathLst>
                <a:path w="1304925" h="542925">
                  <a:moveTo>
                    <a:pt x="1214374" y="0"/>
                  </a:moveTo>
                  <a:lnTo>
                    <a:pt x="90550" y="0"/>
                  </a:lnTo>
                  <a:lnTo>
                    <a:pt x="55292" y="7111"/>
                  </a:lnTo>
                  <a:lnTo>
                    <a:pt x="26511" y="26503"/>
                  </a:lnTo>
                  <a:lnTo>
                    <a:pt x="7112" y="55265"/>
                  </a:lnTo>
                  <a:lnTo>
                    <a:pt x="0" y="90487"/>
                  </a:lnTo>
                  <a:lnTo>
                    <a:pt x="0" y="452437"/>
                  </a:lnTo>
                  <a:lnTo>
                    <a:pt x="7111" y="487659"/>
                  </a:lnTo>
                  <a:lnTo>
                    <a:pt x="26511" y="516421"/>
                  </a:lnTo>
                  <a:lnTo>
                    <a:pt x="55292" y="535813"/>
                  </a:lnTo>
                  <a:lnTo>
                    <a:pt x="90550" y="542925"/>
                  </a:lnTo>
                  <a:lnTo>
                    <a:pt x="1214374" y="542925"/>
                  </a:lnTo>
                  <a:lnTo>
                    <a:pt x="1249632" y="535813"/>
                  </a:lnTo>
                  <a:lnTo>
                    <a:pt x="1278413" y="516421"/>
                  </a:lnTo>
                  <a:lnTo>
                    <a:pt x="1297812" y="487659"/>
                  </a:lnTo>
                  <a:lnTo>
                    <a:pt x="1304925" y="452437"/>
                  </a:lnTo>
                  <a:lnTo>
                    <a:pt x="1304925" y="90487"/>
                  </a:lnTo>
                  <a:lnTo>
                    <a:pt x="1297813" y="55265"/>
                  </a:lnTo>
                  <a:lnTo>
                    <a:pt x="1278413" y="26503"/>
                  </a:lnTo>
                  <a:lnTo>
                    <a:pt x="1249632" y="7111"/>
                  </a:lnTo>
                  <a:lnTo>
                    <a:pt x="1214374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9134475" y="5505450"/>
              <a:ext cx="1304925" cy="542925"/>
            </a:xfrm>
            <a:custGeom>
              <a:avLst/>
              <a:gdLst/>
              <a:ahLst/>
              <a:cxnLst/>
              <a:rect l="l" t="t" r="r" b="b"/>
              <a:pathLst>
                <a:path w="1304925" h="542925">
                  <a:moveTo>
                    <a:pt x="0" y="90487"/>
                  </a:moveTo>
                  <a:lnTo>
                    <a:pt x="7112" y="55265"/>
                  </a:lnTo>
                  <a:lnTo>
                    <a:pt x="26511" y="26503"/>
                  </a:lnTo>
                  <a:lnTo>
                    <a:pt x="55292" y="7111"/>
                  </a:lnTo>
                  <a:lnTo>
                    <a:pt x="90550" y="0"/>
                  </a:lnTo>
                  <a:lnTo>
                    <a:pt x="1214374" y="0"/>
                  </a:lnTo>
                  <a:lnTo>
                    <a:pt x="1249632" y="7111"/>
                  </a:lnTo>
                  <a:lnTo>
                    <a:pt x="1278413" y="26503"/>
                  </a:lnTo>
                  <a:lnTo>
                    <a:pt x="1297813" y="55265"/>
                  </a:lnTo>
                  <a:lnTo>
                    <a:pt x="1304925" y="90487"/>
                  </a:lnTo>
                  <a:lnTo>
                    <a:pt x="1304925" y="452437"/>
                  </a:lnTo>
                  <a:lnTo>
                    <a:pt x="1297812" y="487659"/>
                  </a:lnTo>
                  <a:lnTo>
                    <a:pt x="1278413" y="516421"/>
                  </a:lnTo>
                  <a:lnTo>
                    <a:pt x="1249632" y="535813"/>
                  </a:lnTo>
                  <a:lnTo>
                    <a:pt x="1214374" y="542925"/>
                  </a:lnTo>
                  <a:lnTo>
                    <a:pt x="90550" y="542925"/>
                  </a:lnTo>
                  <a:lnTo>
                    <a:pt x="55292" y="535813"/>
                  </a:lnTo>
                  <a:lnTo>
                    <a:pt x="26511" y="516421"/>
                  </a:lnTo>
                  <a:lnTo>
                    <a:pt x="7111" y="487659"/>
                  </a:lnTo>
                  <a:lnTo>
                    <a:pt x="0" y="452437"/>
                  </a:lnTo>
                  <a:lnTo>
                    <a:pt x="0" y="9048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096375" y="6076950"/>
              <a:ext cx="1462024" cy="41433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210675" y="6086475"/>
              <a:ext cx="1233487" cy="442912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9144000" y="6124575"/>
              <a:ext cx="1314450" cy="266700"/>
            </a:xfrm>
            <a:custGeom>
              <a:avLst/>
              <a:gdLst/>
              <a:ahLst/>
              <a:cxnLst/>
              <a:rect l="l" t="t" r="r" b="b"/>
              <a:pathLst>
                <a:path w="1314450" h="266700">
                  <a:moveTo>
                    <a:pt x="1270000" y="0"/>
                  </a:moveTo>
                  <a:lnTo>
                    <a:pt x="44450" y="0"/>
                  </a:lnTo>
                  <a:lnTo>
                    <a:pt x="27164" y="3493"/>
                  </a:lnTo>
                  <a:lnTo>
                    <a:pt x="13033" y="13019"/>
                  </a:lnTo>
                  <a:lnTo>
                    <a:pt x="3498" y="27148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51"/>
                  </a:lnTo>
                  <a:lnTo>
                    <a:pt x="13033" y="253680"/>
                  </a:lnTo>
                  <a:lnTo>
                    <a:pt x="27164" y="263206"/>
                  </a:lnTo>
                  <a:lnTo>
                    <a:pt x="44450" y="266700"/>
                  </a:lnTo>
                  <a:lnTo>
                    <a:pt x="1270000" y="266700"/>
                  </a:lnTo>
                  <a:lnTo>
                    <a:pt x="1287285" y="263206"/>
                  </a:lnTo>
                  <a:lnTo>
                    <a:pt x="1301416" y="253680"/>
                  </a:lnTo>
                  <a:lnTo>
                    <a:pt x="1310951" y="239551"/>
                  </a:lnTo>
                  <a:lnTo>
                    <a:pt x="1314450" y="222250"/>
                  </a:lnTo>
                  <a:lnTo>
                    <a:pt x="1314450" y="44450"/>
                  </a:lnTo>
                  <a:lnTo>
                    <a:pt x="1310951" y="27148"/>
                  </a:lnTo>
                  <a:lnTo>
                    <a:pt x="1301416" y="13019"/>
                  </a:lnTo>
                  <a:lnTo>
                    <a:pt x="1287285" y="3493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144000" y="6124575"/>
              <a:ext cx="1314450" cy="266700"/>
            </a:xfrm>
            <a:custGeom>
              <a:avLst/>
              <a:gdLst/>
              <a:ahLst/>
              <a:cxnLst/>
              <a:rect l="l" t="t" r="r" b="b"/>
              <a:pathLst>
                <a:path w="1314450" h="266700">
                  <a:moveTo>
                    <a:pt x="0" y="44450"/>
                  </a:moveTo>
                  <a:lnTo>
                    <a:pt x="3498" y="27148"/>
                  </a:lnTo>
                  <a:lnTo>
                    <a:pt x="13033" y="13019"/>
                  </a:lnTo>
                  <a:lnTo>
                    <a:pt x="27164" y="3493"/>
                  </a:lnTo>
                  <a:lnTo>
                    <a:pt x="44450" y="0"/>
                  </a:lnTo>
                  <a:lnTo>
                    <a:pt x="1270000" y="0"/>
                  </a:lnTo>
                  <a:lnTo>
                    <a:pt x="1287285" y="3493"/>
                  </a:lnTo>
                  <a:lnTo>
                    <a:pt x="1301416" y="13019"/>
                  </a:lnTo>
                  <a:lnTo>
                    <a:pt x="1310951" y="27148"/>
                  </a:lnTo>
                  <a:lnTo>
                    <a:pt x="1314450" y="44450"/>
                  </a:lnTo>
                  <a:lnTo>
                    <a:pt x="1314450" y="222250"/>
                  </a:lnTo>
                  <a:lnTo>
                    <a:pt x="1310951" y="239551"/>
                  </a:lnTo>
                  <a:lnTo>
                    <a:pt x="1301416" y="253680"/>
                  </a:lnTo>
                  <a:lnTo>
                    <a:pt x="1287285" y="263206"/>
                  </a:lnTo>
                  <a:lnTo>
                    <a:pt x="1270000" y="266700"/>
                  </a:lnTo>
                  <a:lnTo>
                    <a:pt x="44450" y="266700"/>
                  </a:lnTo>
                  <a:lnTo>
                    <a:pt x="27164" y="263206"/>
                  </a:lnTo>
                  <a:lnTo>
                    <a:pt x="13033" y="253680"/>
                  </a:lnTo>
                  <a:lnTo>
                    <a:pt x="3498" y="239551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9332214" y="6149975"/>
            <a:ext cx="9499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Sh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er</a:t>
            </a:r>
            <a:r>
              <a:rPr sz="1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al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9077325" y="4991100"/>
            <a:ext cx="1481455" cy="1866900"/>
            <a:chOff x="9077325" y="4991100"/>
            <a:chExt cx="1481455" cy="1866900"/>
          </a:xfrm>
        </p:grpSpPr>
        <p:pic>
          <p:nvPicPr>
            <p:cNvPr id="138" name="object 13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086850" y="5000688"/>
              <a:ext cx="1452499" cy="547687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172575" y="4991100"/>
              <a:ext cx="1309624" cy="623887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9134475" y="5048250"/>
              <a:ext cx="1304925" cy="400050"/>
            </a:xfrm>
            <a:custGeom>
              <a:avLst/>
              <a:gdLst/>
              <a:ahLst/>
              <a:cxnLst/>
              <a:rect l="l" t="t" r="r" b="b"/>
              <a:pathLst>
                <a:path w="1304925" h="400050">
                  <a:moveTo>
                    <a:pt x="1238250" y="0"/>
                  </a:moveTo>
                  <a:lnTo>
                    <a:pt x="66675" y="0"/>
                  </a:lnTo>
                  <a:lnTo>
                    <a:pt x="40719" y="5238"/>
                  </a:lnTo>
                  <a:lnTo>
                    <a:pt x="19526" y="19526"/>
                  </a:lnTo>
                  <a:lnTo>
                    <a:pt x="5238" y="40719"/>
                  </a:lnTo>
                  <a:lnTo>
                    <a:pt x="0" y="66675"/>
                  </a:lnTo>
                  <a:lnTo>
                    <a:pt x="0" y="333375"/>
                  </a:lnTo>
                  <a:lnTo>
                    <a:pt x="5238" y="359330"/>
                  </a:lnTo>
                  <a:lnTo>
                    <a:pt x="19526" y="380523"/>
                  </a:lnTo>
                  <a:lnTo>
                    <a:pt x="40719" y="394811"/>
                  </a:lnTo>
                  <a:lnTo>
                    <a:pt x="66675" y="400050"/>
                  </a:lnTo>
                  <a:lnTo>
                    <a:pt x="1238250" y="400050"/>
                  </a:lnTo>
                  <a:lnTo>
                    <a:pt x="1264205" y="394811"/>
                  </a:lnTo>
                  <a:lnTo>
                    <a:pt x="1285398" y="380523"/>
                  </a:lnTo>
                  <a:lnTo>
                    <a:pt x="1299686" y="359330"/>
                  </a:lnTo>
                  <a:lnTo>
                    <a:pt x="1304925" y="333375"/>
                  </a:lnTo>
                  <a:lnTo>
                    <a:pt x="1304925" y="66675"/>
                  </a:lnTo>
                  <a:lnTo>
                    <a:pt x="1299686" y="40719"/>
                  </a:lnTo>
                  <a:lnTo>
                    <a:pt x="1285398" y="19526"/>
                  </a:lnTo>
                  <a:lnTo>
                    <a:pt x="1264205" y="5238"/>
                  </a:lnTo>
                  <a:lnTo>
                    <a:pt x="1238250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9134475" y="5048250"/>
              <a:ext cx="1304925" cy="400050"/>
            </a:xfrm>
            <a:custGeom>
              <a:avLst/>
              <a:gdLst/>
              <a:ahLst/>
              <a:cxnLst/>
              <a:rect l="l" t="t" r="r" b="b"/>
              <a:pathLst>
                <a:path w="1304925" h="400050">
                  <a:moveTo>
                    <a:pt x="0" y="66675"/>
                  </a:moveTo>
                  <a:lnTo>
                    <a:pt x="5238" y="40719"/>
                  </a:lnTo>
                  <a:lnTo>
                    <a:pt x="19526" y="19526"/>
                  </a:lnTo>
                  <a:lnTo>
                    <a:pt x="40719" y="5238"/>
                  </a:lnTo>
                  <a:lnTo>
                    <a:pt x="66675" y="0"/>
                  </a:lnTo>
                  <a:lnTo>
                    <a:pt x="1238250" y="0"/>
                  </a:lnTo>
                  <a:lnTo>
                    <a:pt x="1264205" y="5238"/>
                  </a:lnTo>
                  <a:lnTo>
                    <a:pt x="1285398" y="19526"/>
                  </a:lnTo>
                  <a:lnTo>
                    <a:pt x="1299686" y="40719"/>
                  </a:lnTo>
                  <a:lnTo>
                    <a:pt x="1304925" y="66675"/>
                  </a:lnTo>
                  <a:lnTo>
                    <a:pt x="1304925" y="333375"/>
                  </a:lnTo>
                  <a:lnTo>
                    <a:pt x="1299686" y="359330"/>
                  </a:lnTo>
                  <a:lnTo>
                    <a:pt x="1285398" y="380523"/>
                  </a:lnTo>
                  <a:lnTo>
                    <a:pt x="1264205" y="394811"/>
                  </a:lnTo>
                  <a:lnTo>
                    <a:pt x="1238250" y="400050"/>
                  </a:lnTo>
                  <a:lnTo>
                    <a:pt x="66675" y="400050"/>
                  </a:lnTo>
                  <a:lnTo>
                    <a:pt x="40719" y="394811"/>
                  </a:lnTo>
                  <a:lnTo>
                    <a:pt x="19526" y="380523"/>
                  </a:lnTo>
                  <a:lnTo>
                    <a:pt x="5238" y="359330"/>
                  </a:lnTo>
                  <a:lnTo>
                    <a:pt x="0" y="333375"/>
                  </a:lnTo>
                  <a:lnTo>
                    <a:pt x="0" y="6667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077325" y="6410325"/>
              <a:ext cx="1481074" cy="447675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44000" y="6457950"/>
              <a:ext cx="1347724" cy="400050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9124950" y="6457950"/>
              <a:ext cx="1333500" cy="323850"/>
            </a:xfrm>
            <a:custGeom>
              <a:avLst/>
              <a:gdLst/>
              <a:ahLst/>
              <a:cxnLst/>
              <a:rect l="l" t="t" r="r" b="b"/>
              <a:pathLst>
                <a:path w="1333500" h="323850">
                  <a:moveTo>
                    <a:pt x="1279525" y="0"/>
                  </a:moveTo>
                  <a:lnTo>
                    <a:pt x="53975" y="0"/>
                  </a:lnTo>
                  <a:lnTo>
                    <a:pt x="32950" y="4241"/>
                  </a:lnTo>
                  <a:lnTo>
                    <a:pt x="15795" y="15809"/>
                  </a:lnTo>
                  <a:lnTo>
                    <a:pt x="4236" y="32966"/>
                  </a:lnTo>
                  <a:lnTo>
                    <a:pt x="0" y="53975"/>
                  </a:lnTo>
                  <a:lnTo>
                    <a:pt x="0" y="269875"/>
                  </a:lnTo>
                  <a:lnTo>
                    <a:pt x="4236" y="290884"/>
                  </a:lnTo>
                  <a:lnTo>
                    <a:pt x="15795" y="308041"/>
                  </a:lnTo>
                  <a:lnTo>
                    <a:pt x="32950" y="319608"/>
                  </a:lnTo>
                  <a:lnTo>
                    <a:pt x="53975" y="323850"/>
                  </a:lnTo>
                  <a:lnTo>
                    <a:pt x="1279525" y="323850"/>
                  </a:lnTo>
                  <a:lnTo>
                    <a:pt x="1300549" y="319608"/>
                  </a:lnTo>
                  <a:lnTo>
                    <a:pt x="1317704" y="308041"/>
                  </a:lnTo>
                  <a:lnTo>
                    <a:pt x="1329263" y="290884"/>
                  </a:lnTo>
                  <a:lnTo>
                    <a:pt x="1333500" y="269875"/>
                  </a:lnTo>
                  <a:lnTo>
                    <a:pt x="1333500" y="53975"/>
                  </a:lnTo>
                  <a:lnTo>
                    <a:pt x="1329263" y="32966"/>
                  </a:lnTo>
                  <a:lnTo>
                    <a:pt x="1317704" y="15809"/>
                  </a:lnTo>
                  <a:lnTo>
                    <a:pt x="1300549" y="4241"/>
                  </a:lnTo>
                  <a:lnTo>
                    <a:pt x="1279525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9124950" y="6457950"/>
              <a:ext cx="1333500" cy="323850"/>
            </a:xfrm>
            <a:custGeom>
              <a:avLst/>
              <a:gdLst/>
              <a:ahLst/>
              <a:cxnLst/>
              <a:rect l="l" t="t" r="r" b="b"/>
              <a:pathLst>
                <a:path w="1333500" h="323850">
                  <a:moveTo>
                    <a:pt x="0" y="53975"/>
                  </a:moveTo>
                  <a:lnTo>
                    <a:pt x="4236" y="32966"/>
                  </a:lnTo>
                  <a:lnTo>
                    <a:pt x="15795" y="15809"/>
                  </a:lnTo>
                  <a:lnTo>
                    <a:pt x="32950" y="4241"/>
                  </a:lnTo>
                  <a:lnTo>
                    <a:pt x="53975" y="0"/>
                  </a:lnTo>
                  <a:lnTo>
                    <a:pt x="1279525" y="0"/>
                  </a:lnTo>
                  <a:lnTo>
                    <a:pt x="1300549" y="4241"/>
                  </a:lnTo>
                  <a:lnTo>
                    <a:pt x="1317704" y="15809"/>
                  </a:lnTo>
                  <a:lnTo>
                    <a:pt x="1329263" y="32966"/>
                  </a:lnTo>
                  <a:lnTo>
                    <a:pt x="1333500" y="53975"/>
                  </a:lnTo>
                  <a:lnTo>
                    <a:pt x="1333500" y="269875"/>
                  </a:lnTo>
                  <a:lnTo>
                    <a:pt x="1329263" y="290884"/>
                  </a:lnTo>
                  <a:lnTo>
                    <a:pt x="1317704" y="308041"/>
                  </a:lnTo>
                  <a:lnTo>
                    <a:pt x="1300549" y="319608"/>
                  </a:lnTo>
                  <a:lnTo>
                    <a:pt x="1279525" y="323850"/>
                  </a:lnTo>
                  <a:lnTo>
                    <a:pt x="53975" y="323850"/>
                  </a:lnTo>
                  <a:lnTo>
                    <a:pt x="32950" y="319608"/>
                  </a:lnTo>
                  <a:lnTo>
                    <a:pt x="15795" y="308041"/>
                  </a:lnTo>
                  <a:lnTo>
                    <a:pt x="4236" y="290884"/>
                  </a:lnTo>
                  <a:lnTo>
                    <a:pt x="0" y="269875"/>
                  </a:lnTo>
                  <a:lnTo>
                    <a:pt x="0" y="5397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9269476" y="6516052"/>
            <a:ext cx="10604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7458075" y="6086475"/>
            <a:ext cx="1691005" cy="624205"/>
            <a:chOff x="7458075" y="6086475"/>
            <a:chExt cx="1691005" cy="624205"/>
          </a:xfrm>
        </p:grpSpPr>
        <p:pic>
          <p:nvPicPr>
            <p:cNvPr id="148" name="object 14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458075" y="6143625"/>
              <a:ext cx="1690751" cy="45243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620000" y="6086475"/>
              <a:ext cx="1385824" cy="623887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7505700" y="6191250"/>
              <a:ext cx="1543050" cy="304800"/>
            </a:xfrm>
            <a:custGeom>
              <a:avLst/>
              <a:gdLst/>
              <a:ahLst/>
              <a:cxnLst/>
              <a:rect l="l" t="t" r="r" b="b"/>
              <a:pathLst>
                <a:path w="1543050" h="304800">
                  <a:moveTo>
                    <a:pt x="1492250" y="0"/>
                  </a:moveTo>
                  <a:lnTo>
                    <a:pt x="50800" y="0"/>
                  </a:lnTo>
                  <a:lnTo>
                    <a:pt x="31021" y="3992"/>
                  </a:lnTo>
                  <a:lnTo>
                    <a:pt x="14874" y="14879"/>
                  </a:lnTo>
                  <a:lnTo>
                    <a:pt x="3990" y="31027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0" y="273772"/>
                  </a:lnTo>
                  <a:lnTo>
                    <a:pt x="14874" y="289920"/>
                  </a:lnTo>
                  <a:lnTo>
                    <a:pt x="31021" y="300807"/>
                  </a:lnTo>
                  <a:lnTo>
                    <a:pt x="50800" y="304800"/>
                  </a:lnTo>
                  <a:lnTo>
                    <a:pt x="1492250" y="304800"/>
                  </a:lnTo>
                  <a:lnTo>
                    <a:pt x="1512028" y="300807"/>
                  </a:lnTo>
                  <a:lnTo>
                    <a:pt x="1528175" y="289920"/>
                  </a:lnTo>
                  <a:lnTo>
                    <a:pt x="1539059" y="273772"/>
                  </a:lnTo>
                  <a:lnTo>
                    <a:pt x="1543050" y="254000"/>
                  </a:lnTo>
                  <a:lnTo>
                    <a:pt x="1543050" y="50800"/>
                  </a:lnTo>
                  <a:lnTo>
                    <a:pt x="1539059" y="31027"/>
                  </a:lnTo>
                  <a:lnTo>
                    <a:pt x="1528175" y="14879"/>
                  </a:lnTo>
                  <a:lnTo>
                    <a:pt x="1512028" y="3992"/>
                  </a:lnTo>
                  <a:lnTo>
                    <a:pt x="1492250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505700" y="6191250"/>
              <a:ext cx="1543050" cy="304800"/>
            </a:xfrm>
            <a:custGeom>
              <a:avLst/>
              <a:gdLst/>
              <a:ahLst/>
              <a:cxnLst/>
              <a:rect l="l" t="t" r="r" b="b"/>
              <a:pathLst>
                <a:path w="1543050" h="304800">
                  <a:moveTo>
                    <a:pt x="0" y="50800"/>
                  </a:moveTo>
                  <a:lnTo>
                    <a:pt x="3990" y="31027"/>
                  </a:lnTo>
                  <a:lnTo>
                    <a:pt x="14874" y="14879"/>
                  </a:lnTo>
                  <a:lnTo>
                    <a:pt x="31021" y="3992"/>
                  </a:lnTo>
                  <a:lnTo>
                    <a:pt x="50800" y="0"/>
                  </a:lnTo>
                  <a:lnTo>
                    <a:pt x="1492250" y="0"/>
                  </a:lnTo>
                  <a:lnTo>
                    <a:pt x="1512028" y="3992"/>
                  </a:lnTo>
                  <a:lnTo>
                    <a:pt x="1528175" y="14879"/>
                  </a:lnTo>
                  <a:lnTo>
                    <a:pt x="1539059" y="31027"/>
                  </a:lnTo>
                  <a:lnTo>
                    <a:pt x="1543050" y="50800"/>
                  </a:lnTo>
                  <a:lnTo>
                    <a:pt x="1543050" y="254000"/>
                  </a:lnTo>
                  <a:lnTo>
                    <a:pt x="1539059" y="273772"/>
                  </a:lnTo>
                  <a:lnTo>
                    <a:pt x="1528175" y="289920"/>
                  </a:lnTo>
                  <a:lnTo>
                    <a:pt x="1512028" y="300807"/>
                  </a:lnTo>
                  <a:lnTo>
                    <a:pt x="1492250" y="304800"/>
                  </a:lnTo>
                  <a:lnTo>
                    <a:pt x="50800" y="304800"/>
                  </a:lnTo>
                  <a:lnTo>
                    <a:pt x="31021" y="300807"/>
                  </a:lnTo>
                  <a:lnTo>
                    <a:pt x="14874" y="289920"/>
                  </a:lnTo>
                  <a:lnTo>
                    <a:pt x="3990" y="273772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DCEA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7743190" y="6146482"/>
            <a:ext cx="1068705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41300" marR="5080" indent="-229235">
              <a:lnSpc>
                <a:spcPts val="1430"/>
              </a:lnSpc>
              <a:spcBef>
                <a:spcPts val="155"/>
              </a:spcBef>
            </a:pPr>
            <a:r>
              <a:rPr sz="1200" spc="-180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185" dirty="0">
                <a:latin typeface="Tahoma"/>
                <a:cs typeface="Tahoma"/>
              </a:rPr>
              <a:t> </a:t>
            </a:r>
            <a:r>
              <a:rPr sz="1200" spc="-235" dirty="0">
                <a:latin typeface="Tahoma"/>
                <a:cs typeface="Tahoma"/>
              </a:rPr>
              <a:t>+</a:t>
            </a:r>
            <a:r>
              <a:rPr sz="1200" spc="-19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H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0" dirty="0">
                <a:latin typeface="Tahoma"/>
                <a:cs typeface="Tahoma"/>
              </a:rPr>
              <a:t>l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+  </a:t>
            </a:r>
            <a:r>
              <a:rPr sz="1200" spc="15" dirty="0">
                <a:latin typeface="Tahoma"/>
                <a:cs typeface="Tahoma"/>
              </a:rPr>
              <a:t>No-Cook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3" name="object 153"/>
          <p:cNvGrpSpPr/>
          <p:nvPr/>
        </p:nvGrpSpPr>
        <p:grpSpPr>
          <a:xfrm>
            <a:off x="7458075" y="6496050"/>
            <a:ext cx="1691005" cy="361950"/>
            <a:chOff x="7458075" y="6496050"/>
            <a:chExt cx="1691005" cy="361950"/>
          </a:xfrm>
        </p:grpSpPr>
        <p:pic>
          <p:nvPicPr>
            <p:cNvPr id="154" name="object 15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458075" y="6505575"/>
              <a:ext cx="1690751" cy="352425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20000" y="6496050"/>
              <a:ext cx="1366774" cy="361950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7505700" y="6553200"/>
              <a:ext cx="1543050" cy="219075"/>
            </a:xfrm>
            <a:custGeom>
              <a:avLst/>
              <a:gdLst/>
              <a:ahLst/>
              <a:cxnLst/>
              <a:rect l="l" t="t" r="r" b="b"/>
              <a:pathLst>
                <a:path w="1543050" h="219075">
                  <a:moveTo>
                    <a:pt x="1506601" y="0"/>
                  </a:moveTo>
                  <a:lnTo>
                    <a:pt x="36575" y="0"/>
                  </a:lnTo>
                  <a:lnTo>
                    <a:pt x="22342" y="2869"/>
                  </a:lnTo>
                  <a:lnTo>
                    <a:pt x="10715" y="10693"/>
                  </a:lnTo>
                  <a:lnTo>
                    <a:pt x="2875" y="22299"/>
                  </a:lnTo>
                  <a:lnTo>
                    <a:pt x="0" y="36512"/>
                  </a:lnTo>
                  <a:lnTo>
                    <a:pt x="0" y="182562"/>
                  </a:lnTo>
                  <a:lnTo>
                    <a:pt x="2875" y="196774"/>
                  </a:lnTo>
                  <a:lnTo>
                    <a:pt x="10715" y="208380"/>
                  </a:lnTo>
                  <a:lnTo>
                    <a:pt x="22342" y="216205"/>
                  </a:lnTo>
                  <a:lnTo>
                    <a:pt x="36575" y="219075"/>
                  </a:lnTo>
                  <a:lnTo>
                    <a:pt x="1506601" y="219075"/>
                  </a:lnTo>
                  <a:lnTo>
                    <a:pt x="1520761" y="216205"/>
                  </a:lnTo>
                  <a:lnTo>
                    <a:pt x="1532350" y="208380"/>
                  </a:lnTo>
                  <a:lnTo>
                    <a:pt x="1540176" y="196774"/>
                  </a:lnTo>
                  <a:lnTo>
                    <a:pt x="1543050" y="182562"/>
                  </a:lnTo>
                  <a:lnTo>
                    <a:pt x="1543050" y="36512"/>
                  </a:lnTo>
                  <a:lnTo>
                    <a:pt x="1540176" y="22299"/>
                  </a:lnTo>
                  <a:lnTo>
                    <a:pt x="1532350" y="10693"/>
                  </a:lnTo>
                  <a:lnTo>
                    <a:pt x="1520761" y="2869"/>
                  </a:lnTo>
                  <a:lnTo>
                    <a:pt x="1506601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505700" y="6553200"/>
              <a:ext cx="1543050" cy="219075"/>
            </a:xfrm>
            <a:custGeom>
              <a:avLst/>
              <a:gdLst/>
              <a:ahLst/>
              <a:cxnLst/>
              <a:rect l="l" t="t" r="r" b="b"/>
              <a:pathLst>
                <a:path w="1543050" h="219075">
                  <a:moveTo>
                    <a:pt x="0" y="36512"/>
                  </a:moveTo>
                  <a:lnTo>
                    <a:pt x="2875" y="22299"/>
                  </a:lnTo>
                  <a:lnTo>
                    <a:pt x="10715" y="10693"/>
                  </a:lnTo>
                  <a:lnTo>
                    <a:pt x="22342" y="2869"/>
                  </a:lnTo>
                  <a:lnTo>
                    <a:pt x="36575" y="0"/>
                  </a:lnTo>
                  <a:lnTo>
                    <a:pt x="1506601" y="0"/>
                  </a:lnTo>
                  <a:lnTo>
                    <a:pt x="1520761" y="2869"/>
                  </a:lnTo>
                  <a:lnTo>
                    <a:pt x="1532350" y="10693"/>
                  </a:lnTo>
                  <a:lnTo>
                    <a:pt x="1540176" y="22299"/>
                  </a:lnTo>
                  <a:lnTo>
                    <a:pt x="1543050" y="36512"/>
                  </a:lnTo>
                  <a:lnTo>
                    <a:pt x="1543050" y="182562"/>
                  </a:lnTo>
                  <a:lnTo>
                    <a:pt x="1540176" y="196774"/>
                  </a:lnTo>
                  <a:lnTo>
                    <a:pt x="1532350" y="208380"/>
                  </a:lnTo>
                  <a:lnTo>
                    <a:pt x="1520761" y="216205"/>
                  </a:lnTo>
                  <a:lnTo>
                    <a:pt x="1506601" y="219075"/>
                  </a:lnTo>
                  <a:lnTo>
                    <a:pt x="36575" y="219075"/>
                  </a:lnTo>
                  <a:lnTo>
                    <a:pt x="22342" y="216205"/>
                  </a:lnTo>
                  <a:lnTo>
                    <a:pt x="10715" y="208380"/>
                  </a:lnTo>
                  <a:lnTo>
                    <a:pt x="2875" y="196774"/>
                  </a:lnTo>
                  <a:lnTo>
                    <a:pt x="0" y="182562"/>
                  </a:lnTo>
                  <a:lnTo>
                    <a:pt x="0" y="36512"/>
                  </a:lnTo>
                  <a:close/>
                </a:path>
              </a:pathLst>
            </a:custGeom>
            <a:ln w="19050">
              <a:solidFill>
                <a:srgbClr val="DCEA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7739380" y="6557327"/>
            <a:ext cx="10826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ahoma"/>
                <a:cs typeface="Tahoma"/>
              </a:rPr>
              <a:t>F</a:t>
            </a:r>
            <a:r>
              <a:rPr sz="1200" spc="20" dirty="0">
                <a:latin typeface="Tahoma"/>
                <a:cs typeface="Tahoma"/>
              </a:rPr>
              <a:t>illi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B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k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spc="-15" dirty="0">
                <a:latin typeface="Tahoma"/>
                <a:cs typeface="Tahoma"/>
              </a:rPr>
              <a:t>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7486650" y="4695825"/>
            <a:ext cx="1676400" cy="285750"/>
            <a:chOff x="7486650" y="4695825"/>
            <a:chExt cx="1676400" cy="285750"/>
          </a:xfrm>
        </p:grpSpPr>
        <p:sp>
          <p:nvSpPr>
            <p:cNvPr id="160" name="object 160"/>
            <p:cNvSpPr/>
            <p:nvPr/>
          </p:nvSpPr>
          <p:spPr>
            <a:xfrm>
              <a:off x="7496175" y="4705350"/>
              <a:ext cx="1657350" cy="266700"/>
            </a:xfrm>
            <a:custGeom>
              <a:avLst/>
              <a:gdLst/>
              <a:ahLst/>
              <a:cxnLst/>
              <a:rect l="l" t="t" r="r" b="b"/>
              <a:pathLst>
                <a:path w="1657350" h="266700">
                  <a:moveTo>
                    <a:pt x="15240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1524000" y="266700"/>
                  </a:lnTo>
                  <a:lnTo>
                    <a:pt x="1657350" y="13335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C44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496175" y="4705350"/>
              <a:ext cx="1657350" cy="266700"/>
            </a:xfrm>
            <a:custGeom>
              <a:avLst/>
              <a:gdLst/>
              <a:ahLst/>
              <a:cxnLst/>
              <a:rect l="l" t="t" r="r" b="b"/>
              <a:pathLst>
                <a:path w="1657350" h="266700">
                  <a:moveTo>
                    <a:pt x="0" y="0"/>
                  </a:moveTo>
                  <a:lnTo>
                    <a:pt x="1524000" y="0"/>
                  </a:lnTo>
                  <a:lnTo>
                    <a:pt x="1657350" y="133350"/>
                  </a:lnTo>
                  <a:lnTo>
                    <a:pt x="15240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2" name="object 162"/>
          <p:cNvSpPr txBox="1"/>
          <p:nvPr/>
        </p:nvSpPr>
        <p:spPr>
          <a:xfrm>
            <a:off x="7932039" y="4715827"/>
            <a:ext cx="766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-P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8810625" y="4695825"/>
            <a:ext cx="1676400" cy="285750"/>
            <a:chOff x="8810625" y="4695825"/>
            <a:chExt cx="1676400" cy="285750"/>
          </a:xfrm>
        </p:grpSpPr>
        <p:sp>
          <p:nvSpPr>
            <p:cNvPr id="164" name="object 164"/>
            <p:cNvSpPr/>
            <p:nvPr/>
          </p:nvSpPr>
          <p:spPr>
            <a:xfrm>
              <a:off x="8820150" y="4705350"/>
              <a:ext cx="1657350" cy="266700"/>
            </a:xfrm>
            <a:custGeom>
              <a:avLst/>
              <a:gdLst/>
              <a:ahLst/>
              <a:cxnLst/>
              <a:rect l="l" t="t" r="r" b="b"/>
              <a:pathLst>
                <a:path w="1657350" h="266700">
                  <a:moveTo>
                    <a:pt x="1524000" y="0"/>
                  </a:moveTo>
                  <a:lnTo>
                    <a:pt x="0" y="0"/>
                  </a:lnTo>
                  <a:lnTo>
                    <a:pt x="133350" y="133350"/>
                  </a:lnTo>
                  <a:lnTo>
                    <a:pt x="0" y="266700"/>
                  </a:lnTo>
                  <a:lnTo>
                    <a:pt x="1524000" y="266700"/>
                  </a:lnTo>
                  <a:lnTo>
                    <a:pt x="1657350" y="13335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B4BD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820150" y="4705350"/>
              <a:ext cx="1657350" cy="266700"/>
            </a:xfrm>
            <a:custGeom>
              <a:avLst/>
              <a:gdLst/>
              <a:ahLst/>
              <a:cxnLst/>
              <a:rect l="l" t="t" r="r" b="b"/>
              <a:pathLst>
                <a:path w="1657350" h="266700">
                  <a:moveTo>
                    <a:pt x="0" y="0"/>
                  </a:moveTo>
                  <a:lnTo>
                    <a:pt x="1524000" y="0"/>
                  </a:lnTo>
                  <a:lnTo>
                    <a:pt x="1657350" y="133350"/>
                  </a:lnTo>
                  <a:lnTo>
                    <a:pt x="1524000" y="266700"/>
                  </a:lnTo>
                  <a:lnTo>
                    <a:pt x="0" y="266700"/>
                  </a:lnTo>
                  <a:lnTo>
                    <a:pt x="133350" y="13335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9069958" y="4715827"/>
            <a:ext cx="1254125" cy="1343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40" dirty="0">
                <a:latin typeface="Trebuchet MS"/>
                <a:cs typeface="Trebuchet MS"/>
              </a:rPr>
              <a:t>T</a:t>
            </a:r>
            <a:r>
              <a:rPr sz="1200" b="1" spc="-40" dirty="0">
                <a:latin typeface="Trebuchet MS"/>
                <a:cs typeface="Trebuchet MS"/>
              </a:rPr>
              <a:t>h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-55" dirty="0">
                <a:latin typeface="Trebuchet MS"/>
                <a:cs typeface="Trebuchet MS"/>
              </a:rPr>
              <a:t> </a:t>
            </a:r>
            <a:r>
              <a:rPr sz="1200" b="1" spc="15" dirty="0">
                <a:latin typeface="Trebuchet MS"/>
                <a:cs typeface="Trebuchet MS"/>
              </a:rPr>
              <a:t>G</a:t>
            </a:r>
            <a:r>
              <a:rPr sz="1200" b="1" spc="-5" dirty="0">
                <a:latin typeface="Trebuchet MS"/>
                <a:cs typeface="Trebuchet MS"/>
              </a:rPr>
              <a:t>o</a:t>
            </a:r>
            <a:r>
              <a:rPr sz="1200" b="1" spc="50" dirty="0">
                <a:latin typeface="Trebuchet MS"/>
                <a:cs typeface="Trebuchet MS"/>
              </a:rPr>
              <a:t>O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50" dirty="0">
                <a:latin typeface="Trebuchet MS"/>
                <a:cs typeface="Trebuchet MS"/>
              </a:rPr>
              <a:t>t</a:t>
            </a:r>
            <a:r>
              <a:rPr sz="1200" b="1" spc="-110" dirty="0">
                <a:latin typeface="Trebuchet MS"/>
                <a:cs typeface="Trebuchet MS"/>
              </a:rPr>
              <a:t> </a:t>
            </a:r>
            <a:r>
              <a:rPr sz="1200" b="1" spc="75" dirty="0">
                <a:latin typeface="Trebuchet MS"/>
                <a:cs typeface="Trebuchet MS"/>
              </a:rPr>
              <a:t>M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5" dirty="0">
                <a:latin typeface="Trebuchet MS"/>
                <a:cs typeface="Trebuchet MS"/>
              </a:rPr>
              <a:t>g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45" dirty="0">
                <a:latin typeface="Trebuchet MS"/>
                <a:cs typeface="Trebuchet MS"/>
              </a:rPr>
              <a:t>c</a:t>
            </a:r>
            <a:endParaRPr sz="1200">
              <a:latin typeface="Trebuchet MS"/>
              <a:cs typeface="Trebuchet MS"/>
            </a:endParaRPr>
          </a:p>
          <a:p>
            <a:pPr marL="238125" marR="45720" algn="ctr">
              <a:lnSpc>
                <a:spcPts val="1430"/>
              </a:lnSpc>
              <a:spcBef>
                <a:spcPts val="1250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2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t 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200">
              <a:latin typeface="Tahoma"/>
              <a:cs typeface="Tahoma"/>
            </a:endParaRPr>
          </a:p>
          <a:p>
            <a:pPr marL="187325" marR="5080" algn="ctr">
              <a:lnSpc>
                <a:spcPts val="1430"/>
              </a:lnSpc>
              <a:spcBef>
                <a:spcPts val="590"/>
              </a:spcBef>
            </a:pP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17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2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24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ms 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protein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rich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food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114300" y="3933823"/>
            <a:ext cx="133350" cy="2867025"/>
          </a:xfrm>
          <a:custGeom>
            <a:avLst/>
            <a:gdLst/>
            <a:ahLst/>
            <a:cxnLst/>
            <a:rect l="l" t="t" r="r" b="b"/>
            <a:pathLst>
              <a:path w="133350" h="2867025">
                <a:moveTo>
                  <a:pt x="133350" y="0"/>
                </a:moveTo>
                <a:lnTo>
                  <a:pt x="0" y="0"/>
                </a:lnTo>
                <a:lnTo>
                  <a:pt x="0" y="2867024"/>
                </a:lnTo>
                <a:lnTo>
                  <a:pt x="133350" y="2867024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85608" y="4723788"/>
            <a:ext cx="188595" cy="130238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spc="-1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b="1" spc="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b="1" spc="-15" dirty="0">
                <a:solidFill>
                  <a:srgbClr val="FFFFFF"/>
                </a:solidFill>
                <a:latin typeface="Trebuchet MS"/>
                <a:cs typeface="Trebuchet MS"/>
              </a:rPr>
              <a:t>rg</a:t>
            </a:r>
            <a:r>
              <a:rPr sz="1050" b="1" spc="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b="1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1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050" b="1" spc="-2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050" b="1" spc="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b="1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-4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050" b="1" spc="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b="1" spc="-1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b="1" spc="-2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050" b="1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050" b="1" spc="-1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b="1" spc="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b="1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69" name="object 16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176395" y="4223895"/>
            <a:ext cx="419983" cy="4199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075" y="2305050"/>
            <a:ext cx="11306175" cy="1743075"/>
            <a:chOff x="600075" y="2305050"/>
            <a:chExt cx="11306175" cy="1743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5" y="2305050"/>
              <a:ext cx="11306175" cy="17430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2775" y="2352611"/>
              <a:ext cx="5662676" cy="4619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24875" y="2352611"/>
              <a:ext cx="881062" cy="46196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282696" y="2397442"/>
            <a:ext cx="59969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45" dirty="0">
                <a:latin typeface="Trebuchet MS"/>
                <a:cs typeface="Trebuchet MS"/>
              </a:rPr>
              <a:t>ADDRESSING</a:t>
            </a:r>
            <a:r>
              <a:rPr sz="1550" b="1" spc="-120" dirty="0">
                <a:latin typeface="Trebuchet MS"/>
                <a:cs typeface="Trebuchet MS"/>
              </a:rPr>
              <a:t> </a:t>
            </a:r>
            <a:r>
              <a:rPr sz="1550" b="1" spc="-80" dirty="0">
                <a:latin typeface="Trebuchet MS"/>
                <a:cs typeface="Trebuchet MS"/>
              </a:rPr>
              <a:t>THE</a:t>
            </a:r>
            <a:r>
              <a:rPr sz="1550" b="1" spc="-60" dirty="0">
                <a:latin typeface="Trebuchet MS"/>
                <a:cs typeface="Trebuchet MS"/>
              </a:rPr>
              <a:t> </a:t>
            </a:r>
            <a:r>
              <a:rPr sz="1550" b="1" dirty="0">
                <a:latin typeface="Trebuchet MS"/>
                <a:cs typeface="Trebuchet MS"/>
              </a:rPr>
              <a:t>GAP</a:t>
            </a:r>
            <a:r>
              <a:rPr sz="1550" b="1" spc="-114" dirty="0">
                <a:latin typeface="Trebuchet MS"/>
                <a:cs typeface="Trebuchet MS"/>
              </a:rPr>
              <a:t> </a:t>
            </a:r>
            <a:r>
              <a:rPr sz="1550" b="1" dirty="0">
                <a:latin typeface="Trebuchet MS"/>
                <a:cs typeface="Trebuchet MS"/>
              </a:rPr>
              <a:t>BETWEEN</a:t>
            </a:r>
            <a:r>
              <a:rPr sz="1550" b="1" spc="-60" dirty="0">
                <a:latin typeface="Trebuchet MS"/>
                <a:cs typeface="Trebuchet MS"/>
              </a:rPr>
              <a:t> </a:t>
            </a:r>
            <a:r>
              <a:rPr sz="1550" b="1" spc="10" dirty="0">
                <a:latin typeface="Trebuchet MS"/>
                <a:cs typeface="Trebuchet MS"/>
              </a:rPr>
              <a:t>OUR</a:t>
            </a:r>
            <a:r>
              <a:rPr sz="1550" b="1" spc="-150" dirty="0">
                <a:latin typeface="Trebuchet MS"/>
                <a:cs typeface="Trebuchet MS"/>
              </a:rPr>
              <a:t> </a:t>
            </a:r>
            <a:r>
              <a:rPr sz="1550" b="1" spc="-15" dirty="0">
                <a:latin typeface="Trebuchet MS"/>
                <a:cs typeface="Trebuchet MS"/>
              </a:rPr>
              <a:t>VIABLE</a:t>
            </a:r>
            <a:r>
              <a:rPr sz="1550" b="1" spc="-125" dirty="0">
                <a:latin typeface="Trebuchet MS"/>
                <a:cs typeface="Trebuchet MS"/>
              </a:rPr>
              <a:t> </a:t>
            </a:r>
            <a:r>
              <a:rPr sz="1550" b="1" spc="55" dirty="0">
                <a:latin typeface="Trebuchet MS"/>
                <a:cs typeface="Trebuchet MS"/>
              </a:rPr>
              <a:t>CONSUMER</a:t>
            </a:r>
            <a:r>
              <a:rPr sz="1550" b="1" spc="-150" dirty="0">
                <a:latin typeface="Trebuchet MS"/>
                <a:cs typeface="Trebuchet MS"/>
              </a:rPr>
              <a:t> </a:t>
            </a:r>
            <a:r>
              <a:rPr sz="1550" b="1" spc="-65" dirty="0">
                <a:latin typeface="Trebuchet MS"/>
                <a:cs typeface="Trebuchet MS"/>
              </a:rPr>
              <a:t>&amp;</a:t>
            </a:r>
            <a:r>
              <a:rPr sz="1550" b="1" spc="-85" dirty="0">
                <a:latin typeface="Trebuchet MS"/>
                <a:cs typeface="Trebuchet MS"/>
              </a:rPr>
              <a:t> </a:t>
            </a:r>
            <a:r>
              <a:rPr sz="1550" b="1" spc="-55" dirty="0">
                <a:latin typeface="Trebuchet MS"/>
                <a:cs typeface="Trebuchet MS"/>
              </a:rPr>
              <a:t>GoOAT</a:t>
            </a:r>
            <a:endParaRPr sz="15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7650" y="4619625"/>
            <a:ext cx="3019425" cy="1228725"/>
          </a:xfrm>
          <a:custGeom>
            <a:avLst/>
            <a:gdLst/>
            <a:ahLst/>
            <a:cxnLst/>
            <a:rect l="l" t="t" r="r" b="b"/>
            <a:pathLst>
              <a:path w="3019425" h="1228725">
                <a:moveTo>
                  <a:pt x="0" y="204850"/>
                </a:moveTo>
                <a:lnTo>
                  <a:pt x="5408" y="157873"/>
                </a:lnTo>
                <a:lnTo>
                  <a:pt x="20816" y="114753"/>
                </a:lnTo>
                <a:lnTo>
                  <a:pt x="44991" y="76718"/>
                </a:lnTo>
                <a:lnTo>
                  <a:pt x="76706" y="44996"/>
                </a:lnTo>
                <a:lnTo>
                  <a:pt x="114730" y="20817"/>
                </a:lnTo>
                <a:lnTo>
                  <a:pt x="157833" y="5409"/>
                </a:lnTo>
                <a:lnTo>
                  <a:pt x="204787" y="0"/>
                </a:lnTo>
                <a:lnTo>
                  <a:pt x="2814574" y="0"/>
                </a:lnTo>
                <a:lnTo>
                  <a:pt x="2861551" y="5409"/>
                </a:lnTo>
                <a:lnTo>
                  <a:pt x="2904671" y="20817"/>
                </a:lnTo>
                <a:lnTo>
                  <a:pt x="2942706" y="44996"/>
                </a:lnTo>
                <a:lnTo>
                  <a:pt x="2974428" y="76718"/>
                </a:lnTo>
                <a:lnTo>
                  <a:pt x="2998607" y="114753"/>
                </a:lnTo>
                <a:lnTo>
                  <a:pt x="3014015" y="157873"/>
                </a:lnTo>
                <a:lnTo>
                  <a:pt x="3019425" y="204850"/>
                </a:lnTo>
                <a:lnTo>
                  <a:pt x="3019425" y="1023937"/>
                </a:lnTo>
                <a:lnTo>
                  <a:pt x="3014015" y="1070891"/>
                </a:lnTo>
                <a:lnTo>
                  <a:pt x="2998607" y="1113994"/>
                </a:lnTo>
                <a:lnTo>
                  <a:pt x="2974428" y="1152018"/>
                </a:lnTo>
                <a:lnTo>
                  <a:pt x="2942706" y="1183733"/>
                </a:lnTo>
                <a:lnTo>
                  <a:pt x="2904671" y="1207908"/>
                </a:lnTo>
                <a:lnTo>
                  <a:pt x="2861551" y="1223316"/>
                </a:lnTo>
                <a:lnTo>
                  <a:pt x="2814574" y="1228725"/>
                </a:lnTo>
                <a:lnTo>
                  <a:pt x="204787" y="1228725"/>
                </a:lnTo>
                <a:lnTo>
                  <a:pt x="157833" y="1223316"/>
                </a:lnTo>
                <a:lnTo>
                  <a:pt x="114730" y="1207908"/>
                </a:lnTo>
                <a:lnTo>
                  <a:pt x="76706" y="1183733"/>
                </a:lnTo>
                <a:lnTo>
                  <a:pt x="44991" y="1152018"/>
                </a:lnTo>
                <a:lnTo>
                  <a:pt x="20816" y="1113994"/>
                </a:lnTo>
                <a:lnTo>
                  <a:pt x="5408" y="1070891"/>
                </a:lnTo>
                <a:lnTo>
                  <a:pt x="0" y="1023937"/>
                </a:lnTo>
                <a:lnTo>
                  <a:pt x="0" y="204850"/>
                </a:lnTo>
                <a:close/>
              </a:path>
            </a:pathLst>
          </a:custGeom>
          <a:ln w="19050">
            <a:solidFill>
              <a:srgbClr val="0F476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3857" y="4823142"/>
            <a:ext cx="2632710" cy="8115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50"/>
              </a:spcBef>
            </a:pPr>
            <a:r>
              <a:rPr sz="1250" b="1" spc="5" dirty="0">
                <a:latin typeface="Trebuchet MS"/>
                <a:cs typeface="Trebuchet MS"/>
              </a:rPr>
              <a:t>Website </a:t>
            </a:r>
            <a:r>
              <a:rPr sz="1250" b="1" spc="-20" dirty="0">
                <a:latin typeface="Trebuchet MS"/>
                <a:cs typeface="Trebuchet MS"/>
              </a:rPr>
              <a:t>&amp; </a:t>
            </a:r>
            <a:r>
              <a:rPr sz="1250" b="1" spc="-5" dirty="0">
                <a:latin typeface="Trebuchet MS"/>
                <a:cs typeface="Trebuchet MS"/>
              </a:rPr>
              <a:t>Content: </a:t>
            </a:r>
            <a:r>
              <a:rPr sz="1250" spc="5" dirty="0">
                <a:latin typeface="Tahoma"/>
                <a:cs typeface="Tahoma"/>
              </a:rPr>
              <a:t>Adding </a:t>
            </a:r>
            <a:r>
              <a:rPr sz="1250" spc="-20" dirty="0">
                <a:latin typeface="Tahoma"/>
                <a:cs typeface="Tahoma"/>
              </a:rPr>
              <a:t>the </a:t>
            </a:r>
            <a:r>
              <a:rPr sz="1250" spc="-5" dirty="0">
                <a:latin typeface="Tahoma"/>
                <a:cs typeface="Tahoma"/>
              </a:rPr>
              <a:t>FAǪ </a:t>
            </a:r>
            <a:r>
              <a:rPr sz="1250" spc="-380" dirty="0">
                <a:latin typeface="Tahoma"/>
                <a:cs typeface="Tahoma"/>
              </a:rPr>
              <a:t> </a:t>
            </a:r>
            <a:r>
              <a:rPr sz="1250" spc="35" dirty="0">
                <a:latin typeface="Tahoma"/>
                <a:cs typeface="Tahoma"/>
              </a:rPr>
              <a:t>s</a:t>
            </a:r>
            <a:r>
              <a:rPr sz="1250" spc="55" dirty="0">
                <a:latin typeface="Tahoma"/>
                <a:cs typeface="Tahoma"/>
              </a:rPr>
              <a:t>ec</a:t>
            </a:r>
            <a:r>
              <a:rPr sz="1250" spc="-50" dirty="0">
                <a:latin typeface="Tahoma"/>
                <a:cs typeface="Tahoma"/>
              </a:rPr>
              <a:t>t</a:t>
            </a:r>
            <a:r>
              <a:rPr sz="1250" spc="10" dirty="0">
                <a:latin typeface="Tahoma"/>
                <a:cs typeface="Tahoma"/>
              </a:rPr>
              <a:t>i</a:t>
            </a:r>
            <a:r>
              <a:rPr sz="1250" spc="-10" dirty="0">
                <a:latin typeface="Tahoma"/>
                <a:cs typeface="Tahoma"/>
              </a:rPr>
              <a:t>o</a:t>
            </a:r>
            <a:r>
              <a:rPr sz="1250" spc="5" dirty="0">
                <a:latin typeface="Tahoma"/>
                <a:cs typeface="Tahoma"/>
              </a:rPr>
              <a:t>n</a:t>
            </a:r>
            <a:r>
              <a:rPr sz="1250" spc="30" dirty="0">
                <a:latin typeface="Tahoma"/>
                <a:cs typeface="Tahoma"/>
              </a:rPr>
              <a:t> </a:t>
            </a:r>
            <a:r>
              <a:rPr sz="1250" spc="5" dirty="0">
                <a:latin typeface="Tahoma"/>
                <a:cs typeface="Tahoma"/>
              </a:rPr>
              <a:t>a</a:t>
            </a:r>
            <a:r>
              <a:rPr sz="1250" spc="-20" dirty="0">
                <a:latin typeface="Tahoma"/>
                <a:cs typeface="Tahoma"/>
              </a:rPr>
              <a:t>n</a:t>
            </a:r>
            <a:r>
              <a:rPr sz="1250" spc="25" dirty="0">
                <a:latin typeface="Tahoma"/>
                <a:cs typeface="Tahoma"/>
              </a:rPr>
              <a:t>d</a:t>
            </a:r>
            <a:r>
              <a:rPr sz="1250" spc="-60" dirty="0">
                <a:latin typeface="Tahoma"/>
                <a:cs typeface="Tahoma"/>
              </a:rPr>
              <a:t> </a:t>
            </a:r>
            <a:r>
              <a:rPr sz="1250" spc="-5" dirty="0">
                <a:latin typeface="Tahoma"/>
                <a:cs typeface="Tahoma"/>
              </a:rPr>
              <a:t>r</a:t>
            </a:r>
            <a:r>
              <a:rPr sz="1250" spc="55" dirty="0">
                <a:latin typeface="Tahoma"/>
                <a:cs typeface="Tahoma"/>
              </a:rPr>
              <a:t>ec</a:t>
            </a:r>
            <a:r>
              <a:rPr sz="1250" spc="10" dirty="0">
                <a:latin typeface="Tahoma"/>
                <a:cs typeface="Tahoma"/>
              </a:rPr>
              <a:t>i</a:t>
            </a:r>
            <a:r>
              <a:rPr sz="1250" spc="55" dirty="0">
                <a:latin typeface="Tahoma"/>
                <a:cs typeface="Tahoma"/>
              </a:rPr>
              <a:t>p</a:t>
            </a:r>
            <a:r>
              <a:rPr sz="1250" spc="15" dirty="0">
                <a:latin typeface="Tahoma"/>
                <a:cs typeface="Tahoma"/>
              </a:rPr>
              <a:t>e</a:t>
            </a:r>
            <a:r>
              <a:rPr sz="1250" spc="-165" dirty="0">
                <a:latin typeface="Tahoma"/>
                <a:cs typeface="Tahoma"/>
              </a:rPr>
              <a:t> </a:t>
            </a:r>
            <a:r>
              <a:rPr sz="1250" spc="10" dirty="0">
                <a:latin typeface="Tahoma"/>
                <a:cs typeface="Tahoma"/>
              </a:rPr>
              <a:t>i</a:t>
            </a:r>
            <a:r>
              <a:rPr sz="1250" spc="55" dirty="0">
                <a:latin typeface="Tahoma"/>
                <a:cs typeface="Tahoma"/>
              </a:rPr>
              <a:t>d</a:t>
            </a:r>
            <a:r>
              <a:rPr sz="1250" spc="35" dirty="0">
                <a:latin typeface="Tahoma"/>
                <a:cs typeface="Tahoma"/>
              </a:rPr>
              <a:t>ea</a:t>
            </a:r>
            <a:r>
              <a:rPr sz="1250" dirty="0">
                <a:latin typeface="Tahoma"/>
                <a:cs typeface="Tahoma"/>
              </a:rPr>
              <a:t>s</a:t>
            </a:r>
            <a:r>
              <a:rPr sz="1250" spc="-15" dirty="0">
                <a:latin typeface="Tahoma"/>
                <a:cs typeface="Tahoma"/>
              </a:rPr>
              <a:t>.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50" spc="-15" dirty="0">
                <a:latin typeface="Tahoma"/>
                <a:cs typeface="Tahoma"/>
              </a:rPr>
              <a:t>Increasing</a:t>
            </a:r>
            <a:r>
              <a:rPr sz="1250" spc="30" dirty="0">
                <a:latin typeface="Tahoma"/>
                <a:cs typeface="Tahoma"/>
              </a:rPr>
              <a:t> </a:t>
            </a:r>
            <a:r>
              <a:rPr sz="1250" spc="20" dirty="0">
                <a:latin typeface="Tahoma"/>
                <a:cs typeface="Tahoma"/>
              </a:rPr>
              <a:t>product</a:t>
            </a:r>
            <a:r>
              <a:rPr sz="1250" spc="-55" dirty="0">
                <a:latin typeface="Tahoma"/>
                <a:cs typeface="Tahoma"/>
              </a:rPr>
              <a:t> </a:t>
            </a:r>
            <a:r>
              <a:rPr sz="1250" spc="25" dirty="0">
                <a:latin typeface="Tahoma"/>
                <a:cs typeface="Tahoma"/>
              </a:rPr>
              <a:t>placement</a:t>
            </a:r>
            <a:r>
              <a:rPr sz="1250" spc="-55" dirty="0">
                <a:latin typeface="Tahoma"/>
                <a:cs typeface="Tahoma"/>
              </a:rPr>
              <a:t> </a:t>
            </a:r>
            <a:r>
              <a:rPr sz="1250" spc="-5" dirty="0">
                <a:latin typeface="Tahoma"/>
                <a:cs typeface="Tahoma"/>
              </a:rPr>
              <a:t>on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50" spc="15" dirty="0">
                <a:latin typeface="Tahoma"/>
                <a:cs typeface="Tahoma"/>
              </a:rPr>
              <a:t>Ǫuick</a:t>
            </a:r>
            <a:r>
              <a:rPr sz="1250" spc="-5" dirty="0">
                <a:latin typeface="Tahoma"/>
                <a:cs typeface="Tahoma"/>
              </a:rPr>
              <a:t> </a:t>
            </a:r>
            <a:r>
              <a:rPr sz="1250" spc="50" dirty="0">
                <a:latin typeface="Tahoma"/>
                <a:cs typeface="Tahoma"/>
              </a:rPr>
              <a:t>Commerce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0600" y="895350"/>
            <a:ext cx="2581275" cy="381000"/>
          </a:xfrm>
          <a:custGeom>
            <a:avLst/>
            <a:gdLst/>
            <a:ahLst/>
            <a:cxnLst/>
            <a:rect l="l" t="t" r="r" b="b"/>
            <a:pathLst>
              <a:path w="2581275" h="381000">
                <a:moveTo>
                  <a:pt x="2390775" y="0"/>
                </a:moveTo>
                <a:lnTo>
                  <a:pt x="0" y="0"/>
                </a:lnTo>
                <a:lnTo>
                  <a:pt x="0" y="381000"/>
                </a:lnTo>
                <a:lnTo>
                  <a:pt x="2390775" y="381000"/>
                </a:lnTo>
                <a:lnTo>
                  <a:pt x="2581275" y="190500"/>
                </a:lnTo>
                <a:lnTo>
                  <a:pt x="2390775" y="0"/>
                </a:lnTo>
                <a:close/>
              </a:path>
            </a:pathLst>
          </a:custGeom>
          <a:solidFill>
            <a:srgbClr val="0A2F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45527" y="963040"/>
            <a:ext cx="1715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4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200" b="1" spc="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200" b="1" spc="15" dirty="0">
                <a:solidFill>
                  <a:srgbClr val="FFFFFF"/>
                </a:solidFill>
                <a:latin typeface="Trebuchet MS"/>
                <a:cs typeface="Trebuchet MS"/>
              </a:rPr>
              <a:t>GG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200" b="1" spc="2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20" dirty="0">
                <a:solidFill>
                  <a:srgbClr val="FFFFFF"/>
                </a:solidFill>
                <a:latin typeface="Trebuchet MS"/>
                <a:cs typeface="Trebuchet MS"/>
              </a:rPr>
              <a:t>WA</a:t>
            </a:r>
            <a:r>
              <a:rPr sz="1200" b="1" spc="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200" b="1" spc="13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38475" y="885825"/>
            <a:ext cx="2847975" cy="400050"/>
            <a:chOff x="3038475" y="885825"/>
            <a:chExt cx="2847975" cy="400050"/>
          </a:xfrm>
        </p:grpSpPr>
        <p:sp>
          <p:nvSpPr>
            <p:cNvPr id="12" name="object 12"/>
            <p:cNvSpPr/>
            <p:nvPr/>
          </p:nvSpPr>
          <p:spPr>
            <a:xfrm>
              <a:off x="3048000" y="895350"/>
              <a:ext cx="2828925" cy="381000"/>
            </a:xfrm>
            <a:custGeom>
              <a:avLst/>
              <a:gdLst/>
              <a:ahLst/>
              <a:cxnLst/>
              <a:rect l="l" t="t" r="r" b="b"/>
              <a:pathLst>
                <a:path w="2828925" h="381000">
                  <a:moveTo>
                    <a:pt x="2638425" y="0"/>
                  </a:moveTo>
                  <a:lnTo>
                    <a:pt x="0" y="0"/>
                  </a:lnTo>
                  <a:lnTo>
                    <a:pt x="190500" y="190500"/>
                  </a:lnTo>
                  <a:lnTo>
                    <a:pt x="0" y="381000"/>
                  </a:lnTo>
                  <a:lnTo>
                    <a:pt x="2638425" y="381000"/>
                  </a:lnTo>
                  <a:lnTo>
                    <a:pt x="2828925" y="190500"/>
                  </a:lnTo>
                  <a:lnTo>
                    <a:pt x="2638425" y="0"/>
                  </a:lnTo>
                  <a:close/>
                </a:path>
              </a:pathLst>
            </a:custGeom>
            <a:solidFill>
              <a:srgbClr val="0F4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895350"/>
              <a:ext cx="2828925" cy="381000"/>
            </a:xfrm>
            <a:custGeom>
              <a:avLst/>
              <a:gdLst/>
              <a:ahLst/>
              <a:cxnLst/>
              <a:rect l="l" t="t" r="r" b="b"/>
              <a:pathLst>
                <a:path w="2828925" h="381000">
                  <a:moveTo>
                    <a:pt x="0" y="0"/>
                  </a:moveTo>
                  <a:lnTo>
                    <a:pt x="2638425" y="0"/>
                  </a:lnTo>
                  <a:lnTo>
                    <a:pt x="2828925" y="190500"/>
                  </a:lnTo>
                  <a:lnTo>
                    <a:pt x="2638425" y="381000"/>
                  </a:lnTo>
                  <a:lnTo>
                    <a:pt x="0" y="381000"/>
                  </a:lnTo>
                  <a:lnTo>
                    <a:pt x="190500" y="1905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69615" y="963040"/>
            <a:ext cx="857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35" dirty="0">
                <a:solidFill>
                  <a:srgbClr val="FFFFFF"/>
                </a:solidFill>
                <a:latin typeface="Trebuchet MS"/>
                <a:cs typeface="Trebuchet MS"/>
              </a:rPr>
              <a:t>DISCOVERY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62575" y="885825"/>
            <a:ext cx="4724400" cy="400050"/>
            <a:chOff x="5362575" y="885825"/>
            <a:chExt cx="4724400" cy="400050"/>
          </a:xfrm>
        </p:grpSpPr>
        <p:sp>
          <p:nvSpPr>
            <p:cNvPr id="16" name="object 16"/>
            <p:cNvSpPr/>
            <p:nvPr/>
          </p:nvSpPr>
          <p:spPr>
            <a:xfrm>
              <a:off x="5372100" y="895350"/>
              <a:ext cx="2581275" cy="381000"/>
            </a:xfrm>
            <a:custGeom>
              <a:avLst/>
              <a:gdLst/>
              <a:ahLst/>
              <a:cxnLst/>
              <a:rect l="l" t="t" r="r" b="b"/>
              <a:pathLst>
                <a:path w="2581275" h="381000">
                  <a:moveTo>
                    <a:pt x="2390775" y="0"/>
                  </a:moveTo>
                  <a:lnTo>
                    <a:pt x="0" y="0"/>
                  </a:lnTo>
                  <a:lnTo>
                    <a:pt x="190500" y="190500"/>
                  </a:lnTo>
                  <a:lnTo>
                    <a:pt x="0" y="381000"/>
                  </a:lnTo>
                  <a:lnTo>
                    <a:pt x="2390775" y="381000"/>
                  </a:lnTo>
                  <a:lnTo>
                    <a:pt x="2581275" y="190500"/>
                  </a:lnTo>
                  <a:lnTo>
                    <a:pt x="2390775" y="0"/>
                  </a:lnTo>
                  <a:close/>
                </a:path>
              </a:pathLst>
            </a:custGeom>
            <a:solidFill>
              <a:srgbClr val="46B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72100" y="895350"/>
              <a:ext cx="2581275" cy="381000"/>
            </a:xfrm>
            <a:custGeom>
              <a:avLst/>
              <a:gdLst/>
              <a:ahLst/>
              <a:cxnLst/>
              <a:rect l="l" t="t" r="r" b="b"/>
              <a:pathLst>
                <a:path w="2581275" h="381000">
                  <a:moveTo>
                    <a:pt x="0" y="0"/>
                  </a:moveTo>
                  <a:lnTo>
                    <a:pt x="2390775" y="0"/>
                  </a:lnTo>
                  <a:lnTo>
                    <a:pt x="2581275" y="190500"/>
                  </a:lnTo>
                  <a:lnTo>
                    <a:pt x="2390775" y="381000"/>
                  </a:lnTo>
                  <a:lnTo>
                    <a:pt x="0" y="381000"/>
                  </a:lnTo>
                  <a:lnTo>
                    <a:pt x="190500" y="1905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29500" y="895350"/>
              <a:ext cx="2647950" cy="381000"/>
            </a:xfrm>
            <a:custGeom>
              <a:avLst/>
              <a:gdLst/>
              <a:ahLst/>
              <a:cxnLst/>
              <a:rect l="l" t="t" r="r" b="b"/>
              <a:pathLst>
                <a:path w="2647950" h="381000">
                  <a:moveTo>
                    <a:pt x="2457450" y="0"/>
                  </a:moveTo>
                  <a:lnTo>
                    <a:pt x="0" y="0"/>
                  </a:lnTo>
                  <a:lnTo>
                    <a:pt x="190500" y="190500"/>
                  </a:lnTo>
                  <a:lnTo>
                    <a:pt x="0" y="381000"/>
                  </a:lnTo>
                  <a:lnTo>
                    <a:pt x="2457450" y="381000"/>
                  </a:lnTo>
                  <a:lnTo>
                    <a:pt x="2647950" y="190500"/>
                  </a:lnTo>
                  <a:lnTo>
                    <a:pt x="2457450" y="0"/>
                  </a:lnTo>
                  <a:close/>
                </a:path>
              </a:pathLst>
            </a:custGeom>
            <a:solidFill>
              <a:srgbClr val="83C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29500" y="895350"/>
              <a:ext cx="2647950" cy="381000"/>
            </a:xfrm>
            <a:custGeom>
              <a:avLst/>
              <a:gdLst/>
              <a:ahLst/>
              <a:cxnLst/>
              <a:rect l="l" t="t" r="r" b="b"/>
              <a:pathLst>
                <a:path w="2647950" h="381000">
                  <a:moveTo>
                    <a:pt x="0" y="0"/>
                  </a:moveTo>
                  <a:lnTo>
                    <a:pt x="2457450" y="0"/>
                  </a:lnTo>
                  <a:lnTo>
                    <a:pt x="2647950" y="190500"/>
                  </a:lnTo>
                  <a:lnTo>
                    <a:pt x="2457450" y="381000"/>
                  </a:lnTo>
                  <a:lnTo>
                    <a:pt x="0" y="381000"/>
                  </a:lnTo>
                  <a:lnTo>
                    <a:pt x="190500" y="1905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01334" y="963040"/>
            <a:ext cx="36150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3275" algn="l"/>
              </a:tabLst>
            </a:pPr>
            <a:r>
              <a:rPr sz="1200" b="1" spc="85" dirty="0">
                <a:latin typeface="Trebuchet MS"/>
                <a:cs typeface="Trebuchet MS"/>
              </a:rPr>
              <a:t>C</a:t>
            </a:r>
            <a:r>
              <a:rPr sz="1200" b="1" spc="50" dirty="0">
                <a:latin typeface="Trebuchet MS"/>
                <a:cs typeface="Trebuchet MS"/>
              </a:rPr>
              <a:t>O</a:t>
            </a:r>
            <a:r>
              <a:rPr sz="1200" b="1" spc="95" dirty="0">
                <a:latin typeface="Trebuchet MS"/>
                <a:cs typeface="Trebuchet MS"/>
              </a:rPr>
              <a:t>N</a:t>
            </a:r>
            <a:r>
              <a:rPr sz="1200" b="1" spc="130" dirty="0">
                <a:latin typeface="Trebuchet MS"/>
                <a:cs typeface="Trebuchet MS"/>
              </a:rPr>
              <a:t>S</a:t>
            </a:r>
            <a:r>
              <a:rPr sz="1200" b="1" spc="35" dirty="0">
                <a:latin typeface="Trebuchet MS"/>
                <a:cs typeface="Trebuchet MS"/>
              </a:rPr>
              <a:t>I</a:t>
            </a:r>
            <a:r>
              <a:rPr sz="1200" b="1" spc="50" dirty="0">
                <a:latin typeface="Trebuchet MS"/>
                <a:cs typeface="Trebuchet MS"/>
              </a:rPr>
              <a:t>D</a:t>
            </a:r>
            <a:r>
              <a:rPr sz="1200" b="1" spc="-10" dirty="0">
                <a:latin typeface="Trebuchet MS"/>
                <a:cs typeface="Trebuchet MS"/>
              </a:rPr>
              <a:t>E</a:t>
            </a:r>
            <a:r>
              <a:rPr sz="1200" b="1" spc="10" dirty="0">
                <a:latin typeface="Trebuchet MS"/>
                <a:cs typeface="Trebuchet MS"/>
              </a:rPr>
              <a:t>R</a:t>
            </a:r>
            <a:r>
              <a:rPr sz="1200" b="1" spc="-90" dirty="0">
                <a:latin typeface="Trebuchet MS"/>
                <a:cs typeface="Trebuchet MS"/>
              </a:rPr>
              <a:t>A</a:t>
            </a:r>
            <a:r>
              <a:rPr sz="1200" b="1" spc="-140" dirty="0">
                <a:latin typeface="Trebuchet MS"/>
                <a:cs typeface="Trebuchet MS"/>
              </a:rPr>
              <a:t>T</a:t>
            </a:r>
            <a:r>
              <a:rPr sz="1200" b="1" spc="35" dirty="0">
                <a:latin typeface="Trebuchet MS"/>
                <a:cs typeface="Trebuchet MS"/>
              </a:rPr>
              <a:t>I</a:t>
            </a:r>
            <a:r>
              <a:rPr sz="1200" b="1" spc="50" dirty="0">
                <a:latin typeface="Trebuchet MS"/>
                <a:cs typeface="Trebuchet MS"/>
              </a:rPr>
              <a:t>O</a:t>
            </a:r>
            <a:r>
              <a:rPr sz="1200" b="1" spc="65" dirty="0">
                <a:latin typeface="Trebuchet MS"/>
                <a:cs typeface="Trebuchet MS"/>
              </a:rPr>
              <a:t>N</a:t>
            </a:r>
            <a:r>
              <a:rPr sz="1200" b="1" dirty="0">
                <a:latin typeface="Trebuchet MS"/>
                <a:cs typeface="Trebuchet MS"/>
              </a:rPr>
              <a:t>	</a:t>
            </a:r>
            <a:r>
              <a:rPr sz="1200" b="1" spc="-140" dirty="0">
                <a:latin typeface="Trebuchet MS"/>
                <a:cs typeface="Trebuchet MS"/>
              </a:rPr>
              <a:t>T</a:t>
            </a:r>
            <a:r>
              <a:rPr sz="1200" b="1" spc="10" dirty="0">
                <a:latin typeface="Trebuchet MS"/>
                <a:cs typeface="Trebuchet MS"/>
              </a:rPr>
              <a:t>R</a:t>
            </a:r>
            <a:r>
              <a:rPr sz="1200" b="1" spc="35" dirty="0">
                <a:latin typeface="Trebuchet MS"/>
                <a:cs typeface="Trebuchet MS"/>
              </a:rPr>
              <a:t>I</a:t>
            </a:r>
            <a:r>
              <a:rPr sz="1200" b="1" spc="-20" dirty="0">
                <a:latin typeface="Trebuchet MS"/>
                <a:cs typeface="Trebuchet MS"/>
              </a:rPr>
              <a:t>A</a:t>
            </a:r>
            <a:r>
              <a:rPr sz="1200" b="1" spc="-50" dirty="0">
                <a:latin typeface="Trebuchet MS"/>
                <a:cs typeface="Trebuchet MS"/>
              </a:rPr>
              <a:t>L</a:t>
            </a:r>
            <a:r>
              <a:rPr sz="1200" b="1" spc="-150" dirty="0">
                <a:latin typeface="Trebuchet MS"/>
                <a:cs typeface="Trebuchet MS"/>
              </a:rPr>
              <a:t> </a:t>
            </a:r>
            <a:r>
              <a:rPr sz="1200" b="1" spc="-40" dirty="0">
                <a:latin typeface="Trebuchet MS"/>
                <a:cs typeface="Trebuchet MS"/>
              </a:rPr>
              <a:t>&amp;</a:t>
            </a:r>
            <a:r>
              <a:rPr sz="1200" b="1" spc="-125" dirty="0">
                <a:latin typeface="Trebuchet MS"/>
                <a:cs typeface="Trebuchet MS"/>
              </a:rPr>
              <a:t> </a:t>
            </a:r>
            <a:r>
              <a:rPr sz="1200" b="1" spc="85" dirty="0">
                <a:latin typeface="Trebuchet MS"/>
                <a:cs typeface="Trebuchet MS"/>
              </a:rPr>
              <a:t>C</a:t>
            </a:r>
            <a:r>
              <a:rPr sz="1200" b="1" spc="50" dirty="0">
                <a:latin typeface="Trebuchet MS"/>
                <a:cs typeface="Trebuchet MS"/>
              </a:rPr>
              <a:t>O</a:t>
            </a:r>
            <a:r>
              <a:rPr sz="1200" b="1" spc="95" dirty="0">
                <a:latin typeface="Trebuchet MS"/>
                <a:cs typeface="Trebuchet MS"/>
              </a:rPr>
              <a:t>N</a:t>
            </a:r>
            <a:r>
              <a:rPr sz="1200" b="1" spc="-5" dirty="0">
                <a:latin typeface="Trebuchet MS"/>
                <a:cs typeface="Trebuchet MS"/>
              </a:rPr>
              <a:t>V</a:t>
            </a:r>
            <a:r>
              <a:rPr sz="1200" b="1" spc="-10" dirty="0">
                <a:latin typeface="Trebuchet MS"/>
                <a:cs typeface="Trebuchet MS"/>
              </a:rPr>
              <a:t>E</a:t>
            </a:r>
            <a:r>
              <a:rPr sz="1200" b="1" spc="10" dirty="0">
                <a:latin typeface="Trebuchet MS"/>
                <a:cs typeface="Trebuchet MS"/>
              </a:rPr>
              <a:t>R</a:t>
            </a:r>
            <a:r>
              <a:rPr sz="1200" b="1" spc="130" dirty="0">
                <a:latin typeface="Trebuchet MS"/>
                <a:cs typeface="Trebuchet MS"/>
              </a:rPr>
              <a:t>S</a:t>
            </a:r>
            <a:r>
              <a:rPr sz="1200" b="1" spc="35" dirty="0">
                <a:latin typeface="Trebuchet MS"/>
                <a:cs typeface="Trebuchet MS"/>
              </a:rPr>
              <a:t>I</a:t>
            </a:r>
            <a:r>
              <a:rPr sz="1200" b="1" spc="50" dirty="0">
                <a:latin typeface="Trebuchet MS"/>
                <a:cs typeface="Trebuchet MS"/>
              </a:rPr>
              <a:t>O</a:t>
            </a:r>
            <a:r>
              <a:rPr sz="1200" b="1" spc="65" dirty="0">
                <a:latin typeface="Trebuchet MS"/>
                <a:cs typeface="Trebuchet MS"/>
              </a:rPr>
              <a:t>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563100" y="885825"/>
            <a:ext cx="2352675" cy="400050"/>
            <a:chOff x="9563100" y="885825"/>
            <a:chExt cx="2352675" cy="400050"/>
          </a:xfrm>
        </p:grpSpPr>
        <p:sp>
          <p:nvSpPr>
            <p:cNvPr id="22" name="object 22"/>
            <p:cNvSpPr/>
            <p:nvPr/>
          </p:nvSpPr>
          <p:spPr>
            <a:xfrm>
              <a:off x="9572625" y="895350"/>
              <a:ext cx="2333625" cy="381000"/>
            </a:xfrm>
            <a:custGeom>
              <a:avLst/>
              <a:gdLst/>
              <a:ahLst/>
              <a:cxnLst/>
              <a:rect l="l" t="t" r="r" b="b"/>
              <a:pathLst>
                <a:path w="2333625" h="381000">
                  <a:moveTo>
                    <a:pt x="2143125" y="0"/>
                  </a:moveTo>
                  <a:lnTo>
                    <a:pt x="0" y="0"/>
                  </a:lnTo>
                  <a:lnTo>
                    <a:pt x="190500" y="190500"/>
                  </a:lnTo>
                  <a:lnTo>
                    <a:pt x="0" y="381000"/>
                  </a:lnTo>
                  <a:lnTo>
                    <a:pt x="2143125" y="381000"/>
                  </a:lnTo>
                  <a:lnTo>
                    <a:pt x="2333625" y="190500"/>
                  </a:lnTo>
                  <a:lnTo>
                    <a:pt x="2143125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572625" y="895350"/>
              <a:ext cx="2333625" cy="381000"/>
            </a:xfrm>
            <a:custGeom>
              <a:avLst/>
              <a:gdLst/>
              <a:ahLst/>
              <a:cxnLst/>
              <a:rect l="l" t="t" r="r" b="b"/>
              <a:pathLst>
                <a:path w="2333625" h="381000">
                  <a:moveTo>
                    <a:pt x="0" y="0"/>
                  </a:moveTo>
                  <a:lnTo>
                    <a:pt x="2143125" y="0"/>
                  </a:lnTo>
                  <a:lnTo>
                    <a:pt x="2333625" y="190500"/>
                  </a:lnTo>
                  <a:lnTo>
                    <a:pt x="2143125" y="381000"/>
                  </a:lnTo>
                  <a:lnTo>
                    <a:pt x="0" y="381000"/>
                  </a:lnTo>
                  <a:lnTo>
                    <a:pt x="190500" y="1905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800208" y="963040"/>
            <a:ext cx="619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Trebuchet MS"/>
                <a:cs typeface="Trebuchet MS"/>
              </a:rPr>
              <a:t>L</a:t>
            </a:r>
            <a:r>
              <a:rPr sz="1200" b="1" spc="50" dirty="0">
                <a:latin typeface="Trebuchet MS"/>
                <a:cs typeface="Trebuchet MS"/>
              </a:rPr>
              <a:t>O</a:t>
            </a:r>
            <a:r>
              <a:rPr sz="1200" b="1" spc="-140" dirty="0">
                <a:latin typeface="Trebuchet MS"/>
                <a:cs typeface="Trebuchet MS"/>
              </a:rPr>
              <a:t>Y</a:t>
            </a:r>
            <a:r>
              <a:rPr sz="1200" b="1" spc="-20" dirty="0">
                <a:latin typeface="Trebuchet MS"/>
                <a:cs typeface="Trebuchet MS"/>
              </a:rPr>
              <a:t>A</a:t>
            </a:r>
            <a:r>
              <a:rPr sz="1200" b="1" spc="-140" dirty="0">
                <a:latin typeface="Trebuchet MS"/>
                <a:cs typeface="Trebuchet MS"/>
              </a:rPr>
              <a:t>LT</a:t>
            </a:r>
            <a:r>
              <a:rPr sz="1200" b="1" spc="-35" dirty="0">
                <a:latin typeface="Trebuchet MS"/>
                <a:cs typeface="Trebuchet MS"/>
              </a:rPr>
              <a:t>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2564" y="890270"/>
            <a:ext cx="617220" cy="359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i="1" spc="10" dirty="0">
                <a:latin typeface="Trebuchet MS"/>
                <a:cs typeface="Trebuchet MS"/>
              </a:rPr>
              <a:t>JOURNEY</a:t>
            </a:r>
            <a:endParaRPr sz="1100">
              <a:latin typeface="Trebuchet MS"/>
              <a:cs typeface="Trebuchet MS"/>
            </a:endParaRPr>
          </a:p>
          <a:p>
            <a:pPr marL="50800">
              <a:lnSpc>
                <a:spcPts val="1295"/>
              </a:lnSpc>
            </a:pPr>
            <a:r>
              <a:rPr sz="1100" i="1" spc="55" dirty="0">
                <a:latin typeface="Trebuchet MS"/>
                <a:cs typeface="Trebuchet MS"/>
              </a:rPr>
              <a:t>PHASES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00500" y="552386"/>
            <a:ext cx="4196080" cy="462280"/>
            <a:chOff x="4000500" y="552386"/>
            <a:chExt cx="4196080" cy="46228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0500" y="552386"/>
              <a:ext cx="3529076" cy="4619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9000" y="552386"/>
              <a:ext cx="957262" cy="461962"/>
            </a:xfrm>
            <a:prstGeom prst="rect">
              <a:avLst/>
            </a:prstGeom>
          </p:spPr>
        </p:pic>
      </p:grp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958532" y="1319443"/>
          <a:ext cx="11203304" cy="9094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9406">
                <a:tc>
                  <a:txBody>
                    <a:bodyPr/>
                    <a:lstStyle/>
                    <a:p>
                      <a:pPr marL="298450" indent="-172085">
                        <a:lnSpc>
                          <a:spcPts val="1255"/>
                        </a:lnSpc>
                        <a:buChar char="-"/>
                        <a:tabLst>
                          <a:tab pos="299085" algn="l"/>
                        </a:tabLst>
                      </a:pPr>
                      <a:r>
                        <a:rPr sz="1100" spc="-4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2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2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1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-19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1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3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sz="1100" spc="2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19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3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sz="1100" spc="-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1100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3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ce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298450">
                        <a:lnSpc>
                          <a:spcPts val="1300"/>
                        </a:lnSpc>
                      </a:pP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partnerships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298450" indent="-172085">
                        <a:lnSpc>
                          <a:spcPts val="1300"/>
                        </a:lnSpc>
                        <a:spcBef>
                          <a:spcPts val="30"/>
                        </a:spcBef>
                        <a:buChar char="-"/>
                        <a:tabLst>
                          <a:tab pos="299085" algn="l"/>
                        </a:tabLst>
                      </a:pPr>
                      <a:r>
                        <a:rPr sz="1100" spc="-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ar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cle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lt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y</a:t>
                      </a:r>
                    </a:p>
                    <a:p>
                      <a:pPr marL="298450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k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</a:p>
                    <a:p>
                      <a:pPr marL="298450" indent="-172085">
                        <a:lnSpc>
                          <a:spcPct val="100000"/>
                        </a:lnSpc>
                        <a:spcBef>
                          <a:spcPts val="35"/>
                        </a:spcBef>
                        <a:buChar char="-"/>
                        <a:tabLst>
                          <a:tab pos="299085" algn="l"/>
                        </a:tabLst>
                      </a:pPr>
                      <a:r>
                        <a:rPr sz="1100" spc="2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lt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5430" marR="119380" indent="-172085">
                        <a:lnSpc>
                          <a:spcPts val="1280"/>
                        </a:lnSpc>
                        <a:spcBef>
                          <a:spcPts val="695"/>
                        </a:spcBef>
                        <a:buChar char="-"/>
                        <a:tabLst>
                          <a:tab pos="266065" algn="l"/>
                        </a:tabLst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k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15" dirty="0">
                          <a:latin typeface="Tahoma"/>
                          <a:cs typeface="Tahoma"/>
                        </a:rPr>
                        <a:t>v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y</a:t>
                      </a:r>
                      <a:r>
                        <a:rPr sz="1100" spc="-1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1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m 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&amp;</a:t>
                      </a:r>
                      <a:r>
                        <a:rPr sz="1100" spc="-1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q</a:t>
                      </a:r>
                      <a:r>
                        <a:rPr sz="1100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1100" spc="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</a:t>
                      </a:r>
                      <a:r>
                        <a:rPr sz="1100" spc="-1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100" spc="-17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65430" indent="-172085">
                        <a:lnSpc>
                          <a:spcPts val="1290"/>
                        </a:lnSpc>
                        <a:buChar char="-"/>
                        <a:tabLst>
                          <a:tab pos="266065" algn="l"/>
                        </a:tabLst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ar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es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ff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er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65430">
                        <a:lnSpc>
                          <a:spcPts val="130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brands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8265" marB="0"/>
                </a:tc>
                <a:tc>
                  <a:txBody>
                    <a:bodyPr/>
                    <a:lstStyle/>
                    <a:p>
                      <a:pPr marL="298450" indent="-172085">
                        <a:lnSpc>
                          <a:spcPts val="1255"/>
                        </a:lnSpc>
                        <a:buChar char="-"/>
                        <a:tabLst>
                          <a:tab pos="299085" algn="l"/>
                        </a:tabLst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ng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100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1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3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100" spc="-2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2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18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cl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ar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98450">
                        <a:lnSpc>
                          <a:spcPts val="1300"/>
                        </a:lnSpc>
                      </a:pP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-2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&amp;</a:t>
                      </a:r>
                      <a:r>
                        <a:rPr sz="1100" spc="-1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98450">
                        <a:lnSpc>
                          <a:spcPts val="1300"/>
                        </a:lnSpc>
                        <a:spcBef>
                          <a:spcPts val="30"/>
                        </a:spcBef>
                      </a:pPr>
                      <a:r>
                        <a:rPr sz="1100" spc="20" dirty="0">
                          <a:latin typeface="Tahoma"/>
                          <a:cs typeface="Tahoma"/>
                        </a:rPr>
                        <a:t>details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98450" indent="-172085">
                        <a:lnSpc>
                          <a:spcPts val="1295"/>
                        </a:lnSpc>
                        <a:buChar char="-"/>
                        <a:tabLst>
                          <a:tab pos="299085" algn="l"/>
                        </a:tabLst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1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2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oo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1100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h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984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1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sz="1100" spc="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2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sz="1100" spc="-17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v</a:t>
                      </a:r>
                      <a:r>
                        <a:rPr sz="1100" spc="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3370" indent="-172720">
                        <a:lnSpc>
                          <a:spcPts val="1300"/>
                        </a:lnSpc>
                        <a:spcBef>
                          <a:spcPts val="615"/>
                        </a:spcBef>
                        <a:buChar char="-"/>
                        <a:tabLst>
                          <a:tab pos="294005" algn="l"/>
                        </a:tabLst>
                      </a:pPr>
                      <a:r>
                        <a:rPr sz="1100" spc="-1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es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93370" indent="-172720">
                        <a:lnSpc>
                          <a:spcPts val="1300"/>
                        </a:lnSpc>
                        <a:buChar char="-"/>
                        <a:tabLst>
                          <a:tab pos="294005" algn="l"/>
                        </a:tabLst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ar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es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v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93370">
                        <a:lnSpc>
                          <a:spcPts val="1300"/>
                        </a:lnSpc>
                        <a:spcBef>
                          <a:spcPts val="35"/>
                        </a:spcBef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u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es</a:t>
                      </a:r>
                      <a:r>
                        <a:rPr sz="1100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f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293370">
                        <a:lnSpc>
                          <a:spcPts val="1300"/>
                        </a:lnSpc>
                      </a:pP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1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on</a:t>
                      </a:r>
                      <a:r>
                        <a:rPr sz="1100" spc="15" dirty="0">
                          <a:latin typeface="Tahoma"/>
                          <a:cs typeface="Tahoma"/>
                        </a:rPr>
                        <a:t>v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81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 dirty="0">
                        <a:latin typeface="Times New Roman"/>
                        <a:cs typeface="Times New Roman"/>
                      </a:endParaRPr>
                    </a:p>
                    <a:p>
                      <a:pPr marL="374650" marR="768350" indent="-171450">
                        <a:lnSpc>
                          <a:spcPts val="128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-  </a:t>
                      </a:r>
                      <a:r>
                        <a:rPr sz="11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x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1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1100" spc="3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-2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1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1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3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1100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11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sz="11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1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h</a:t>
                      </a:r>
                      <a:r>
                        <a:rPr sz="11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100" spc="-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  </a:t>
                      </a:r>
                      <a:r>
                        <a:rPr sz="11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plan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1515745">
                        <a:lnSpc>
                          <a:spcPts val="885"/>
                        </a:lnSpc>
                      </a:pPr>
                      <a:r>
                        <a:rPr sz="800" spc="-2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800" spc="-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sz="800" spc="-1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800" spc="1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800" spc="-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h</a:t>
                      </a:r>
                      <a:r>
                        <a:rPr sz="800" spc="-1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800" spc="-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sz="800" spc="2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800" spc="-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8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800" spc="-7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800" spc="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800" spc="2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sz="800" spc="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ea</a:t>
                      </a:r>
                      <a:r>
                        <a:rPr sz="800" spc="-1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sz="8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y</a:t>
                      </a:r>
                      <a:r>
                        <a:rPr sz="800" spc="-17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800" spc="5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800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800" spc="-3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800" spc="3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80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s</a:t>
                      </a:r>
                      <a:endParaRPr sz="800" dirty="0">
                        <a:latin typeface="Tahoma"/>
                        <a:cs typeface="Tahoma"/>
                      </a:endParaRPr>
                    </a:p>
                    <a:p>
                      <a:pPr marL="1515745" marR="360680">
                        <a:lnSpc>
                          <a:spcPts val="900"/>
                        </a:lnSpc>
                        <a:spcBef>
                          <a:spcPts val="95"/>
                        </a:spcBef>
                      </a:pPr>
                      <a:r>
                        <a:rPr sz="800" spc="-4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8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800" spc="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800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</a:t>
                      </a: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800" spc="-1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8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sz="800" spc="-114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800" spc="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ee</a:t>
                      </a:r>
                      <a:r>
                        <a:rPr sz="8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800" spc="-1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o  </a:t>
                      </a:r>
                      <a:r>
                        <a:rPr sz="800" spc="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improve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100647" y="1489328"/>
            <a:ext cx="793750" cy="359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300"/>
              </a:lnSpc>
              <a:spcBef>
                <a:spcPts val="125"/>
              </a:spcBef>
            </a:pPr>
            <a:r>
              <a:rPr sz="1100" i="1" spc="-20" dirty="0">
                <a:latin typeface="Trebuchet MS"/>
                <a:cs typeface="Trebuchet MS"/>
              </a:rPr>
              <a:t>KEY</a:t>
            </a:r>
            <a:endParaRPr sz="1100">
              <a:latin typeface="Trebuchet MS"/>
              <a:cs typeface="Trebuchet MS"/>
            </a:endParaRPr>
          </a:p>
          <a:p>
            <a:pPr algn="ctr">
              <a:lnSpc>
                <a:spcPts val="1295"/>
              </a:lnSpc>
            </a:pPr>
            <a:r>
              <a:rPr sz="1100" i="1" spc="50" dirty="0">
                <a:latin typeface="Trebuchet MS"/>
                <a:cs typeface="Trebuchet MS"/>
              </a:rPr>
              <a:t>FUNCTIONS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41387" y="2733675"/>
            <a:ext cx="10836275" cy="266700"/>
            <a:chOff x="941387" y="2733675"/>
            <a:chExt cx="10836275" cy="266700"/>
          </a:xfrm>
        </p:grpSpPr>
        <p:sp>
          <p:nvSpPr>
            <p:cNvPr id="32" name="object 32"/>
            <p:cNvSpPr/>
            <p:nvPr/>
          </p:nvSpPr>
          <p:spPr>
            <a:xfrm>
              <a:off x="947737" y="2862326"/>
              <a:ext cx="10823575" cy="0"/>
            </a:xfrm>
            <a:custGeom>
              <a:avLst/>
              <a:gdLst/>
              <a:ahLst/>
              <a:cxnLst/>
              <a:rect l="l" t="t" r="r" b="b"/>
              <a:pathLst>
                <a:path w="10823575">
                  <a:moveTo>
                    <a:pt x="0" y="0"/>
                  </a:moveTo>
                  <a:lnTo>
                    <a:pt x="10823384" y="0"/>
                  </a:lnTo>
                </a:path>
              </a:pathLst>
            </a:custGeom>
            <a:ln w="12700">
              <a:solidFill>
                <a:srgbClr val="74747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150" y="2733675"/>
              <a:ext cx="2571750" cy="2667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605914" y="2617215"/>
            <a:ext cx="14357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5" dirty="0">
                <a:solidFill>
                  <a:srgbClr val="C00000"/>
                </a:solidFill>
                <a:latin typeface="Trebuchet MS"/>
                <a:cs typeface="Trebuchet MS"/>
              </a:rPr>
              <a:t>w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0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5" dirty="0">
                <a:solidFill>
                  <a:srgbClr val="C00000"/>
                </a:solidFill>
                <a:latin typeface="Trebuchet MS"/>
                <a:cs typeface="Trebuchet MS"/>
              </a:rPr>
              <a:t>w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2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41387" y="3028950"/>
            <a:ext cx="10855325" cy="859155"/>
            <a:chOff x="941387" y="3028950"/>
            <a:chExt cx="10855325" cy="859155"/>
          </a:xfrm>
        </p:grpSpPr>
        <p:sp>
          <p:nvSpPr>
            <p:cNvPr id="36" name="object 36"/>
            <p:cNvSpPr/>
            <p:nvPr/>
          </p:nvSpPr>
          <p:spPr>
            <a:xfrm>
              <a:off x="947737" y="3186176"/>
              <a:ext cx="10823575" cy="0"/>
            </a:xfrm>
            <a:custGeom>
              <a:avLst/>
              <a:gdLst/>
              <a:ahLst/>
              <a:cxnLst/>
              <a:rect l="l" t="t" r="r" b="b"/>
              <a:pathLst>
                <a:path w="10823575">
                  <a:moveTo>
                    <a:pt x="0" y="0"/>
                  </a:moveTo>
                  <a:lnTo>
                    <a:pt x="10823384" y="0"/>
                  </a:lnTo>
                </a:path>
              </a:pathLst>
            </a:custGeom>
            <a:ln w="12700">
              <a:solidFill>
                <a:srgbClr val="74747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4675" y="3028950"/>
              <a:ext cx="6657975" cy="29527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66787" y="3510026"/>
              <a:ext cx="10823575" cy="0"/>
            </a:xfrm>
            <a:custGeom>
              <a:avLst/>
              <a:gdLst/>
              <a:ahLst/>
              <a:cxnLst/>
              <a:rect l="l" t="t" r="r" b="b"/>
              <a:pathLst>
                <a:path w="10823575">
                  <a:moveTo>
                    <a:pt x="0" y="0"/>
                  </a:moveTo>
                  <a:lnTo>
                    <a:pt x="10823384" y="0"/>
                  </a:lnTo>
                </a:path>
              </a:pathLst>
            </a:custGeom>
            <a:ln w="12700">
              <a:solidFill>
                <a:srgbClr val="74747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5000" y="3409950"/>
              <a:ext cx="5000625" cy="2667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66787" y="3881500"/>
              <a:ext cx="10823575" cy="0"/>
            </a:xfrm>
            <a:custGeom>
              <a:avLst/>
              <a:gdLst/>
              <a:ahLst/>
              <a:cxnLst/>
              <a:rect l="l" t="t" r="r" b="b"/>
              <a:pathLst>
                <a:path w="10823575">
                  <a:moveTo>
                    <a:pt x="0" y="0"/>
                  </a:moveTo>
                  <a:lnTo>
                    <a:pt x="10823384" y="0"/>
                  </a:lnTo>
                </a:path>
              </a:pathLst>
            </a:custGeom>
            <a:ln w="12700">
              <a:solidFill>
                <a:srgbClr val="74747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417695" y="2926715"/>
            <a:ext cx="6828790" cy="88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30" dirty="0">
                <a:solidFill>
                  <a:srgbClr val="C00000"/>
                </a:solidFill>
                <a:latin typeface="Trebuchet MS"/>
                <a:cs typeface="Trebuchet MS"/>
              </a:rPr>
              <a:t>m</a:t>
            </a:r>
            <a:r>
              <a:rPr sz="1050" b="1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3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0" dirty="0">
                <a:solidFill>
                  <a:srgbClr val="C00000"/>
                </a:solidFill>
                <a:latin typeface="Trebuchet MS"/>
                <a:cs typeface="Trebuchet MS"/>
              </a:rPr>
              <a:t>f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0" dirty="0">
                <a:solidFill>
                  <a:srgbClr val="C00000"/>
                </a:solidFill>
                <a:latin typeface="Trebuchet MS"/>
                <a:cs typeface="Trebuchet MS"/>
              </a:rPr>
              <a:t>f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1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p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35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1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35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2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l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rebuchet MS"/>
              <a:cs typeface="Trebuchet MS"/>
            </a:endParaRPr>
          </a:p>
          <a:p>
            <a:pPr marL="1423035">
              <a:lnSpc>
                <a:spcPct val="100000"/>
              </a:lnSpc>
            </a:pPr>
            <a:r>
              <a:rPr sz="1050" b="1" spc="5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C00000"/>
                </a:solidFill>
                <a:latin typeface="Trebuchet MS"/>
                <a:cs typeface="Trebuchet MS"/>
              </a:rPr>
              <a:t>u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g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h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C00000"/>
                </a:solidFill>
                <a:latin typeface="Trebuchet MS"/>
                <a:cs typeface="Trebuchet MS"/>
              </a:rPr>
              <a:t>u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2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5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35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2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10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5" dirty="0">
                <a:solidFill>
                  <a:srgbClr val="C00000"/>
                </a:solidFill>
                <a:latin typeface="Trebuchet MS"/>
                <a:cs typeface="Trebuchet MS"/>
              </a:rPr>
              <a:t>w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h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10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2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5" dirty="0">
                <a:solidFill>
                  <a:srgbClr val="C00000"/>
                </a:solidFill>
                <a:latin typeface="Trebuchet MS"/>
                <a:cs typeface="Trebuchet MS"/>
              </a:rPr>
              <a:t>w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1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b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2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rebuchet MS"/>
              <a:cs typeface="Trebuchet MS"/>
            </a:endParaRPr>
          </a:p>
          <a:p>
            <a:pPr marL="3965575">
              <a:lnSpc>
                <a:spcPct val="100000"/>
              </a:lnSpc>
            </a:pPr>
            <a:r>
              <a:rPr sz="1050" b="1" spc="90" dirty="0">
                <a:solidFill>
                  <a:srgbClr val="C00000"/>
                </a:solidFill>
                <a:latin typeface="Trebuchet MS"/>
                <a:cs typeface="Trebuchet MS"/>
              </a:rPr>
              <a:t>S</a:t>
            </a:r>
            <a:r>
              <a:rPr sz="1050" b="1" spc="-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10" dirty="0">
                <a:solidFill>
                  <a:srgbClr val="C00000"/>
                </a:solidFill>
                <a:latin typeface="Trebuchet MS"/>
                <a:cs typeface="Trebuchet MS"/>
              </a:rPr>
              <a:t>g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60" dirty="0">
                <a:solidFill>
                  <a:srgbClr val="C00000"/>
                </a:solidFill>
                <a:latin typeface="Trebuchet MS"/>
                <a:cs typeface="Trebuchet MS"/>
              </a:rPr>
              <a:t>W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6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-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27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f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-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80" dirty="0">
                <a:solidFill>
                  <a:srgbClr val="C00000"/>
                </a:solidFill>
                <a:latin typeface="Trebuchet MS"/>
                <a:cs typeface="Trebuchet MS"/>
              </a:rPr>
              <a:t>M</a:t>
            </a:r>
            <a:r>
              <a:rPr sz="1050"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105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C00000"/>
                </a:solidFill>
                <a:latin typeface="Trebuchet MS"/>
                <a:cs typeface="Trebuchet MS"/>
              </a:rPr>
              <a:t>u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4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h</a:t>
            </a:r>
            <a:r>
              <a:rPr sz="1050" b="1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1050" b="1" spc="-1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1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105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r>
              <a:rPr sz="105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50" b="1" spc="5" dirty="0">
                <a:solidFill>
                  <a:srgbClr val="C00000"/>
                </a:solidFill>
                <a:latin typeface="Trebuchet MS"/>
                <a:cs typeface="Trebuchet MS"/>
              </a:rPr>
              <a:t>d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62900" y="3733800"/>
            <a:ext cx="3762375" cy="26670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0" y="4162361"/>
            <a:ext cx="12192000" cy="443230"/>
            <a:chOff x="0" y="4162361"/>
            <a:chExt cx="12192000" cy="443230"/>
          </a:xfrm>
        </p:grpSpPr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4200524"/>
              <a:ext cx="12192000" cy="3048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9675" y="4162361"/>
              <a:ext cx="9967976" cy="442912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322705" y="4223067"/>
            <a:ext cx="95599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6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4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3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b="1" spc="4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4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5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b="1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4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9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4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4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spc="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6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4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0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250" dirty="0">
                <a:solidFill>
                  <a:srgbClr val="FFFFFF"/>
                </a:solidFill>
                <a:latin typeface="Trebuchet MS"/>
                <a:cs typeface="Trebuchet MS"/>
              </a:rPr>
              <a:t>J</a:t>
            </a:r>
            <a:r>
              <a:rPr sz="14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5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839450" y="1762125"/>
            <a:ext cx="1323975" cy="466725"/>
          </a:xfrm>
          <a:custGeom>
            <a:avLst/>
            <a:gdLst/>
            <a:ahLst/>
            <a:cxnLst/>
            <a:rect l="l" t="t" r="r" b="b"/>
            <a:pathLst>
              <a:path w="1323975" h="466725">
                <a:moveTo>
                  <a:pt x="1323975" y="0"/>
                </a:moveTo>
                <a:lnTo>
                  <a:pt x="0" y="0"/>
                </a:lnTo>
                <a:lnTo>
                  <a:pt x="0" y="466725"/>
                </a:lnTo>
                <a:lnTo>
                  <a:pt x="1323975" y="466725"/>
                </a:lnTo>
                <a:lnTo>
                  <a:pt x="1323975" y="0"/>
                </a:lnTo>
                <a:close/>
              </a:path>
            </a:pathLst>
          </a:custGeom>
          <a:solidFill>
            <a:srgbClr val="FBF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8575" y="47625"/>
            <a:ext cx="4333875" cy="438150"/>
          </a:xfrm>
          <a:custGeom>
            <a:avLst/>
            <a:gdLst/>
            <a:ahLst/>
            <a:cxnLst/>
            <a:rect l="l" t="t" r="r" b="b"/>
            <a:pathLst>
              <a:path w="4333875" h="438150">
                <a:moveTo>
                  <a:pt x="0" y="0"/>
                </a:moveTo>
                <a:lnTo>
                  <a:pt x="4114800" y="0"/>
                </a:lnTo>
                <a:lnTo>
                  <a:pt x="4333875" y="219075"/>
                </a:lnTo>
                <a:lnTo>
                  <a:pt x="4114800" y="438150"/>
                </a:lnTo>
                <a:lnTo>
                  <a:pt x="0" y="438150"/>
                </a:lnTo>
                <a:lnTo>
                  <a:pt x="219075" y="21907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1325244" y="89598"/>
            <a:ext cx="1773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</a:t>
            </a:r>
            <a:r>
              <a:rPr spc="-180" dirty="0"/>
              <a:t>r</a:t>
            </a:r>
            <a:r>
              <a:rPr spc="-70" dirty="0"/>
              <a:t>o</a:t>
            </a:r>
            <a:r>
              <a:rPr spc="-110" dirty="0"/>
              <a:t>d</a:t>
            </a:r>
            <a:r>
              <a:rPr spc="-90" dirty="0"/>
              <a:t>u</a:t>
            </a:r>
            <a:r>
              <a:rPr dirty="0"/>
              <a:t>c</a:t>
            </a:r>
            <a:r>
              <a:rPr spc="-170" dirty="0"/>
              <a:t>t</a:t>
            </a:r>
            <a:r>
              <a:rPr spc="-120" dirty="0"/>
              <a:t> </a:t>
            </a:r>
            <a:r>
              <a:rPr spc="-150" dirty="0"/>
              <a:t>&amp;</a:t>
            </a:r>
            <a:r>
              <a:rPr spc="-240" dirty="0"/>
              <a:t> </a:t>
            </a:r>
            <a:r>
              <a:rPr spc="30" dirty="0"/>
              <a:t>B</a:t>
            </a:r>
            <a:r>
              <a:rPr spc="-254" dirty="0"/>
              <a:t>r</a:t>
            </a:r>
            <a:r>
              <a:rPr spc="-50" dirty="0"/>
              <a:t>a</a:t>
            </a:r>
            <a:r>
              <a:rPr spc="-90" dirty="0"/>
              <a:t>n</a:t>
            </a:r>
            <a:r>
              <a:rPr spc="-110" dirty="0"/>
              <a:t>d</a:t>
            </a:r>
            <a:r>
              <a:rPr spc="-80" dirty="0"/>
              <a:t>i</a:t>
            </a:r>
            <a:r>
              <a:rPr spc="-160" dirty="0"/>
              <a:t>n</a:t>
            </a:r>
            <a:r>
              <a:rPr spc="-114" dirty="0"/>
              <a:t>g</a:t>
            </a:r>
          </a:p>
        </p:txBody>
      </p:sp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33825" y="47625"/>
            <a:ext cx="4324350" cy="438150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4129151" y="89598"/>
            <a:ext cx="3920490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800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800" spc="-1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800" spc="-17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65" dirty="0">
                <a:solidFill>
                  <a:srgbClr val="FFFFFF"/>
                </a:solidFill>
                <a:latin typeface="Trebuchet MS"/>
                <a:cs typeface="Trebuchet MS"/>
              </a:rPr>
              <a:t>J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800" spc="-1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ne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1550" b="1" spc="75" dirty="0">
                <a:latin typeface="Trebuchet MS"/>
                <a:cs typeface="Trebuchet MS"/>
              </a:rPr>
              <a:t>Analysing</a:t>
            </a:r>
            <a:r>
              <a:rPr sz="1550" b="1" spc="-150" dirty="0">
                <a:latin typeface="Trebuchet MS"/>
                <a:cs typeface="Trebuchet MS"/>
              </a:rPr>
              <a:t> </a:t>
            </a:r>
            <a:r>
              <a:rPr sz="1550" b="1" spc="5" dirty="0">
                <a:latin typeface="Trebuchet MS"/>
                <a:cs typeface="Trebuchet MS"/>
              </a:rPr>
              <a:t>the</a:t>
            </a:r>
            <a:r>
              <a:rPr sz="1550" b="1" dirty="0">
                <a:latin typeface="Trebuchet MS"/>
                <a:cs typeface="Trebuchet MS"/>
              </a:rPr>
              <a:t> </a:t>
            </a:r>
            <a:r>
              <a:rPr sz="1550" b="1" spc="65" dirty="0">
                <a:latin typeface="Trebuchet MS"/>
                <a:cs typeface="Trebuchet MS"/>
              </a:rPr>
              <a:t>Product</a:t>
            </a:r>
            <a:r>
              <a:rPr sz="1550" b="1" spc="-204" dirty="0">
                <a:latin typeface="Trebuchet MS"/>
                <a:cs typeface="Trebuchet MS"/>
              </a:rPr>
              <a:t> </a:t>
            </a:r>
            <a:r>
              <a:rPr sz="1550" b="1" spc="10" dirty="0">
                <a:latin typeface="Trebuchet MS"/>
                <a:cs typeface="Trebuchet MS"/>
              </a:rPr>
              <a:t>Journey</a:t>
            </a:r>
            <a:r>
              <a:rPr sz="1550" b="1" spc="-200" dirty="0">
                <a:latin typeface="Trebuchet MS"/>
                <a:cs typeface="Trebuchet MS"/>
              </a:rPr>
              <a:t> </a:t>
            </a:r>
            <a:r>
              <a:rPr sz="1550" b="1" spc="20" dirty="0">
                <a:latin typeface="Trebuchet MS"/>
                <a:cs typeface="Trebuchet MS"/>
              </a:rPr>
              <a:t>of</a:t>
            </a:r>
            <a:r>
              <a:rPr sz="1550" b="1" spc="40" dirty="0">
                <a:latin typeface="Trebuchet MS"/>
                <a:cs typeface="Trebuchet MS"/>
              </a:rPr>
              <a:t> </a:t>
            </a:r>
            <a:r>
              <a:rPr sz="1550" b="1" spc="35" dirty="0">
                <a:latin typeface="Trebuchet MS"/>
                <a:cs typeface="Trebuchet MS"/>
              </a:rPr>
              <a:t>GoOAT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820025" y="38100"/>
            <a:ext cx="4352925" cy="457200"/>
            <a:chOff x="7820025" y="38100"/>
            <a:chExt cx="4352925" cy="457200"/>
          </a:xfrm>
        </p:grpSpPr>
        <p:sp>
          <p:nvSpPr>
            <p:cNvPr id="53" name="object 53"/>
            <p:cNvSpPr/>
            <p:nvPr/>
          </p:nvSpPr>
          <p:spPr>
            <a:xfrm>
              <a:off x="7829550" y="47625"/>
              <a:ext cx="4333875" cy="438150"/>
            </a:xfrm>
            <a:custGeom>
              <a:avLst/>
              <a:gdLst/>
              <a:ahLst/>
              <a:cxnLst/>
              <a:rect l="l" t="t" r="r" b="b"/>
              <a:pathLst>
                <a:path w="4333875" h="438150">
                  <a:moveTo>
                    <a:pt x="4114800" y="0"/>
                  </a:moveTo>
                  <a:lnTo>
                    <a:pt x="0" y="0"/>
                  </a:lnTo>
                  <a:lnTo>
                    <a:pt x="219075" y="219075"/>
                  </a:lnTo>
                  <a:lnTo>
                    <a:pt x="0" y="438150"/>
                  </a:lnTo>
                  <a:lnTo>
                    <a:pt x="4114800" y="438150"/>
                  </a:lnTo>
                  <a:lnTo>
                    <a:pt x="4333875" y="2190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29550" y="47625"/>
              <a:ext cx="4333875" cy="438150"/>
            </a:xfrm>
            <a:custGeom>
              <a:avLst/>
              <a:gdLst/>
              <a:ahLst/>
              <a:cxnLst/>
              <a:rect l="l" t="t" r="r" b="b"/>
              <a:pathLst>
                <a:path w="4333875" h="438150">
                  <a:moveTo>
                    <a:pt x="0" y="0"/>
                  </a:moveTo>
                  <a:lnTo>
                    <a:pt x="4114800" y="0"/>
                  </a:lnTo>
                  <a:lnTo>
                    <a:pt x="4333875" y="219075"/>
                  </a:lnTo>
                  <a:lnTo>
                    <a:pt x="4114800" y="438150"/>
                  </a:lnTo>
                  <a:lnTo>
                    <a:pt x="0" y="438150"/>
                  </a:lnTo>
                  <a:lnTo>
                    <a:pt x="219075" y="2190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512175" y="89598"/>
            <a:ext cx="3011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0A2F41"/>
                </a:solidFill>
                <a:latin typeface="Trebuchet MS"/>
                <a:cs typeface="Trebuchet MS"/>
              </a:rPr>
              <a:t>M</a:t>
            </a:r>
            <a:r>
              <a:rPr sz="1800" spc="-50" dirty="0">
                <a:solidFill>
                  <a:srgbClr val="0A2F41"/>
                </a:solidFill>
                <a:latin typeface="Trebuchet MS"/>
                <a:cs typeface="Trebuchet MS"/>
              </a:rPr>
              <a:t>a</a:t>
            </a:r>
            <a:r>
              <a:rPr sz="1800" spc="-180" dirty="0">
                <a:solidFill>
                  <a:srgbClr val="0A2F41"/>
                </a:solidFill>
                <a:latin typeface="Trebuchet MS"/>
                <a:cs typeface="Trebuchet MS"/>
              </a:rPr>
              <a:t>r</a:t>
            </a:r>
            <a:r>
              <a:rPr sz="1800" spc="-165" dirty="0">
                <a:solidFill>
                  <a:srgbClr val="0A2F41"/>
                </a:solidFill>
                <a:latin typeface="Trebuchet MS"/>
                <a:cs typeface="Trebuchet MS"/>
              </a:rPr>
              <a:t>k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e</a:t>
            </a:r>
            <a:r>
              <a:rPr sz="1800" spc="-195" dirty="0">
                <a:solidFill>
                  <a:srgbClr val="0A2F41"/>
                </a:solidFill>
                <a:latin typeface="Trebuchet MS"/>
                <a:cs typeface="Trebuchet MS"/>
              </a:rPr>
              <a:t>t</a:t>
            </a:r>
            <a:r>
              <a:rPr sz="1800" spc="-8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0A2F41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r>
              <a:rPr sz="1800" spc="-140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0A2F41"/>
                </a:solidFill>
                <a:latin typeface="Trebuchet MS"/>
                <a:cs typeface="Trebuchet MS"/>
              </a:rPr>
              <a:t>&amp;</a:t>
            </a:r>
            <a:r>
              <a:rPr sz="1800" spc="-165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0A2F41"/>
                </a:solidFill>
                <a:latin typeface="Trebuchet MS"/>
                <a:cs typeface="Trebuchet MS"/>
              </a:rPr>
              <a:t>C</a:t>
            </a:r>
            <a:r>
              <a:rPr sz="1800" spc="-70" dirty="0">
                <a:solidFill>
                  <a:srgbClr val="0A2F41"/>
                </a:solidFill>
                <a:latin typeface="Trebuchet MS"/>
                <a:cs typeface="Trebuchet MS"/>
              </a:rPr>
              <a:t>omm</a:t>
            </a:r>
            <a:r>
              <a:rPr sz="1800" spc="-90" dirty="0">
                <a:solidFill>
                  <a:srgbClr val="0A2F41"/>
                </a:solidFill>
                <a:latin typeface="Trebuchet MS"/>
                <a:cs typeface="Trebuchet MS"/>
              </a:rPr>
              <a:t>un</a:t>
            </a:r>
            <a:r>
              <a:rPr sz="1800" spc="-135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204" dirty="0">
                <a:solidFill>
                  <a:srgbClr val="0A2F41"/>
                </a:solidFill>
                <a:latin typeface="Trebuchet MS"/>
                <a:cs typeface="Trebuchet MS"/>
              </a:rPr>
              <a:t>t</a:t>
            </a:r>
            <a:r>
              <a:rPr sz="1800" spc="-110" dirty="0">
                <a:solidFill>
                  <a:srgbClr val="0A2F41"/>
                </a:solidFill>
                <a:latin typeface="Trebuchet MS"/>
                <a:cs typeface="Trebuchet MS"/>
              </a:rPr>
              <a:t>y</a:t>
            </a:r>
            <a:r>
              <a:rPr sz="1800" spc="-125" dirty="0">
                <a:solidFill>
                  <a:srgbClr val="0A2F4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0A2F41"/>
                </a:solidFill>
                <a:latin typeface="Trebuchet MS"/>
                <a:cs typeface="Trebuchet MS"/>
              </a:rPr>
              <a:t>B</a:t>
            </a:r>
            <a:r>
              <a:rPr sz="1800" spc="-35" dirty="0">
                <a:solidFill>
                  <a:srgbClr val="0A2F41"/>
                </a:solidFill>
                <a:latin typeface="Trebuchet MS"/>
                <a:cs typeface="Trebuchet MS"/>
              </a:rPr>
              <a:t>u</a:t>
            </a:r>
            <a:r>
              <a:rPr sz="1800" spc="-12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l</a:t>
            </a:r>
            <a:r>
              <a:rPr sz="1800" spc="-110" dirty="0">
                <a:solidFill>
                  <a:srgbClr val="0A2F41"/>
                </a:solidFill>
                <a:latin typeface="Trebuchet MS"/>
                <a:cs typeface="Trebuchet MS"/>
              </a:rPr>
              <a:t>d</a:t>
            </a:r>
            <a:r>
              <a:rPr sz="1800" spc="-80" dirty="0">
                <a:solidFill>
                  <a:srgbClr val="0A2F41"/>
                </a:solidFill>
                <a:latin typeface="Trebuchet MS"/>
                <a:cs typeface="Trebuchet MS"/>
              </a:rPr>
              <a:t>i</a:t>
            </a:r>
            <a:r>
              <a:rPr sz="1800" spc="-160" dirty="0">
                <a:solidFill>
                  <a:srgbClr val="0A2F41"/>
                </a:solidFill>
                <a:latin typeface="Trebuchet MS"/>
                <a:cs typeface="Trebuchet MS"/>
              </a:rPr>
              <a:t>n</a:t>
            </a:r>
            <a:r>
              <a:rPr sz="1800" spc="-114" dirty="0">
                <a:solidFill>
                  <a:srgbClr val="0A2F41"/>
                </a:solidFill>
                <a:latin typeface="Trebuchet MS"/>
                <a:cs typeface="Trebuchet MS"/>
              </a:rPr>
              <a:t>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47650" y="5953125"/>
            <a:ext cx="3019425" cy="838200"/>
          </a:xfrm>
          <a:custGeom>
            <a:avLst/>
            <a:gdLst/>
            <a:ahLst/>
            <a:cxnLst/>
            <a:rect l="l" t="t" r="r" b="b"/>
            <a:pathLst>
              <a:path w="3019425" h="838200">
                <a:moveTo>
                  <a:pt x="0" y="139700"/>
                </a:moveTo>
                <a:lnTo>
                  <a:pt x="7122" y="95544"/>
                </a:lnTo>
                <a:lnTo>
                  <a:pt x="26954" y="57195"/>
                </a:lnTo>
                <a:lnTo>
                  <a:pt x="57195" y="26954"/>
                </a:lnTo>
                <a:lnTo>
                  <a:pt x="95544" y="7122"/>
                </a:lnTo>
                <a:lnTo>
                  <a:pt x="139700" y="0"/>
                </a:lnTo>
                <a:lnTo>
                  <a:pt x="2879725" y="0"/>
                </a:lnTo>
                <a:lnTo>
                  <a:pt x="2923904" y="7122"/>
                </a:lnTo>
                <a:lnTo>
                  <a:pt x="2962256" y="26954"/>
                </a:lnTo>
                <a:lnTo>
                  <a:pt x="2992488" y="57195"/>
                </a:lnTo>
                <a:lnTo>
                  <a:pt x="3012308" y="95544"/>
                </a:lnTo>
                <a:lnTo>
                  <a:pt x="3019425" y="139700"/>
                </a:lnTo>
                <a:lnTo>
                  <a:pt x="3019425" y="698500"/>
                </a:lnTo>
                <a:lnTo>
                  <a:pt x="3012308" y="742655"/>
                </a:lnTo>
                <a:lnTo>
                  <a:pt x="2992488" y="781004"/>
                </a:lnTo>
                <a:lnTo>
                  <a:pt x="2962256" y="811245"/>
                </a:lnTo>
                <a:lnTo>
                  <a:pt x="2923904" y="831077"/>
                </a:lnTo>
                <a:lnTo>
                  <a:pt x="2879725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5"/>
                </a:lnTo>
                <a:lnTo>
                  <a:pt x="26954" y="781004"/>
                </a:lnTo>
                <a:lnTo>
                  <a:pt x="7122" y="742655"/>
                </a:lnTo>
                <a:lnTo>
                  <a:pt x="0" y="698500"/>
                </a:lnTo>
                <a:lnTo>
                  <a:pt x="0" y="139700"/>
                </a:lnTo>
                <a:close/>
              </a:path>
            </a:pathLst>
          </a:custGeom>
          <a:ln w="19050">
            <a:solidFill>
              <a:srgbClr val="0F476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64807" y="6063297"/>
            <a:ext cx="2471420" cy="621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05200"/>
              </a:lnSpc>
              <a:spcBef>
                <a:spcPts val="50"/>
              </a:spcBef>
            </a:pPr>
            <a:r>
              <a:rPr sz="1250" b="1" spc="110" dirty="0">
                <a:solidFill>
                  <a:srgbClr val="1F1F1F"/>
                </a:solidFill>
                <a:latin typeface="Trebuchet MS"/>
                <a:cs typeface="Trebuchet MS"/>
              </a:rPr>
              <a:t>S</a:t>
            </a:r>
            <a:r>
              <a:rPr sz="1250" b="1" spc="35" dirty="0">
                <a:solidFill>
                  <a:srgbClr val="1F1F1F"/>
                </a:solidFill>
                <a:latin typeface="Trebuchet MS"/>
                <a:cs typeface="Trebuchet MS"/>
              </a:rPr>
              <a:t>o</a:t>
            </a:r>
            <a:r>
              <a:rPr sz="1250" b="1" spc="30" dirty="0">
                <a:solidFill>
                  <a:srgbClr val="1F1F1F"/>
                </a:solidFill>
                <a:latin typeface="Trebuchet MS"/>
                <a:cs typeface="Trebuchet MS"/>
              </a:rPr>
              <a:t>c</a:t>
            </a:r>
            <a:r>
              <a:rPr sz="1250" b="1" spc="-5" dirty="0">
                <a:solidFill>
                  <a:srgbClr val="1F1F1F"/>
                </a:solidFill>
                <a:latin typeface="Trebuchet MS"/>
                <a:cs typeface="Trebuchet MS"/>
              </a:rPr>
              <a:t>i</a:t>
            </a:r>
            <a:r>
              <a:rPr sz="1250" b="1" dirty="0">
                <a:solidFill>
                  <a:srgbClr val="1F1F1F"/>
                </a:solidFill>
                <a:latin typeface="Trebuchet MS"/>
                <a:cs typeface="Trebuchet MS"/>
              </a:rPr>
              <a:t>a</a:t>
            </a:r>
            <a:r>
              <a:rPr sz="1250" b="1" spc="5" dirty="0">
                <a:solidFill>
                  <a:srgbClr val="1F1F1F"/>
                </a:solidFill>
                <a:latin typeface="Trebuchet MS"/>
                <a:cs typeface="Trebuchet MS"/>
              </a:rPr>
              <a:t>l</a:t>
            </a:r>
            <a:r>
              <a:rPr sz="1250" b="1" spc="-1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spc="10" dirty="0">
                <a:solidFill>
                  <a:srgbClr val="1F1F1F"/>
                </a:solidFill>
                <a:latin typeface="Trebuchet MS"/>
                <a:cs typeface="Trebuchet MS"/>
              </a:rPr>
              <a:t>P</a:t>
            </a:r>
            <a:r>
              <a:rPr sz="1250" b="1" spc="-90" dirty="0">
                <a:solidFill>
                  <a:srgbClr val="1F1F1F"/>
                </a:solidFill>
                <a:latin typeface="Trebuchet MS"/>
                <a:cs typeface="Trebuchet MS"/>
              </a:rPr>
              <a:t>r</a:t>
            </a:r>
            <a:r>
              <a:rPr sz="1250" b="1" spc="35" dirty="0">
                <a:solidFill>
                  <a:srgbClr val="1F1F1F"/>
                </a:solidFill>
                <a:latin typeface="Trebuchet MS"/>
                <a:cs typeface="Trebuchet MS"/>
              </a:rPr>
              <a:t>oo</a:t>
            </a:r>
            <a:r>
              <a:rPr sz="1250" b="1" spc="-15" dirty="0">
                <a:solidFill>
                  <a:srgbClr val="1F1F1F"/>
                </a:solidFill>
                <a:latin typeface="Trebuchet MS"/>
                <a:cs typeface="Trebuchet MS"/>
              </a:rPr>
              <a:t>f</a:t>
            </a:r>
            <a:r>
              <a:rPr sz="1250" b="1" spc="-80" dirty="0">
                <a:solidFill>
                  <a:srgbClr val="1F1F1F"/>
                </a:solidFill>
                <a:latin typeface="Trebuchet MS"/>
                <a:cs typeface="Trebuchet MS"/>
              </a:rPr>
              <a:t>:</a:t>
            </a:r>
            <a:r>
              <a:rPr sz="1250" b="1" spc="-7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55" dirty="0">
                <a:solidFill>
                  <a:srgbClr val="1F1F1F"/>
                </a:solidFill>
                <a:latin typeface="Tahoma"/>
                <a:cs typeface="Tahoma"/>
              </a:rPr>
              <a:t>b</a:t>
            </a:r>
            <a:r>
              <a:rPr sz="1250" spc="-8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50" spc="-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3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9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4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2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50" spc="-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65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50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a  </a:t>
            </a:r>
            <a:r>
              <a:rPr sz="1250" spc="5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4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9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-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1F1F1F"/>
                </a:solidFill>
                <a:latin typeface="Tahoma"/>
                <a:cs typeface="Tahoma"/>
              </a:rPr>
              <a:t>w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-5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50" spc="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4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2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50" spc="-1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5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5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le</a:t>
            </a:r>
            <a:r>
              <a:rPr sz="1250" spc="-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j</a:t>
            </a:r>
            <a:r>
              <a:rPr sz="1250" spc="-5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y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-15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-55" dirty="0">
                <a:solidFill>
                  <a:srgbClr val="1F1F1F"/>
                </a:solidFill>
                <a:latin typeface="Tahoma"/>
                <a:cs typeface="Tahoma"/>
              </a:rPr>
              <a:t>g  </a:t>
            </a:r>
            <a:r>
              <a:rPr sz="1250" spc="65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8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12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25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250" spc="-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10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-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3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35" dirty="0">
                <a:solidFill>
                  <a:srgbClr val="1F1F1F"/>
                </a:solidFill>
                <a:latin typeface="Tahoma"/>
                <a:cs typeface="Tahoma"/>
              </a:rPr>
              <a:t>w</a:t>
            </a:r>
            <a:r>
              <a:rPr sz="1250" spc="55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35" dirty="0">
                <a:solidFill>
                  <a:srgbClr val="1F1F1F"/>
                </a:solidFill>
                <a:latin typeface="Tahoma"/>
                <a:cs typeface="Tahoma"/>
              </a:rPr>
              <a:t>w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429000" y="5086350"/>
            <a:ext cx="3343275" cy="781050"/>
          </a:xfrm>
          <a:custGeom>
            <a:avLst/>
            <a:gdLst/>
            <a:ahLst/>
            <a:cxnLst/>
            <a:rect l="l" t="t" r="r" b="b"/>
            <a:pathLst>
              <a:path w="3343275" h="781050">
                <a:moveTo>
                  <a:pt x="0" y="130175"/>
                </a:moveTo>
                <a:lnTo>
                  <a:pt x="10231" y="79509"/>
                </a:lnTo>
                <a:lnTo>
                  <a:pt x="38131" y="38131"/>
                </a:lnTo>
                <a:lnTo>
                  <a:pt x="79509" y="10231"/>
                </a:lnTo>
                <a:lnTo>
                  <a:pt x="130175" y="0"/>
                </a:lnTo>
                <a:lnTo>
                  <a:pt x="3213100" y="0"/>
                </a:lnTo>
                <a:lnTo>
                  <a:pt x="3263765" y="10231"/>
                </a:lnTo>
                <a:lnTo>
                  <a:pt x="3305143" y="38131"/>
                </a:lnTo>
                <a:lnTo>
                  <a:pt x="3333043" y="79509"/>
                </a:lnTo>
                <a:lnTo>
                  <a:pt x="3343275" y="130175"/>
                </a:lnTo>
                <a:lnTo>
                  <a:pt x="3343275" y="650875"/>
                </a:lnTo>
                <a:lnTo>
                  <a:pt x="3333043" y="701545"/>
                </a:lnTo>
                <a:lnTo>
                  <a:pt x="3305143" y="742923"/>
                </a:lnTo>
                <a:lnTo>
                  <a:pt x="3263765" y="770820"/>
                </a:lnTo>
                <a:lnTo>
                  <a:pt x="3213100" y="781050"/>
                </a:lnTo>
                <a:lnTo>
                  <a:pt x="130175" y="781050"/>
                </a:lnTo>
                <a:lnTo>
                  <a:pt x="79509" y="770820"/>
                </a:lnTo>
                <a:lnTo>
                  <a:pt x="38131" y="742923"/>
                </a:lnTo>
                <a:lnTo>
                  <a:pt x="10231" y="701545"/>
                </a:lnTo>
                <a:lnTo>
                  <a:pt x="0" y="650875"/>
                </a:lnTo>
                <a:lnTo>
                  <a:pt x="0" y="130175"/>
                </a:lnTo>
                <a:close/>
              </a:path>
            </a:pathLst>
          </a:custGeom>
          <a:ln w="19050">
            <a:solidFill>
              <a:srgbClr val="46B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547745" y="5162613"/>
            <a:ext cx="3081020" cy="621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50"/>
              </a:spcBef>
            </a:pPr>
            <a:r>
              <a:rPr sz="1250" b="1" spc="-50" dirty="0">
                <a:latin typeface="Trebuchet MS"/>
                <a:cs typeface="Trebuchet MS"/>
              </a:rPr>
              <a:t>Trial </a:t>
            </a:r>
            <a:r>
              <a:rPr sz="1250" b="1" spc="10" dirty="0">
                <a:latin typeface="Trebuchet MS"/>
                <a:cs typeface="Trebuchet MS"/>
              </a:rPr>
              <a:t>Kits: </a:t>
            </a:r>
            <a:r>
              <a:rPr sz="1250" spc="5" dirty="0">
                <a:latin typeface="Tahoma"/>
                <a:cs typeface="Tahoma"/>
              </a:rPr>
              <a:t>Affordable </a:t>
            </a:r>
            <a:r>
              <a:rPr sz="1250" spc="-10" dirty="0">
                <a:latin typeface="Tahoma"/>
                <a:cs typeface="Tahoma"/>
              </a:rPr>
              <a:t>starter </a:t>
            </a:r>
            <a:r>
              <a:rPr sz="1250" spc="35" dirty="0">
                <a:latin typeface="Tahoma"/>
                <a:cs typeface="Tahoma"/>
              </a:rPr>
              <a:t>packs </a:t>
            </a:r>
            <a:r>
              <a:rPr sz="1250" spc="-15" dirty="0">
                <a:latin typeface="Tahoma"/>
                <a:cs typeface="Tahoma"/>
              </a:rPr>
              <a:t>with </a:t>
            </a:r>
            <a:r>
              <a:rPr sz="1250" spc="-10" dirty="0">
                <a:latin typeface="Tahoma"/>
                <a:cs typeface="Tahoma"/>
              </a:rPr>
              <a:t> </a:t>
            </a:r>
            <a:r>
              <a:rPr sz="1250" spc="10" dirty="0">
                <a:latin typeface="Tahoma"/>
                <a:cs typeface="Tahoma"/>
              </a:rPr>
              <a:t>multiple</a:t>
            </a:r>
            <a:r>
              <a:rPr sz="1250" spc="60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flavor</a:t>
            </a:r>
            <a:r>
              <a:rPr sz="1250" spc="-70" dirty="0">
                <a:latin typeface="Tahoma"/>
                <a:cs typeface="Tahoma"/>
              </a:rPr>
              <a:t> </a:t>
            </a:r>
            <a:r>
              <a:rPr sz="1250" spc="5" dirty="0">
                <a:latin typeface="Tahoma"/>
                <a:cs typeface="Tahoma"/>
              </a:rPr>
              <a:t>options</a:t>
            </a:r>
            <a:r>
              <a:rPr sz="1250" spc="40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to</a:t>
            </a:r>
            <a:r>
              <a:rPr sz="1250" spc="-40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encourage</a:t>
            </a:r>
            <a:r>
              <a:rPr sz="1250" spc="65" dirty="0">
                <a:latin typeface="Tahoma"/>
                <a:cs typeface="Tahoma"/>
              </a:rPr>
              <a:t> </a:t>
            </a:r>
            <a:r>
              <a:rPr sz="1250" spc="-20" dirty="0">
                <a:latin typeface="Tahoma"/>
                <a:cs typeface="Tahoma"/>
              </a:rPr>
              <a:t>testing </a:t>
            </a:r>
            <a:r>
              <a:rPr sz="1250" spc="-380" dirty="0">
                <a:latin typeface="Tahoma"/>
                <a:cs typeface="Tahoma"/>
              </a:rPr>
              <a:t> </a:t>
            </a:r>
            <a:r>
              <a:rPr sz="1250" dirty="0">
                <a:latin typeface="Tahoma"/>
                <a:cs typeface="Tahoma"/>
              </a:rPr>
              <a:t>different</a:t>
            </a:r>
            <a:r>
              <a:rPr sz="1250" spc="-60" dirty="0">
                <a:latin typeface="Tahoma"/>
                <a:cs typeface="Tahoma"/>
              </a:rPr>
              <a:t> </a:t>
            </a:r>
            <a:r>
              <a:rPr sz="1250" spc="5" dirty="0">
                <a:latin typeface="Tahoma"/>
                <a:cs typeface="Tahoma"/>
              </a:rPr>
              <a:t>varieties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429000" y="4619625"/>
            <a:ext cx="3343275" cy="400050"/>
          </a:xfrm>
          <a:custGeom>
            <a:avLst/>
            <a:gdLst/>
            <a:ahLst/>
            <a:cxnLst/>
            <a:rect l="l" t="t" r="r" b="b"/>
            <a:pathLst>
              <a:path w="3343275" h="400050">
                <a:moveTo>
                  <a:pt x="0" y="66675"/>
                </a:moveTo>
                <a:lnTo>
                  <a:pt x="5238" y="40719"/>
                </a:lnTo>
                <a:lnTo>
                  <a:pt x="19526" y="19526"/>
                </a:lnTo>
                <a:lnTo>
                  <a:pt x="40719" y="5238"/>
                </a:lnTo>
                <a:lnTo>
                  <a:pt x="66675" y="0"/>
                </a:lnTo>
                <a:lnTo>
                  <a:pt x="3276600" y="0"/>
                </a:lnTo>
                <a:lnTo>
                  <a:pt x="3302555" y="5238"/>
                </a:lnTo>
                <a:lnTo>
                  <a:pt x="3323748" y="19526"/>
                </a:lnTo>
                <a:lnTo>
                  <a:pt x="3338036" y="40719"/>
                </a:lnTo>
                <a:lnTo>
                  <a:pt x="3343275" y="66675"/>
                </a:lnTo>
                <a:lnTo>
                  <a:pt x="3343275" y="333375"/>
                </a:lnTo>
                <a:lnTo>
                  <a:pt x="3338036" y="359330"/>
                </a:lnTo>
                <a:lnTo>
                  <a:pt x="3323748" y="380523"/>
                </a:lnTo>
                <a:lnTo>
                  <a:pt x="3302555" y="394811"/>
                </a:lnTo>
                <a:lnTo>
                  <a:pt x="3276600" y="400050"/>
                </a:lnTo>
                <a:lnTo>
                  <a:pt x="66675" y="400050"/>
                </a:lnTo>
                <a:lnTo>
                  <a:pt x="40719" y="394811"/>
                </a:lnTo>
                <a:lnTo>
                  <a:pt x="19526" y="380523"/>
                </a:lnTo>
                <a:lnTo>
                  <a:pt x="5238" y="359330"/>
                </a:lnTo>
                <a:lnTo>
                  <a:pt x="0" y="333375"/>
                </a:lnTo>
                <a:lnTo>
                  <a:pt x="0" y="66675"/>
                </a:lnTo>
                <a:close/>
              </a:path>
            </a:pathLst>
          </a:custGeom>
          <a:ln w="19050">
            <a:solidFill>
              <a:srgbClr val="46B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529076" y="4704016"/>
            <a:ext cx="287782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90" dirty="0">
                <a:solidFill>
                  <a:srgbClr val="1F1F1F"/>
                </a:solidFill>
                <a:latin typeface="Trebuchet MS"/>
                <a:cs typeface="Trebuchet MS"/>
              </a:rPr>
              <a:t>O</a:t>
            </a:r>
            <a:r>
              <a:rPr sz="1250" b="1" spc="-85" dirty="0">
                <a:solidFill>
                  <a:srgbClr val="1F1F1F"/>
                </a:solidFill>
                <a:latin typeface="Trebuchet MS"/>
                <a:cs typeface="Trebuchet MS"/>
              </a:rPr>
              <a:t>r</a:t>
            </a:r>
            <a:r>
              <a:rPr sz="1250" b="1" spc="45" dirty="0">
                <a:solidFill>
                  <a:srgbClr val="1F1F1F"/>
                </a:solidFill>
                <a:latin typeface="Trebuchet MS"/>
                <a:cs typeface="Trebuchet MS"/>
              </a:rPr>
              <a:t>g</a:t>
            </a:r>
            <a:r>
              <a:rPr sz="1250" b="1" spc="5" dirty="0">
                <a:solidFill>
                  <a:srgbClr val="1F1F1F"/>
                </a:solidFill>
                <a:latin typeface="Trebuchet MS"/>
                <a:cs typeface="Trebuchet MS"/>
              </a:rPr>
              <a:t>a</a:t>
            </a:r>
            <a:r>
              <a:rPr sz="1250" b="1" spc="10" dirty="0">
                <a:solidFill>
                  <a:srgbClr val="1F1F1F"/>
                </a:solidFill>
                <a:latin typeface="Trebuchet MS"/>
                <a:cs typeface="Trebuchet MS"/>
              </a:rPr>
              <a:t>n</a:t>
            </a:r>
            <a:r>
              <a:rPr sz="1250" b="1" spc="-5" dirty="0">
                <a:solidFill>
                  <a:srgbClr val="1F1F1F"/>
                </a:solidFill>
                <a:latin typeface="Trebuchet MS"/>
                <a:cs typeface="Trebuchet MS"/>
              </a:rPr>
              <a:t>i</a:t>
            </a:r>
            <a:r>
              <a:rPr sz="1250" b="1" spc="-65" dirty="0">
                <a:solidFill>
                  <a:srgbClr val="1F1F1F"/>
                </a:solidFill>
                <a:latin typeface="Trebuchet MS"/>
                <a:cs typeface="Trebuchet MS"/>
              </a:rPr>
              <a:t>z</a:t>
            </a:r>
            <a:r>
              <a:rPr sz="1250" b="1" spc="-5" dirty="0">
                <a:solidFill>
                  <a:srgbClr val="1F1F1F"/>
                </a:solidFill>
                <a:latin typeface="Trebuchet MS"/>
                <a:cs typeface="Trebuchet MS"/>
              </a:rPr>
              <a:t>i</a:t>
            </a:r>
            <a:r>
              <a:rPr sz="1250" b="1" spc="10" dirty="0">
                <a:solidFill>
                  <a:srgbClr val="1F1F1F"/>
                </a:solidFill>
                <a:latin typeface="Trebuchet MS"/>
                <a:cs typeface="Trebuchet MS"/>
              </a:rPr>
              <a:t>n</a:t>
            </a:r>
            <a:r>
              <a:rPr sz="1250" b="1" spc="25" dirty="0">
                <a:solidFill>
                  <a:srgbClr val="1F1F1F"/>
                </a:solidFill>
                <a:latin typeface="Trebuchet MS"/>
                <a:cs typeface="Trebuchet MS"/>
              </a:rPr>
              <a:t>g</a:t>
            </a:r>
            <a:r>
              <a:rPr sz="1250" b="1" spc="-13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spc="35" dirty="0">
                <a:solidFill>
                  <a:srgbClr val="1F1F1F"/>
                </a:solidFill>
                <a:latin typeface="Trebuchet MS"/>
                <a:cs typeface="Trebuchet MS"/>
              </a:rPr>
              <a:t>co</a:t>
            </a:r>
            <a:r>
              <a:rPr sz="1250" b="1" spc="10" dirty="0">
                <a:solidFill>
                  <a:srgbClr val="1F1F1F"/>
                </a:solidFill>
                <a:latin typeface="Trebuchet MS"/>
                <a:cs typeface="Trebuchet MS"/>
              </a:rPr>
              <a:t>n</a:t>
            </a:r>
            <a:r>
              <a:rPr sz="1250" b="1" spc="-30" dirty="0">
                <a:solidFill>
                  <a:srgbClr val="1F1F1F"/>
                </a:solidFill>
                <a:latin typeface="Trebuchet MS"/>
                <a:cs typeface="Trebuchet MS"/>
              </a:rPr>
              <a:t>t</a:t>
            </a:r>
            <a:r>
              <a:rPr sz="1250" b="1" spc="-65" dirty="0">
                <a:solidFill>
                  <a:srgbClr val="1F1F1F"/>
                </a:solidFill>
                <a:latin typeface="Trebuchet MS"/>
                <a:cs typeface="Trebuchet MS"/>
              </a:rPr>
              <a:t>e</a:t>
            </a:r>
            <a:r>
              <a:rPr sz="1250" b="1" spc="135" dirty="0">
                <a:solidFill>
                  <a:srgbClr val="1F1F1F"/>
                </a:solidFill>
                <a:latin typeface="Trebuchet MS"/>
                <a:cs typeface="Trebuchet MS"/>
              </a:rPr>
              <a:t>s</a:t>
            </a:r>
            <a:r>
              <a:rPr sz="1250" b="1" spc="30" dirty="0">
                <a:solidFill>
                  <a:srgbClr val="1F1F1F"/>
                </a:solidFill>
                <a:latin typeface="Trebuchet MS"/>
                <a:cs typeface="Trebuchet MS"/>
              </a:rPr>
              <a:t>t</a:t>
            </a:r>
            <a:r>
              <a:rPr sz="1250" b="1" spc="55" dirty="0">
                <a:solidFill>
                  <a:srgbClr val="1F1F1F"/>
                </a:solidFill>
                <a:latin typeface="Trebuchet MS"/>
                <a:cs typeface="Trebuchet MS"/>
              </a:rPr>
              <a:t>s</a:t>
            </a:r>
            <a:r>
              <a:rPr sz="1250" b="1" spc="-80" dirty="0">
                <a:solidFill>
                  <a:srgbClr val="1F1F1F"/>
                </a:solidFill>
                <a:latin typeface="Trebuchet MS"/>
                <a:cs typeface="Trebuchet MS"/>
              </a:rPr>
              <a:t>:</a:t>
            </a:r>
            <a:r>
              <a:rPr sz="1250" b="1" spc="-3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ur</a:t>
            </a:r>
            <a:r>
              <a:rPr sz="12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17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nn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4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429000" y="5934075"/>
            <a:ext cx="3343275" cy="866775"/>
          </a:xfrm>
          <a:custGeom>
            <a:avLst/>
            <a:gdLst/>
            <a:ahLst/>
            <a:cxnLst/>
            <a:rect l="l" t="t" r="r" b="b"/>
            <a:pathLst>
              <a:path w="3343275" h="866775">
                <a:moveTo>
                  <a:pt x="0" y="144462"/>
                </a:moveTo>
                <a:lnTo>
                  <a:pt x="7361" y="98802"/>
                </a:lnTo>
                <a:lnTo>
                  <a:pt x="27866" y="59146"/>
                </a:lnTo>
                <a:lnTo>
                  <a:pt x="59143" y="27873"/>
                </a:lnTo>
                <a:lnTo>
                  <a:pt x="98820" y="7365"/>
                </a:lnTo>
                <a:lnTo>
                  <a:pt x="144525" y="0"/>
                </a:lnTo>
                <a:lnTo>
                  <a:pt x="3198749" y="0"/>
                </a:lnTo>
                <a:lnTo>
                  <a:pt x="3244454" y="7365"/>
                </a:lnTo>
                <a:lnTo>
                  <a:pt x="3284131" y="27873"/>
                </a:lnTo>
                <a:lnTo>
                  <a:pt x="3315408" y="59146"/>
                </a:lnTo>
                <a:lnTo>
                  <a:pt x="3335913" y="98802"/>
                </a:lnTo>
                <a:lnTo>
                  <a:pt x="3343275" y="144462"/>
                </a:lnTo>
                <a:lnTo>
                  <a:pt x="3343275" y="722312"/>
                </a:lnTo>
                <a:lnTo>
                  <a:pt x="3335913" y="767973"/>
                </a:lnTo>
                <a:lnTo>
                  <a:pt x="3315408" y="807629"/>
                </a:lnTo>
                <a:lnTo>
                  <a:pt x="3284131" y="838901"/>
                </a:lnTo>
                <a:lnTo>
                  <a:pt x="3244454" y="859410"/>
                </a:lnTo>
                <a:lnTo>
                  <a:pt x="3198749" y="866775"/>
                </a:lnTo>
                <a:lnTo>
                  <a:pt x="144525" y="866775"/>
                </a:lnTo>
                <a:lnTo>
                  <a:pt x="98820" y="859410"/>
                </a:lnTo>
                <a:lnTo>
                  <a:pt x="59143" y="838901"/>
                </a:lnTo>
                <a:lnTo>
                  <a:pt x="27866" y="807629"/>
                </a:lnTo>
                <a:lnTo>
                  <a:pt x="7361" y="767973"/>
                </a:lnTo>
                <a:lnTo>
                  <a:pt x="0" y="722312"/>
                </a:lnTo>
                <a:lnTo>
                  <a:pt x="0" y="144462"/>
                </a:lnTo>
                <a:close/>
              </a:path>
            </a:pathLst>
          </a:custGeom>
          <a:ln w="19050">
            <a:solidFill>
              <a:srgbClr val="46B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3552190" y="6055042"/>
            <a:ext cx="2994025" cy="6203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45"/>
              </a:spcBef>
            </a:pPr>
            <a:r>
              <a:rPr sz="1250" b="1" dirty="0">
                <a:solidFill>
                  <a:srgbClr val="1F1F1F"/>
                </a:solidFill>
                <a:latin typeface="Trebuchet MS"/>
                <a:cs typeface="Trebuchet MS"/>
              </a:rPr>
              <a:t>Single-serve</a:t>
            </a:r>
            <a:r>
              <a:rPr sz="1250" b="1" spc="3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spc="5" dirty="0">
                <a:solidFill>
                  <a:srgbClr val="1F1F1F"/>
                </a:solidFill>
                <a:latin typeface="Trebuchet MS"/>
                <a:cs typeface="Trebuchet MS"/>
              </a:rPr>
              <a:t>packets</a:t>
            </a:r>
            <a:r>
              <a:rPr sz="1250" b="1" spc="8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spc="-15" dirty="0">
                <a:solidFill>
                  <a:srgbClr val="1F1F1F"/>
                </a:solidFill>
                <a:latin typeface="Trebuchet MS"/>
                <a:cs typeface="Trebuchet MS"/>
              </a:rPr>
              <a:t>or</a:t>
            </a:r>
            <a:r>
              <a:rPr sz="1250" b="1" spc="-10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1F1F1F"/>
                </a:solidFill>
                <a:latin typeface="Trebuchet MS"/>
                <a:cs typeface="Trebuchet MS"/>
              </a:rPr>
              <a:t>on-the-go </a:t>
            </a:r>
            <a:r>
              <a:rPr sz="1250" b="1" spc="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spc="10" dirty="0">
                <a:solidFill>
                  <a:srgbClr val="1F1F1F"/>
                </a:solidFill>
                <a:latin typeface="Trebuchet MS"/>
                <a:cs typeface="Trebuchet MS"/>
              </a:rPr>
              <a:t>options: 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Limited edition </a:t>
            </a:r>
            <a:r>
              <a:rPr sz="1250" spc="20" dirty="0">
                <a:solidFill>
                  <a:srgbClr val="1F1F1F"/>
                </a:solidFill>
                <a:latin typeface="Tahoma"/>
                <a:cs typeface="Tahoma"/>
              </a:rPr>
              <a:t>pouches </a:t>
            </a:r>
            <a:r>
              <a:rPr sz="1250" spc="-15" dirty="0">
                <a:solidFill>
                  <a:srgbClr val="1F1F1F"/>
                </a:solidFill>
                <a:latin typeface="Tahoma"/>
                <a:cs typeface="Tahoma"/>
              </a:rPr>
              <a:t>with 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easy-grip</a:t>
            </a:r>
            <a:r>
              <a:rPr sz="1250" spc="-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1F1F1F"/>
                </a:solidFill>
                <a:latin typeface="Tahoma"/>
                <a:cs typeface="Tahoma"/>
              </a:rPr>
              <a:t>features</a:t>
            </a:r>
            <a:r>
              <a:rPr sz="1250" spc="-3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and</a:t>
            </a:r>
            <a:r>
              <a:rPr sz="1250" spc="-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leak-proof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F1F1F"/>
                </a:solidFill>
                <a:latin typeface="Tahoma"/>
                <a:cs typeface="Tahoma"/>
              </a:rPr>
              <a:t>closures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934200" y="4600575"/>
            <a:ext cx="2257425" cy="1047750"/>
          </a:xfrm>
          <a:custGeom>
            <a:avLst/>
            <a:gdLst/>
            <a:ahLst/>
            <a:cxnLst/>
            <a:rect l="l" t="t" r="r" b="b"/>
            <a:pathLst>
              <a:path w="2257425" h="1047750">
                <a:moveTo>
                  <a:pt x="0" y="174625"/>
                </a:moveTo>
                <a:lnTo>
                  <a:pt x="6241" y="128220"/>
                </a:lnTo>
                <a:lnTo>
                  <a:pt x="23852" y="86510"/>
                </a:lnTo>
                <a:lnTo>
                  <a:pt x="51165" y="51165"/>
                </a:lnTo>
                <a:lnTo>
                  <a:pt x="86510" y="23852"/>
                </a:lnTo>
                <a:lnTo>
                  <a:pt x="128220" y="6241"/>
                </a:lnTo>
                <a:lnTo>
                  <a:pt x="174625" y="0"/>
                </a:lnTo>
                <a:lnTo>
                  <a:pt x="2082800" y="0"/>
                </a:lnTo>
                <a:lnTo>
                  <a:pt x="2129204" y="6241"/>
                </a:lnTo>
                <a:lnTo>
                  <a:pt x="2170914" y="23852"/>
                </a:lnTo>
                <a:lnTo>
                  <a:pt x="2206259" y="51165"/>
                </a:lnTo>
                <a:lnTo>
                  <a:pt x="2233572" y="86510"/>
                </a:lnTo>
                <a:lnTo>
                  <a:pt x="2251183" y="128220"/>
                </a:lnTo>
                <a:lnTo>
                  <a:pt x="2257425" y="174625"/>
                </a:lnTo>
                <a:lnTo>
                  <a:pt x="2257425" y="873125"/>
                </a:lnTo>
                <a:lnTo>
                  <a:pt x="2251183" y="919529"/>
                </a:lnTo>
                <a:lnTo>
                  <a:pt x="2233572" y="961239"/>
                </a:lnTo>
                <a:lnTo>
                  <a:pt x="2206259" y="996584"/>
                </a:lnTo>
                <a:lnTo>
                  <a:pt x="2170914" y="1023897"/>
                </a:lnTo>
                <a:lnTo>
                  <a:pt x="2129204" y="1041508"/>
                </a:lnTo>
                <a:lnTo>
                  <a:pt x="2082800" y="1047750"/>
                </a:lnTo>
                <a:lnTo>
                  <a:pt x="174625" y="1047750"/>
                </a:lnTo>
                <a:lnTo>
                  <a:pt x="128220" y="1041508"/>
                </a:lnTo>
                <a:lnTo>
                  <a:pt x="86510" y="1023897"/>
                </a:lnTo>
                <a:lnTo>
                  <a:pt x="51165" y="996584"/>
                </a:lnTo>
                <a:lnTo>
                  <a:pt x="23852" y="961239"/>
                </a:lnTo>
                <a:lnTo>
                  <a:pt x="6241" y="919529"/>
                </a:lnTo>
                <a:lnTo>
                  <a:pt x="0" y="873125"/>
                </a:lnTo>
                <a:lnTo>
                  <a:pt x="0" y="174625"/>
                </a:lnTo>
                <a:close/>
              </a:path>
            </a:pathLst>
          </a:custGeom>
          <a:ln w="19050">
            <a:solidFill>
              <a:srgbClr val="C1E4F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070725" y="4613846"/>
            <a:ext cx="1880235" cy="10121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3899"/>
              </a:lnSpc>
              <a:spcBef>
                <a:spcPts val="65"/>
              </a:spcBef>
            </a:pPr>
            <a:r>
              <a:rPr sz="1250" b="1" spc="5" dirty="0">
                <a:solidFill>
                  <a:srgbClr val="1F1F1F"/>
                </a:solidFill>
                <a:latin typeface="Trebuchet MS"/>
                <a:cs typeface="Trebuchet MS"/>
              </a:rPr>
              <a:t>Exclusive Offers </a:t>
            </a:r>
            <a:r>
              <a:rPr sz="1250" b="1" spc="-20" dirty="0">
                <a:solidFill>
                  <a:srgbClr val="1F1F1F"/>
                </a:solidFill>
                <a:latin typeface="Trebuchet MS"/>
                <a:cs typeface="Trebuchet MS"/>
              </a:rPr>
              <a:t>&amp; </a:t>
            </a:r>
            <a:r>
              <a:rPr sz="1250" b="1" spc="-1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1F1F1F"/>
                </a:solidFill>
                <a:latin typeface="Trebuchet MS"/>
                <a:cs typeface="Trebuchet MS"/>
              </a:rPr>
              <a:t>Rewards: 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Loyalty </a:t>
            </a:r>
            <a:r>
              <a:rPr sz="1250" spc="-1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1F1F1F"/>
                </a:solidFill>
                <a:latin typeface="Tahoma"/>
                <a:cs typeface="Tahoma"/>
              </a:rPr>
              <a:t>programs, birthday 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discounts, 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early </a:t>
            </a:r>
            <a:r>
              <a:rPr sz="1250" spc="50" dirty="0">
                <a:solidFill>
                  <a:srgbClr val="1F1F1F"/>
                </a:solidFill>
                <a:latin typeface="Tahoma"/>
                <a:cs typeface="Tahoma"/>
              </a:rPr>
              <a:t>access </a:t>
            </a:r>
            <a:r>
              <a:rPr sz="1250" spc="-15" dirty="0">
                <a:solidFill>
                  <a:srgbClr val="1F1F1F"/>
                </a:solidFill>
                <a:latin typeface="Tahoma"/>
                <a:cs typeface="Tahoma"/>
              </a:rPr>
              <a:t>to </a:t>
            </a:r>
            <a:r>
              <a:rPr sz="1250" spc="-3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new</a:t>
            </a:r>
            <a:r>
              <a:rPr sz="1250" spc="-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flavor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934200" y="5724525"/>
            <a:ext cx="2257425" cy="1047750"/>
          </a:xfrm>
          <a:custGeom>
            <a:avLst/>
            <a:gdLst/>
            <a:ahLst/>
            <a:cxnLst/>
            <a:rect l="l" t="t" r="r" b="b"/>
            <a:pathLst>
              <a:path w="2257425" h="1047750">
                <a:moveTo>
                  <a:pt x="0" y="174625"/>
                </a:moveTo>
                <a:lnTo>
                  <a:pt x="6241" y="128202"/>
                </a:lnTo>
                <a:lnTo>
                  <a:pt x="23852" y="86487"/>
                </a:lnTo>
                <a:lnTo>
                  <a:pt x="51165" y="51146"/>
                </a:lnTo>
                <a:lnTo>
                  <a:pt x="86510" y="23841"/>
                </a:lnTo>
                <a:lnTo>
                  <a:pt x="128220" y="6237"/>
                </a:lnTo>
                <a:lnTo>
                  <a:pt x="174625" y="0"/>
                </a:lnTo>
                <a:lnTo>
                  <a:pt x="2082800" y="0"/>
                </a:lnTo>
                <a:lnTo>
                  <a:pt x="2129204" y="6237"/>
                </a:lnTo>
                <a:lnTo>
                  <a:pt x="2170914" y="23841"/>
                </a:lnTo>
                <a:lnTo>
                  <a:pt x="2206259" y="51146"/>
                </a:lnTo>
                <a:lnTo>
                  <a:pt x="2233572" y="86487"/>
                </a:lnTo>
                <a:lnTo>
                  <a:pt x="2251183" y="128202"/>
                </a:lnTo>
                <a:lnTo>
                  <a:pt x="2257425" y="174625"/>
                </a:lnTo>
                <a:lnTo>
                  <a:pt x="2257425" y="873125"/>
                </a:lnTo>
                <a:lnTo>
                  <a:pt x="2251183" y="919547"/>
                </a:lnTo>
                <a:lnTo>
                  <a:pt x="2233572" y="961262"/>
                </a:lnTo>
                <a:lnTo>
                  <a:pt x="2206259" y="996603"/>
                </a:lnTo>
                <a:lnTo>
                  <a:pt x="2170914" y="1023908"/>
                </a:lnTo>
                <a:lnTo>
                  <a:pt x="2129204" y="1041512"/>
                </a:lnTo>
                <a:lnTo>
                  <a:pt x="2082800" y="1047750"/>
                </a:lnTo>
                <a:lnTo>
                  <a:pt x="174625" y="1047750"/>
                </a:lnTo>
                <a:lnTo>
                  <a:pt x="128220" y="1041512"/>
                </a:lnTo>
                <a:lnTo>
                  <a:pt x="86510" y="1023908"/>
                </a:lnTo>
                <a:lnTo>
                  <a:pt x="51165" y="996603"/>
                </a:lnTo>
                <a:lnTo>
                  <a:pt x="23852" y="961262"/>
                </a:lnTo>
                <a:lnTo>
                  <a:pt x="6241" y="919547"/>
                </a:lnTo>
                <a:lnTo>
                  <a:pt x="0" y="873125"/>
                </a:lnTo>
                <a:lnTo>
                  <a:pt x="0" y="174625"/>
                </a:lnTo>
                <a:close/>
              </a:path>
            </a:pathLst>
          </a:custGeom>
          <a:ln w="19050">
            <a:solidFill>
              <a:srgbClr val="C1E4F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070725" y="5839142"/>
            <a:ext cx="1894839" cy="8121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75"/>
              </a:spcBef>
            </a:pPr>
            <a:r>
              <a:rPr sz="1250" b="1" spc="-25" dirty="0">
                <a:solidFill>
                  <a:srgbClr val="1F1F1F"/>
                </a:solidFill>
                <a:latin typeface="Trebuchet MS"/>
                <a:cs typeface="Trebuchet MS"/>
              </a:rPr>
              <a:t>Flexible</a:t>
            </a:r>
            <a:r>
              <a:rPr sz="1250" b="1" spc="2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spc="15" dirty="0">
                <a:solidFill>
                  <a:srgbClr val="1F1F1F"/>
                </a:solidFill>
                <a:latin typeface="Trebuchet MS"/>
                <a:cs typeface="Trebuchet MS"/>
              </a:rPr>
              <a:t>Subscription </a:t>
            </a:r>
            <a:r>
              <a:rPr sz="1250" b="1" spc="2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b="1" spc="90" dirty="0">
                <a:solidFill>
                  <a:srgbClr val="1F1F1F"/>
                </a:solidFill>
                <a:latin typeface="Trebuchet MS"/>
                <a:cs typeface="Trebuchet MS"/>
              </a:rPr>
              <a:t>O</a:t>
            </a:r>
            <a:r>
              <a:rPr sz="1250" b="1" spc="20" dirty="0">
                <a:solidFill>
                  <a:srgbClr val="1F1F1F"/>
                </a:solidFill>
                <a:latin typeface="Trebuchet MS"/>
                <a:cs typeface="Trebuchet MS"/>
              </a:rPr>
              <a:t>p</a:t>
            </a:r>
            <a:r>
              <a:rPr sz="1250" b="1" spc="-50" dirty="0">
                <a:solidFill>
                  <a:srgbClr val="1F1F1F"/>
                </a:solidFill>
                <a:latin typeface="Trebuchet MS"/>
                <a:cs typeface="Trebuchet MS"/>
              </a:rPr>
              <a:t>t</a:t>
            </a:r>
            <a:r>
              <a:rPr sz="1250" b="1" spc="-10" dirty="0">
                <a:solidFill>
                  <a:srgbClr val="1F1F1F"/>
                </a:solidFill>
                <a:latin typeface="Trebuchet MS"/>
                <a:cs typeface="Trebuchet MS"/>
              </a:rPr>
              <a:t>i</a:t>
            </a:r>
            <a:r>
              <a:rPr sz="1250" b="1" spc="35" dirty="0">
                <a:solidFill>
                  <a:srgbClr val="1F1F1F"/>
                </a:solidFill>
                <a:latin typeface="Trebuchet MS"/>
                <a:cs typeface="Trebuchet MS"/>
              </a:rPr>
              <a:t>o</a:t>
            </a:r>
            <a:r>
              <a:rPr sz="1250" b="1" spc="10" dirty="0">
                <a:solidFill>
                  <a:srgbClr val="1F1F1F"/>
                </a:solidFill>
                <a:latin typeface="Trebuchet MS"/>
                <a:cs typeface="Trebuchet MS"/>
              </a:rPr>
              <a:t>n</a:t>
            </a:r>
            <a:r>
              <a:rPr sz="1250" b="1" spc="120" dirty="0">
                <a:solidFill>
                  <a:srgbClr val="1F1F1F"/>
                </a:solidFill>
                <a:latin typeface="Trebuchet MS"/>
                <a:cs typeface="Trebuchet MS"/>
              </a:rPr>
              <a:t>s</a:t>
            </a:r>
            <a:r>
              <a:rPr sz="1250" b="1" spc="-13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1250" spc="-35" dirty="0">
                <a:solidFill>
                  <a:srgbClr val="1F1F1F"/>
                </a:solidFill>
                <a:latin typeface="Tahoma"/>
                <a:cs typeface="Tahoma"/>
              </a:rPr>
              <a:t>w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-5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250" spc="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5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3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4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-35" dirty="0">
                <a:solidFill>
                  <a:srgbClr val="1F1F1F"/>
                </a:solidFill>
                <a:latin typeface="Tahoma"/>
                <a:cs typeface="Tahoma"/>
              </a:rPr>
              <a:t>z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ed  </a:t>
            </a:r>
            <a:r>
              <a:rPr sz="1250" spc="5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9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50" spc="35" dirty="0">
                <a:solidFill>
                  <a:srgbClr val="1F1F1F"/>
                </a:solidFill>
                <a:latin typeface="Tahoma"/>
                <a:cs typeface="Tahoma"/>
              </a:rPr>
              <a:t>es</a:t>
            </a:r>
            <a:r>
              <a:rPr sz="125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250" spc="25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250" spc="-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60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250" spc="3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50" spc="9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un</a:t>
            </a:r>
            <a:r>
              <a:rPr sz="1250" spc="-5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50" spc="50" dirty="0">
                <a:solidFill>
                  <a:srgbClr val="1F1F1F"/>
                </a:solidFill>
                <a:latin typeface="Tahoma"/>
                <a:cs typeface="Tahoma"/>
              </a:rPr>
              <a:t>s  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-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-3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-50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u</a:t>
            </a:r>
            <a:r>
              <a:rPr sz="1250" spc="1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250" spc="9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250" spc="-25" dirty="0">
                <a:solidFill>
                  <a:srgbClr val="1F1F1F"/>
                </a:solidFill>
                <a:latin typeface="Tahoma"/>
                <a:cs typeface="Tahoma"/>
              </a:rPr>
              <a:t>u</a:t>
            </a:r>
            <a:r>
              <a:rPr sz="1250" spc="3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250" spc="-5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250" spc="-1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250" spc="70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250" spc="-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250" spc="1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250" spc="6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68" name="object 6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334500" y="4572000"/>
            <a:ext cx="2638425" cy="2190750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9397745" y="4681220"/>
            <a:ext cx="2535555" cy="1740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3340">
              <a:lnSpc>
                <a:spcPct val="100499"/>
              </a:lnSpc>
              <a:spcBef>
                <a:spcPts val="114"/>
              </a:spcBef>
            </a:pPr>
            <a:r>
              <a:rPr sz="1400" b="1" spc="-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2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400" b="1" spc="1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b="1" spc="-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5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b="1" spc="-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3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14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b="1" spc="-8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b="1" spc="-40" dirty="0">
                <a:solidFill>
                  <a:srgbClr val="FFFFFF"/>
                </a:solidFill>
                <a:latin typeface="Trebuchet MS"/>
                <a:cs typeface="Trebuchet MS"/>
              </a:rPr>
              <a:t>ll</a:t>
            </a:r>
            <a:r>
              <a:rPr sz="1400" b="1" spc="-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spc="-5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b="1" spc="-4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b="1" spc="-125" dirty="0">
                <a:solidFill>
                  <a:srgbClr val="FFFFFF"/>
                </a:solidFill>
                <a:latin typeface="Trebuchet MS"/>
                <a:cs typeface="Trebuchet MS"/>
              </a:rPr>
              <a:t>: 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12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12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14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nc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75" dirty="0">
                <a:solidFill>
                  <a:srgbClr val="FFFFFF"/>
                </a:solidFill>
                <a:latin typeface="Trebuchet MS"/>
                <a:cs typeface="Trebuchet MS"/>
              </a:rPr>
              <a:t>s 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400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ee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sz="14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50"/>
              </a:lnSpc>
            </a:pP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12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12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1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1400">
              <a:latin typeface="Trebuchet MS"/>
              <a:cs typeface="Trebuchet MS"/>
            </a:endParaRPr>
          </a:p>
          <a:p>
            <a:pPr marL="12700" marR="147320">
              <a:lnSpc>
                <a:spcPts val="1650"/>
              </a:lnSpc>
              <a:spcBef>
                <a:spcPts val="130"/>
              </a:spcBef>
            </a:pP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sz="1400" spc="-14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4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sz="14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ir  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4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65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2700" marR="294640">
              <a:lnSpc>
                <a:spcPts val="1650"/>
              </a:lnSpc>
              <a:spcBef>
                <a:spcPts val="80"/>
              </a:spcBef>
            </a:pP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145" dirty="0">
                <a:solidFill>
                  <a:srgbClr val="FFFFFF"/>
                </a:solidFill>
                <a:latin typeface="Trebuchet MS"/>
                <a:cs typeface="Trebuchet MS"/>
              </a:rPr>
              <a:t>ff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13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e 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ch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65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2733675"/>
            <a:ext cx="3295650" cy="2438400"/>
            <a:chOff x="285750" y="2733675"/>
            <a:chExt cx="3295650" cy="2438400"/>
          </a:xfrm>
        </p:grpSpPr>
        <p:sp>
          <p:nvSpPr>
            <p:cNvPr id="3" name="object 3"/>
            <p:cNvSpPr/>
            <p:nvPr/>
          </p:nvSpPr>
          <p:spPr>
            <a:xfrm>
              <a:off x="323850" y="2743200"/>
              <a:ext cx="3248025" cy="2419350"/>
            </a:xfrm>
            <a:custGeom>
              <a:avLst/>
              <a:gdLst/>
              <a:ahLst/>
              <a:cxnLst/>
              <a:rect l="l" t="t" r="r" b="b"/>
              <a:pathLst>
                <a:path w="3248025" h="2419350">
                  <a:moveTo>
                    <a:pt x="0" y="2419350"/>
                  </a:moveTo>
                  <a:lnTo>
                    <a:pt x="3248025" y="2419350"/>
                  </a:lnTo>
                  <a:lnTo>
                    <a:pt x="3248025" y="0"/>
                  </a:lnTo>
                  <a:lnTo>
                    <a:pt x="0" y="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E3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5275" y="2743200"/>
              <a:ext cx="3276600" cy="2419350"/>
            </a:xfrm>
            <a:custGeom>
              <a:avLst/>
              <a:gdLst/>
              <a:ahLst/>
              <a:cxnLst/>
              <a:rect l="l" t="t" r="r" b="b"/>
              <a:pathLst>
                <a:path w="3276600" h="2419350">
                  <a:moveTo>
                    <a:pt x="0" y="2419350"/>
                  </a:moveTo>
                  <a:lnTo>
                    <a:pt x="3276600" y="2419350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419350"/>
                  </a:lnTo>
                  <a:close/>
                </a:path>
              </a:pathLst>
            </a:custGeom>
            <a:ln w="19050">
              <a:solidFill>
                <a:srgbClr val="E3F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9050" y="38100"/>
            <a:ext cx="12153900" cy="457200"/>
            <a:chOff x="19050" y="38100"/>
            <a:chExt cx="12153900" cy="457200"/>
          </a:xfrm>
        </p:grpSpPr>
        <p:sp>
          <p:nvSpPr>
            <p:cNvPr id="6" name="object 6"/>
            <p:cNvSpPr/>
            <p:nvPr/>
          </p:nvSpPr>
          <p:spPr>
            <a:xfrm>
              <a:off x="28575" y="47625"/>
              <a:ext cx="4333875" cy="438150"/>
            </a:xfrm>
            <a:custGeom>
              <a:avLst/>
              <a:gdLst/>
              <a:ahLst/>
              <a:cxnLst/>
              <a:rect l="l" t="t" r="r" b="b"/>
              <a:pathLst>
                <a:path w="4333875" h="438150">
                  <a:moveTo>
                    <a:pt x="0" y="0"/>
                  </a:moveTo>
                  <a:lnTo>
                    <a:pt x="4114800" y="0"/>
                  </a:lnTo>
                  <a:lnTo>
                    <a:pt x="4333875" y="219075"/>
                  </a:lnTo>
                  <a:lnTo>
                    <a:pt x="4114800" y="438150"/>
                  </a:lnTo>
                  <a:lnTo>
                    <a:pt x="0" y="438150"/>
                  </a:lnTo>
                  <a:lnTo>
                    <a:pt x="219075" y="2190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3825" y="47625"/>
              <a:ext cx="4324350" cy="438150"/>
            </a:xfrm>
            <a:custGeom>
              <a:avLst/>
              <a:gdLst/>
              <a:ahLst/>
              <a:cxnLst/>
              <a:rect l="l" t="t" r="r" b="b"/>
              <a:pathLst>
                <a:path w="4324350" h="438150">
                  <a:moveTo>
                    <a:pt x="4105275" y="0"/>
                  </a:moveTo>
                  <a:lnTo>
                    <a:pt x="0" y="0"/>
                  </a:lnTo>
                  <a:lnTo>
                    <a:pt x="219075" y="219075"/>
                  </a:lnTo>
                  <a:lnTo>
                    <a:pt x="0" y="438150"/>
                  </a:lnTo>
                  <a:lnTo>
                    <a:pt x="4105275" y="438150"/>
                  </a:lnTo>
                  <a:lnTo>
                    <a:pt x="4324350" y="219075"/>
                  </a:lnTo>
                  <a:lnTo>
                    <a:pt x="4105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3825" y="47625"/>
              <a:ext cx="4324350" cy="438150"/>
            </a:xfrm>
            <a:custGeom>
              <a:avLst/>
              <a:gdLst/>
              <a:ahLst/>
              <a:cxnLst/>
              <a:rect l="l" t="t" r="r" b="b"/>
              <a:pathLst>
                <a:path w="4324350" h="438150">
                  <a:moveTo>
                    <a:pt x="0" y="0"/>
                  </a:moveTo>
                  <a:lnTo>
                    <a:pt x="4105275" y="0"/>
                  </a:lnTo>
                  <a:lnTo>
                    <a:pt x="4324350" y="219075"/>
                  </a:lnTo>
                  <a:lnTo>
                    <a:pt x="4105275" y="438150"/>
                  </a:lnTo>
                  <a:lnTo>
                    <a:pt x="0" y="438150"/>
                  </a:lnTo>
                  <a:lnTo>
                    <a:pt x="219075" y="2190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9550" y="47625"/>
              <a:ext cx="4333875" cy="4381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829550" y="47625"/>
              <a:ext cx="4333875" cy="438150"/>
            </a:xfrm>
            <a:custGeom>
              <a:avLst/>
              <a:gdLst/>
              <a:ahLst/>
              <a:cxnLst/>
              <a:rect l="l" t="t" r="r" b="b"/>
              <a:pathLst>
                <a:path w="4333875" h="438150">
                  <a:moveTo>
                    <a:pt x="0" y="0"/>
                  </a:moveTo>
                  <a:lnTo>
                    <a:pt x="4114800" y="0"/>
                  </a:lnTo>
                  <a:lnTo>
                    <a:pt x="4333875" y="219075"/>
                  </a:lnTo>
                  <a:lnTo>
                    <a:pt x="4114800" y="438150"/>
                  </a:lnTo>
                  <a:lnTo>
                    <a:pt x="0" y="438150"/>
                  </a:lnTo>
                  <a:lnTo>
                    <a:pt x="219075" y="2190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8655">
              <a:lnSpc>
                <a:spcPct val="100000"/>
              </a:lnSpc>
              <a:spcBef>
                <a:spcPts val="100"/>
              </a:spcBef>
              <a:tabLst>
                <a:tab pos="3752215" algn="l"/>
                <a:tab pos="7855584" algn="l"/>
              </a:tabLst>
            </a:pPr>
            <a:r>
              <a:rPr spc="-30" dirty="0"/>
              <a:t>P</a:t>
            </a:r>
            <a:r>
              <a:rPr spc="-180" dirty="0"/>
              <a:t>r</a:t>
            </a:r>
            <a:r>
              <a:rPr spc="-70" dirty="0"/>
              <a:t>o</a:t>
            </a:r>
            <a:r>
              <a:rPr spc="-110" dirty="0"/>
              <a:t>d</a:t>
            </a:r>
            <a:r>
              <a:rPr spc="-90" dirty="0"/>
              <a:t>u</a:t>
            </a:r>
            <a:r>
              <a:rPr dirty="0"/>
              <a:t>c</a:t>
            </a:r>
            <a:r>
              <a:rPr spc="-170" dirty="0"/>
              <a:t>t</a:t>
            </a:r>
            <a:r>
              <a:rPr spc="-120" dirty="0"/>
              <a:t> </a:t>
            </a:r>
            <a:r>
              <a:rPr spc="-150" dirty="0"/>
              <a:t>&amp;</a:t>
            </a:r>
            <a:r>
              <a:rPr spc="-240" dirty="0"/>
              <a:t> </a:t>
            </a:r>
            <a:r>
              <a:rPr spc="30" dirty="0"/>
              <a:t>B</a:t>
            </a:r>
            <a:r>
              <a:rPr spc="-254" dirty="0"/>
              <a:t>r</a:t>
            </a:r>
            <a:r>
              <a:rPr spc="-50" dirty="0"/>
              <a:t>a</a:t>
            </a:r>
            <a:r>
              <a:rPr spc="-90" dirty="0"/>
              <a:t>n</a:t>
            </a:r>
            <a:r>
              <a:rPr spc="-110" dirty="0"/>
              <a:t>d</a:t>
            </a:r>
            <a:r>
              <a:rPr spc="-80" dirty="0"/>
              <a:t>i</a:t>
            </a:r>
            <a:r>
              <a:rPr spc="-160" dirty="0"/>
              <a:t>n</a:t>
            </a:r>
            <a:r>
              <a:rPr spc="-114" dirty="0"/>
              <a:t>g</a:t>
            </a:r>
            <a:r>
              <a:rPr dirty="0"/>
              <a:t>	</a:t>
            </a:r>
            <a:r>
              <a:rPr spc="90" dirty="0"/>
              <a:t>D</a:t>
            </a:r>
            <a:r>
              <a:rPr spc="-90" dirty="0"/>
              <a:t>e</a:t>
            </a:r>
            <a:r>
              <a:rPr spc="-135" dirty="0"/>
              <a:t>v</a:t>
            </a:r>
            <a:r>
              <a:rPr spc="-90" dirty="0"/>
              <a:t>el</a:t>
            </a:r>
            <a:r>
              <a:rPr spc="-70" dirty="0"/>
              <a:t>o</a:t>
            </a:r>
            <a:r>
              <a:rPr spc="-110" dirty="0"/>
              <a:t>p</a:t>
            </a:r>
            <a:r>
              <a:rPr spc="-80" dirty="0"/>
              <a:t>i</a:t>
            </a:r>
            <a:r>
              <a:rPr spc="-160" dirty="0"/>
              <a:t>n</a:t>
            </a:r>
            <a:r>
              <a:rPr spc="-114" dirty="0"/>
              <a:t>g</a:t>
            </a:r>
            <a:r>
              <a:rPr spc="-140" dirty="0"/>
              <a:t> </a:t>
            </a:r>
            <a:r>
              <a:rPr spc="-35" dirty="0"/>
              <a:t>E</a:t>
            </a:r>
            <a:r>
              <a:rPr spc="-50" dirty="0"/>
              <a:t>n</a:t>
            </a:r>
            <a:r>
              <a:rPr spc="-85" dirty="0"/>
              <a:t>g</a:t>
            </a:r>
            <a:r>
              <a:rPr spc="-50" dirty="0"/>
              <a:t>a</a:t>
            </a:r>
            <a:r>
              <a:rPr spc="-85" dirty="0"/>
              <a:t>g</a:t>
            </a:r>
            <a:r>
              <a:rPr spc="-80" dirty="0"/>
              <a:t>i</a:t>
            </a:r>
            <a:r>
              <a:rPr spc="-160" dirty="0"/>
              <a:t>n</a:t>
            </a:r>
            <a:r>
              <a:rPr spc="-114" dirty="0"/>
              <a:t>g</a:t>
            </a:r>
            <a:r>
              <a:rPr spc="-290" dirty="0"/>
              <a:t> </a:t>
            </a:r>
            <a:r>
              <a:rPr spc="-35" dirty="0"/>
              <a:t>P</a:t>
            </a:r>
            <a:r>
              <a:rPr spc="-180" dirty="0"/>
              <a:t>r</a:t>
            </a:r>
            <a:r>
              <a:rPr spc="-70" dirty="0"/>
              <a:t>o</a:t>
            </a:r>
            <a:r>
              <a:rPr spc="-110" dirty="0"/>
              <a:t>d</a:t>
            </a:r>
            <a:r>
              <a:rPr spc="-90" dirty="0"/>
              <a:t>u</a:t>
            </a:r>
            <a:r>
              <a:rPr dirty="0"/>
              <a:t>c</a:t>
            </a:r>
            <a:r>
              <a:rPr spc="-170" dirty="0"/>
              <a:t>t</a:t>
            </a:r>
            <a:r>
              <a:rPr spc="-120" dirty="0"/>
              <a:t> </a:t>
            </a:r>
            <a:r>
              <a:rPr spc="-265" dirty="0"/>
              <a:t>J</a:t>
            </a:r>
            <a:r>
              <a:rPr spc="-70" dirty="0"/>
              <a:t>o</a:t>
            </a:r>
            <a:r>
              <a:rPr spc="-90" dirty="0"/>
              <a:t>u</a:t>
            </a:r>
            <a:r>
              <a:rPr spc="-180" dirty="0"/>
              <a:t>r</a:t>
            </a:r>
            <a:r>
              <a:rPr spc="-90" dirty="0"/>
              <a:t>ne</a:t>
            </a:r>
            <a:r>
              <a:rPr spc="-110" dirty="0"/>
              <a:t>y</a:t>
            </a:r>
            <a:r>
              <a:rPr dirty="0"/>
              <a:t>	</a:t>
            </a:r>
            <a:r>
              <a:rPr spc="70" dirty="0">
                <a:solidFill>
                  <a:srgbClr val="FFFFFF"/>
                </a:solidFill>
              </a:rPr>
              <a:t>M</a:t>
            </a:r>
            <a:r>
              <a:rPr spc="-50" dirty="0">
                <a:solidFill>
                  <a:srgbClr val="FFFFFF"/>
                </a:solidFill>
              </a:rPr>
              <a:t>a</a:t>
            </a:r>
            <a:r>
              <a:rPr spc="-180" dirty="0">
                <a:solidFill>
                  <a:srgbClr val="FFFFFF"/>
                </a:solidFill>
              </a:rPr>
              <a:t>r</a:t>
            </a:r>
            <a:r>
              <a:rPr spc="-165" dirty="0">
                <a:solidFill>
                  <a:srgbClr val="FFFFFF"/>
                </a:solidFill>
              </a:rPr>
              <a:t>k</a:t>
            </a:r>
            <a:r>
              <a:rPr spc="-90" dirty="0">
                <a:solidFill>
                  <a:srgbClr val="FFFFFF"/>
                </a:solidFill>
              </a:rPr>
              <a:t>e</a:t>
            </a:r>
            <a:r>
              <a:rPr spc="-195" dirty="0">
                <a:solidFill>
                  <a:srgbClr val="FFFFFF"/>
                </a:solidFill>
              </a:rPr>
              <a:t>t</a:t>
            </a:r>
            <a:r>
              <a:rPr spc="-80" dirty="0">
                <a:solidFill>
                  <a:srgbClr val="FFFFFF"/>
                </a:solidFill>
              </a:rPr>
              <a:t>i</a:t>
            </a:r>
            <a:r>
              <a:rPr spc="-160" dirty="0">
                <a:solidFill>
                  <a:srgbClr val="FFFFFF"/>
                </a:solidFill>
              </a:rPr>
              <a:t>n</a:t>
            </a:r>
            <a:r>
              <a:rPr spc="-114" dirty="0">
                <a:solidFill>
                  <a:srgbClr val="FFFFFF"/>
                </a:solidFill>
              </a:rPr>
              <a:t>g</a:t>
            </a:r>
            <a:r>
              <a:rPr spc="-140" dirty="0">
                <a:solidFill>
                  <a:srgbClr val="FFFFFF"/>
                </a:solidFill>
              </a:rPr>
              <a:t> </a:t>
            </a:r>
            <a:r>
              <a:rPr spc="-150" dirty="0">
                <a:solidFill>
                  <a:srgbClr val="FFFFFF"/>
                </a:solidFill>
              </a:rPr>
              <a:t>&amp;</a:t>
            </a:r>
            <a:r>
              <a:rPr spc="-165" dirty="0">
                <a:solidFill>
                  <a:srgbClr val="FFFFFF"/>
                </a:solidFill>
              </a:rPr>
              <a:t> </a:t>
            </a:r>
            <a:r>
              <a:rPr spc="120" dirty="0">
                <a:solidFill>
                  <a:srgbClr val="FFFFFF"/>
                </a:solidFill>
              </a:rPr>
              <a:t>C</a:t>
            </a:r>
            <a:r>
              <a:rPr spc="-70" dirty="0">
                <a:solidFill>
                  <a:srgbClr val="FFFFFF"/>
                </a:solidFill>
              </a:rPr>
              <a:t>omm</a:t>
            </a:r>
            <a:r>
              <a:rPr spc="-90" dirty="0">
                <a:solidFill>
                  <a:srgbClr val="FFFFFF"/>
                </a:solidFill>
              </a:rPr>
              <a:t>un</a:t>
            </a:r>
            <a:r>
              <a:rPr spc="-135" dirty="0">
                <a:solidFill>
                  <a:srgbClr val="FFFFFF"/>
                </a:solidFill>
              </a:rPr>
              <a:t>i</a:t>
            </a:r>
            <a:r>
              <a:rPr spc="-204" dirty="0">
                <a:solidFill>
                  <a:srgbClr val="FFFFFF"/>
                </a:solidFill>
              </a:rPr>
              <a:t>t</a:t>
            </a:r>
            <a:r>
              <a:rPr spc="-110" dirty="0">
                <a:solidFill>
                  <a:srgbClr val="FFFFFF"/>
                </a:solidFill>
              </a:rPr>
              <a:t>y</a:t>
            </a:r>
            <a:r>
              <a:rPr spc="-12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B</a:t>
            </a:r>
            <a:r>
              <a:rPr spc="-35" dirty="0">
                <a:solidFill>
                  <a:srgbClr val="FFFFFF"/>
                </a:solidFill>
              </a:rPr>
              <a:t>u</a:t>
            </a:r>
            <a:r>
              <a:rPr spc="-120" dirty="0">
                <a:solidFill>
                  <a:srgbClr val="FFFFFF"/>
                </a:solidFill>
              </a:rPr>
              <a:t>i</a:t>
            </a:r>
            <a:r>
              <a:rPr spc="-114" dirty="0">
                <a:solidFill>
                  <a:srgbClr val="FFFFFF"/>
                </a:solidFill>
              </a:rPr>
              <a:t>l</a:t>
            </a:r>
            <a:r>
              <a:rPr spc="-110" dirty="0">
                <a:solidFill>
                  <a:srgbClr val="FFFFFF"/>
                </a:solidFill>
              </a:rPr>
              <a:t>d</a:t>
            </a:r>
            <a:r>
              <a:rPr spc="-80" dirty="0">
                <a:solidFill>
                  <a:srgbClr val="FFFFFF"/>
                </a:solidFill>
              </a:rPr>
              <a:t>i</a:t>
            </a:r>
            <a:r>
              <a:rPr spc="-160" dirty="0">
                <a:solidFill>
                  <a:srgbClr val="FFFFFF"/>
                </a:solidFill>
              </a:rPr>
              <a:t>n</a:t>
            </a:r>
            <a:r>
              <a:rPr spc="-114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2" name="object 12"/>
          <p:cNvSpPr/>
          <p:nvPr/>
        </p:nvSpPr>
        <p:spPr>
          <a:xfrm>
            <a:off x="133350" y="2743200"/>
            <a:ext cx="190500" cy="2419350"/>
          </a:xfrm>
          <a:custGeom>
            <a:avLst/>
            <a:gdLst/>
            <a:ahLst/>
            <a:cxnLst/>
            <a:rect l="l" t="t" r="r" b="b"/>
            <a:pathLst>
              <a:path w="190500" h="2419350">
                <a:moveTo>
                  <a:pt x="190500" y="0"/>
                </a:moveTo>
                <a:lnTo>
                  <a:pt x="0" y="0"/>
                </a:lnTo>
                <a:lnTo>
                  <a:pt x="0" y="2419350"/>
                </a:lnTo>
                <a:lnTo>
                  <a:pt x="190500" y="2419350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1983" y="3600690"/>
            <a:ext cx="188595" cy="72517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spc="-10" dirty="0">
                <a:solidFill>
                  <a:srgbClr val="FFFFFF"/>
                </a:solidFill>
                <a:latin typeface="Trebuchet MS"/>
                <a:cs typeface="Trebuchet MS"/>
              </a:rPr>
              <a:t>Promotions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3850" y="2758757"/>
            <a:ext cx="3248025" cy="222123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99695" marR="540385">
              <a:lnSpc>
                <a:spcPts val="1430"/>
              </a:lnSpc>
              <a:spcBef>
                <a:spcPts val="155"/>
              </a:spcBef>
            </a:pPr>
            <a:r>
              <a:rPr sz="1200" b="1" spc="50" dirty="0">
                <a:latin typeface="Trebuchet MS"/>
                <a:cs typeface="Trebuchet MS"/>
              </a:rPr>
              <a:t>O</a:t>
            </a:r>
            <a:r>
              <a:rPr sz="1200" b="1" spc="-40" dirty="0">
                <a:latin typeface="Trebuchet MS"/>
                <a:cs typeface="Trebuchet MS"/>
              </a:rPr>
              <a:t>n</a:t>
            </a:r>
            <a:r>
              <a:rPr sz="1200" b="1" spc="15" dirty="0">
                <a:latin typeface="Trebuchet MS"/>
                <a:cs typeface="Trebuchet MS"/>
              </a:rPr>
              <a:t>l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-40" dirty="0">
                <a:latin typeface="Trebuchet MS"/>
                <a:cs typeface="Trebuchet MS"/>
              </a:rPr>
              <a:t>n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-60" dirty="0">
                <a:latin typeface="Trebuchet MS"/>
                <a:cs typeface="Trebuchet MS"/>
              </a:rPr>
              <a:t> </a:t>
            </a:r>
            <a:r>
              <a:rPr sz="1200" b="1" spc="90" dirty="0">
                <a:latin typeface="Trebuchet MS"/>
                <a:cs typeface="Trebuchet MS"/>
              </a:rPr>
              <a:t>C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15" dirty="0">
                <a:latin typeface="Trebuchet MS"/>
                <a:cs typeface="Trebuchet MS"/>
              </a:rPr>
              <a:t>m</a:t>
            </a:r>
            <a:r>
              <a:rPr sz="1200" b="1" spc="-30" dirty="0">
                <a:latin typeface="Trebuchet MS"/>
                <a:cs typeface="Trebuchet MS"/>
              </a:rPr>
              <a:t>p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-5" dirty="0">
                <a:latin typeface="Trebuchet MS"/>
                <a:cs typeface="Trebuchet MS"/>
              </a:rPr>
              <a:t>g</a:t>
            </a:r>
            <a:r>
              <a:rPr sz="1200" b="1" spc="-15" dirty="0">
                <a:latin typeface="Trebuchet MS"/>
                <a:cs typeface="Trebuchet MS"/>
              </a:rPr>
              <a:t>n</a:t>
            </a:r>
            <a:r>
              <a:rPr sz="1200" b="1" spc="-90" dirty="0">
                <a:latin typeface="Trebuchet MS"/>
                <a:cs typeface="Trebuchet MS"/>
              </a:rPr>
              <a:t> </a:t>
            </a:r>
            <a:r>
              <a:rPr sz="1200" b="1" spc="35" dirty="0">
                <a:latin typeface="Trebuchet MS"/>
                <a:cs typeface="Trebuchet MS"/>
              </a:rPr>
              <a:t>I</a:t>
            </a:r>
            <a:r>
              <a:rPr sz="1200" b="1" spc="-25" dirty="0">
                <a:latin typeface="Trebuchet MS"/>
                <a:cs typeface="Trebuchet MS"/>
              </a:rPr>
              <a:t>de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100" dirty="0">
                <a:latin typeface="Trebuchet MS"/>
                <a:cs typeface="Trebuchet MS"/>
              </a:rPr>
              <a:t>s</a:t>
            </a:r>
            <a:r>
              <a:rPr sz="1200" b="1" spc="-85" dirty="0">
                <a:latin typeface="Trebuchet MS"/>
                <a:cs typeface="Trebuchet MS"/>
              </a:rPr>
              <a:t> </a:t>
            </a:r>
            <a:r>
              <a:rPr sz="1200" b="1" spc="-30" dirty="0">
                <a:latin typeface="Trebuchet MS"/>
                <a:cs typeface="Trebuchet MS"/>
              </a:rPr>
              <a:t>b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80" dirty="0">
                <a:latin typeface="Trebuchet MS"/>
                <a:cs typeface="Trebuchet MS"/>
              </a:rPr>
              <a:t>s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5" dirty="0">
                <a:latin typeface="Trebuchet MS"/>
                <a:cs typeface="Trebuchet MS"/>
              </a:rPr>
              <a:t>d</a:t>
            </a:r>
            <a:r>
              <a:rPr sz="1200" b="1" spc="-95" dirty="0">
                <a:latin typeface="Trebuchet MS"/>
                <a:cs typeface="Trebuchet MS"/>
              </a:rPr>
              <a:t> </a:t>
            </a:r>
            <a:r>
              <a:rPr sz="1200" b="1" spc="-5" dirty="0">
                <a:latin typeface="Trebuchet MS"/>
                <a:cs typeface="Trebuchet MS"/>
              </a:rPr>
              <a:t>o</a:t>
            </a:r>
            <a:r>
              <a:rPr sz="1200" b="1" spc="-15" dirty="0">
                <a:latin typeface="Trebuchet MS"/>
                <a:cs typeface="Trebuchet MS"/>
              </a:rPr>
              <a:t>n</a:t>
            </a:r>
            <a:r>
              <a:rPr sz="1200" b="1" spc="-160" dirty="0">
                <a:latin typeface="Trebuchet MS"/>
                <a:cs typeface="Trebuchet MS"/>
              </a:rPr>
              <a:t> </a:t>
            </a:r>
            <a:r>
              <a:rPr sz="1200" b="1" spc="-30" dirty="0">
                <a:latin typeface="Trebuchet MS"/>
                <a:cs typeface="Trebuchet MS"/>
              </a:rPr>
              <a:t>p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-10" dirty="0">
                <a:latin typeface="Trebuchet MS"/>
                <a:cs typeface="Trebuchet MS"/>
              </a:rPr>
              <a:t>n  </a:t>
            </a:r>
            <a:r>
              <a:rPr sz="1200" b="1" spc="-30" dirty="0">
                <a:latin typeface="Trebuchet MS"/>
                <a:cs typeface="Trebuchet MS"/>
              </a:rPr>
              <a:t>p</a:t>
            </a:r>
            <a:r>
              <a:rPr sz="1200" b="1" spc="-5" dirty="0">
                <a:latin typeface="Trebuchet MS"/>
                <a:cs typeface="Trebuchet MS"/>
              </a:rPr>
              <a:t>o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-40" dirty="0">
                <a:latin typeface="Trebuchet MS"/>
                <a:cs typeface="Trebuchet MS"/>
              </a:rPr>
              <a:t>n</a:t>
            </a:r>
            <a:r>
              <a:rPr sz="1200" b="1" spc="-30" dirty="0">
                <a:latin typeface="Trebuchet MS"/>
                <a:cs typeface="Trebuchet MS"/>
              </a:rPr>
              <a:t>t</a:t>
            </a:r>
            <a:r>
              <a:rPr sz="1200" b="1" spc="100" dirty="0">
                <a:latin typeface="Trebuchet MS"/>
                <a:cs typeface="Trebuchet MS"/>
              </a:rPr>
              <a:t>s</a:t>
            </a:r>
            <a:r>
              <a:rPr sz="1200" b="1" spc="-85" dirty="0">
                <a:latin typeface="Trebuchet MS"/>
                <a:cs typeface="Trebuchet MS"/>
              </a:rPr>
              <a:t> </a:t>
            </a:r>
            <a:r>
              <a:rPr sz="1200" b="1" spc="-5" dirty="0">
                <a:latin typeface="Trebuchet MS"/>
                <a:cs typeface="Trebuchet MS"/>
              </a:rPr>
              <a:t>o</a:t>
            </a:r>
            <a:r>
              <a:rPr sz="1200" b="1" spc="-45" dirty="0">
                <a:latin typeface="Trebuchet MS"/>
                <a:cs typeface="Trebuchet MS"/>
              </a:rPr>
              <a:t>f</a:t>
            </a:r>
            <a:r>
              <a:rPr sz="1200" b="1" spc="-95" dirty="0">
                <a:latin typeface="Trebuchet MS"/>
                <a:cs typeface="Trebuchet MS"/>
              </a:rPr>
              <a:t> </a:t>
            </a:r>
            <a:r>
              <a:rPr sz="1200" b="1" spc="-30" dirty="0">
                <a:latin typeface="Trebuchet MS"/>
                <a:cs typeface="Trebuchet MS"/>
              </a:rPr>
              <a:t>t</a:t>
            </a:r>
            <a:r>
              <a:rPr sz="1200" b="1" spc="-40" dirty="0">
                <a:latin typeface="Trebuchet MS"/>
                <a:cs typeface="Trebuchet MS"/>
              </a:rPr>
              <a:t>h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-135" dirty="0">
                <a:latin typeface="Trebuchet MS"/>
                <a:cs typeface="Trebuchet MS"/>
              </a:rPr>
              <a:t> </a:t>
            </a:r>
            <a:r>
              <a:rPr sz="1200" b="1" spc="-140" dirty="0">
                <a:latin typeface="Trebuchet MS"/>
                <a:cs typeface="Trebuchet MS"/>
              </a:rPr>
              <a:t>T</a:t>
            </a:r>
            <a:r>
              <a:rPr sz="1200" b="1" spc="15" dirty="0">
                <a:latin typeface="Trebuchet MS"/>
                <a:cs typeface="Trebuchet MS"/>
              </a:rPr>
              <a:t>G</a:t>
            </a:r>
            <a:r>
              <a:rPr sz="1200" b="1" spc="-85" dirty="0">
                <a:latin typeface="Trebuchet MS"/>
                <a:cs typeface="Trebuchet MS"/>
              </a:rPr>
              <a:t>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Trebuchet MS"/>
              <a:cs typeface="Trebuchet MS"/>
            </a:endParaRPr>
          </a:p>
          <a:p>
            <a:pPr marL="99695">
              <a:lnSpc>
                <a:spcPct val="100000"/>
              </a:lnSpc>
            </a:pPr>
            <a:r>
              <a:rPr sz="1200" b="1" spc="130" dirty="0">
                <a:latin typeface="Trebuchet MS"/>
                <a:cs typeface="Trebuchet MS"/>
              </a:rPr>
              <a:t>S</a:t>
            </a:r>
            <a:r>
              <a:rPr sz="1200" b="1" spc="10" dirty="0">
                <a:latin typeface="Trebuchet MS"/>
                <a:cs typeface="Trebuchet MS"/>
              </a:rPr>
              <a:t>o</a:t>
            </a:r>
            <a:r>
              <a:rPr sz="1200" b="1" spc="-155" dirty="0">
                <a:latin typeface="Trebuchet MS"/>
                <a:cs typeface="Trebuchet MS"/>
              </a:rPr>
              <a:t> </a:t>
            </a:r>
            <a:r>
              <a:rPr sz="1200" b="1" spc="-5" dirty="0">
                <a:latin typeface="Trebuchet MS"/>
                <a:cs typeface="Trebuchet MS"/>
              </a:rPr>
              <a:t>goo</a:t>
            </a:r>
            <a:r>
              <a:rPr sz="1200" b="1" spc="-25" dirty="0">
                <a:latin typeface="Trebuchet MS"/>
                <a:cs typeface="Trebuchet MS"/>
              </a:rPr>
              <a:t>d</a:t>
            </a:r>
            <a:r>
              <a:rPr sz="1200" b="1" spc="-85" dirty="0">
                <a:latin typeface="Trebuchet MS"/>
                <a:cs typeface="Trebuchet MS"/>
              </a:rPr>
              <a:t>,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spc="-30" dirty="0">
                <a:latin typeface="Trebuchet MS"/>
                <a:cs typeface="Trebuchet MS"/>
              </a:rPr>
              <a:t>t</a:t>
            </a:r>
            <a:r>
              <a:rPr sz="1200" b="1" spc="-40" dirty="0">
                <a:latin typeface="Trebuchet MS"/>
                <a:cs typeface="Trebuchet MS"/>
              </a:rPr>
              <a:t>h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-45" dirty="0">
                <a:latin typeface="Trebuchet MS"/>
                <a:cs typeface="Trebuchet MS"/>
              </a:rPr>
              <a:t>y</a:t>
            </a:r>
            <a:r>
              <a:rPr sz="1200" b="1" spc="15" dirty="0">
                <a:latin typeface="Trebuchet MS"/>
                <a:cs typeface="Trebuchet MS"/>
              </a:rPr>
              <a:t>'</a:t>
            </a:r>
            <a:r>
              <a:rPr sz="1200" b="1" spc="-70" dirty="0">
                <a:latin typeface="Trebuchet MS"/>
                <a:cs typeface="Trebuchet MS"/>
              </a:rPr>
              <a:t>r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-210" dirty="0">
                <a:latin typeface="Trebuchet MS"/>
                <a:cs typeface="Trebuchet MS"/>
              </a:rPr>
              <a:t> </a:t>
            </a:r>
            <a:r>
              <a:rPr sz="1200" b="1" spc="-30" dirty="0">
                <a:latin typeface="Trebuchet MS"/>
                <a:cs typeface="Trebuchet MS"/>
              </a:rPr>
              <a:t>p</a:t>
            </a:r>
            <a:r>
              <a:rPr sz="1200" b="1" spc="-70" dirty="0">
                <a:latin typeface="Trebuchet MS"/>
                <a:cs typeface="Trebuchet MS"/>
              </a:rPr>
              <a:t>r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55" dirty="0">
                <a:latin typeface="Trebuchet MS"/>
                <a:cs typeface="Trebuchet MS"/>
              </a:rPr>
              <a:t>c</a:t>
            </a:r>
            <a:r>
              <a:rPr sz="1200" b="1" spc="-30" dirty="0">
                <a:latin typeface="Trebuchet MS"/>
                <a:cs typeface="Trebuchet MS"/>
              </a:rPr>
              <a:t>t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55" dirty="0">
                <a:latin typeface="Trebuchet MS"/>
                <a:cs typeface="Trebuchet MS"/>
              </a:rPr>
              <a:t>c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15" dirty="0">
                <a:latin typeface="Trebuchet MS"/>
                <a:cs typeface="Trebuchet MS"/>
              </a:rPr>
              <a:t>ll</a:t>
            </a:r>
            <a:r>
              <a:rPr sz="1200" b="1" spc="-50" dirty="0">
                <a:latin typeface="Trebuchet MS"/>
                <a:cs typeface="Trebuchet MS"/>
              </a:rPr>
              <a:t>y</a:t>
            </a:r>
            <a:r>
              <a:rPr sz="1200" b="1" spc="-170" dirty="0">
                <a:latin typeface="Trebuchet MS"/>
                <a:cs typeface="Trebuchet MS"/>
              </a:rPr>
              <a:t> </a:t>
            </a:r>
            <a:r>
              <a:rPr sz="1200" b="1" spc="80" dirty="0">
                <a:latin typeface="Trebuchet MS"/>
                <a:cs typeface="Trebuchet MS"/>
              </a:rPr>
              <a:t>s</a:t>
            </a:r>
            <a:r>
              <a:rPr sz="1200" b="1" spc="-50" dirty="0">
                <a:latin typeface="Trebuchet MS"/>
                <a:cs typeface="Trebuchet MS"/>
              </a:rPr>
              <a:t>w</a:t>
            </a:r>
            <a:r>
              <a:rPr sz="1200" b="1" spc="-5" dirty="0">
                <a:latin typeface="Trebuchet MS"/>
                <a:cs typeface="Trebuchet MS"/>
              </a:rPr>
              <a:t>o</a:t>
            </a:r>
            <a:r>
              <a:rPr sz="1200" b="1" spc="15" dirty="0">
                <a:latin typeface="Trebuchet MS"/>
                <a:cs typeface="Trebuchet MS"/>
              </a:rPr>
              <a:t>l</a:t>
            </a:r>
            <a:r>
              <a:rPr sz="1200" b="1" spc="-15" dirty="0">
                <a:latin typeface="Trebuchet MS"/>
                <a:cs typeface="Trebuchet MS"/>
              </a:rPr>
              <a:t>e</a:t>
            </a:r>
            <a:r>
              <a:rPr sz="1200" b="1" spc="-70" dirty="0">
                <a:latin typeface="Trebuchet MS"/>
                <a:cs typeface="Trebuchet MS"/>
              </a:rPr>
              <a:t>-</a:t>
            </a:r>
            <a:r>
              <a:rPr sz="1200" b="1" spc="-75" dirty="0">
                <a:latin typeface="Trebuchet MS"/>
                <a:cs typeface="Trebuchet MS"/>
              </a:rPr>
              <a:t>f</a:t>
            </a:r>
            <a:r>
              <a:rPr sz="1200" b="1" spc="-5" dirty="0">
                <a:latin typeface="Trebuchet MS"/>
                <a:cs typeface="Trebuchet MS"/>
              </a:rPr>
              <a:t>oo</a:t>
            </a:r>
            <a:r>
              <a:rPr sz="1200" b="1" spc="-25" dirty="0">
                <a:latin typeface="Trebuchet MS"/>
                <a:cs typeface="Trebuchet MS"/>
              </a:rPr>
              <a:t>d</a:t>
            </a:r>
            <a:r>
              <a:rPr sz="1200" b="1" spc="-85" dirty="0">
                <a:latin typeface="Trebuchet MS"/>
                <a:cs typeface="Trebuchet MS"/>
              </a:rPr>
              <a:t>:</a:t>
            </a:r>
            <a:endParaRPr sz="1200">
              <a:latin typeface="Trebuchet MS"/>
              <a:cs typeface="Trebuchet MS"/>
            </a:endParaRPr>
          </a:p>
          <a:p>
            <a:pPr marL="99695">
              <a:lnSpc>
                <a:spcPct val="100000"/>
              </a:lnSpc>
              <a:spcBef>
                <a:spcPts val="65"/>
              </a:spcBef>
            </a:pPr>
            <a:r>
              <a:rPr sz="1200" i="1" spc="35" dirty="0">
                <a:latin typeface="Trebuchet MS"/>
                <a:cs typeface="Trebuchet MS"/>
              </a:rPr>
              <a:t>H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5" dirty="0">
                <a:latin typeface="Trebuchet MS"/>
                <a:cs typeface="Trebuchet MS"/>
              </a:rPr>
              <a:t>g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-90" dirty="0">
                <a:latin typeface="Trebuchet MS"/>
                <a:cs typeface="Trebuchet MS"/>
              </a:rPr>
              <a:t>l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5" dirty="0">
                <a:latin typeface="Trebuchet MS"/>
                <a:cs typeface="Trebuchet MS"/>
              </a:rPr>
              <a:t>g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-135" dirty="0">
                <a:latin typeface="Trebuchet MS"/>
                <a:cs typeface="Trebuchet MS"/>
              </a:rPr>
              <a:t>t</a:t>
            </a:r>
            <a:r>
              <a:rPr sz="1200" i="1" spc="-80" dirty="0">
                <a:latin typeface="Trebuchet MS"/>
                <a:cs typeface="Trebuchet MS"/>
              </a:rPr>
              <a:t>i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-20" dirty="0">
                <a:latin typeface="Trebuchet MS"/>
                <a:cs typeface="Trebuchet MS"/>
              </a:rPr>
              <a:t>g</a:t>
            </a:r>
            <a:r>
              <a:rPr sz="1200" i="1" spc="-195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20" dirty="0">
                <a:latin typeface="Trebuchet MS"/>
                <a:cs typeface="Trebuchet MS"/>
              </a:rPr>
              <a:t>o</a:t>
            </a:r>
            <a:r>
              <a:rPr sz="1200" i="1" spc="-30" dirty="0">
                <a:latin typeface="Trebuchet MS"/>
                <a:cs typeface="Trebuchet MS"/>
              </a:rPr>
              <a:t>w</a:t>
            </a:r>
            <a:r>
              <a:rPr sz="1200" i="1" spc="-180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t</a:t>
            </a:r>
            <a:r>
              <a:rPr sz="1200" i="1" spc="-75" dirty="0">
                <a:latin typeface="Trebuchet MS"/>
                <a:cs typeface="Trebuchet MS"/>
              </a:rPr>
              <a:t>h</a:t>
            </a:r>
            <a:r>
              <a:rPr sz="1200" i="1" spc="-10" dirty="0">
                <a:latin typeface="Trebuchet MS"/>
                <a:cs typeface="Trebuchet MS"/>
              </a:rPr>
              <a:t>e</a:t>
            </a:r>
            <a:r>
              <a:rPr sz="1200" i="1" spc="-105" dirty="0">
                <a:latin typeface="Trebuchet MS"/>
                <a:cs typeface="Trebuchet MS"/>
              </a:rPr>
              <a:t> </a:t>
            </a:r>
            <a:r>
              <a:rPr sz="1200" i="1" spc="-114" dirty="0">
                <a:latin typeface="Trebuchet MS"/>
                <a:cs typeface="Trebuchet MS"/>
              </a:rPr>
              <a:t>f</a:t>
            </a:r>
            <a:r>
              <a:rPr sz="1200" i="1" spc="20" dirty="0">
                <a:latin typeface="Trebuchet MS"/>
                <a:cs typeface="Trebuchet MS"/>
              </a:rPr>
              <a:t>oo</a:t>
            </a:r>
            <a:r>
              <a:rPr sz="1200" i="1" spc="5" dirty="0">
                <a:latin typeface="Trebuchet MS"/>
                <a:cs typeface="Trebuchet MS"/>
              </a:rPr>
              <a:t>d</a:t>
            </a:r>
            <a:r>
              <a:rPr sz="1200" i="1" spc="-215" dirty="0">
                <a:latin typeface="Trebuchet MS"/>
                <a:cs typeface="Trebuchet MS"/>
              </a:rPr>
              <a:t> 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95" dirty="0">
                <a:latin typeface="Trebuchet MS"/>
                <a:cs typeface="Trebuchet MS"/>
              </a:rPr>
              <a:t>s</a:t>
            </a:r>
            <a:r>
              <a:rPr sz="1200" i="1" spc="-125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5" dirty="0">
                <a:latin typeface="Trebuchet MS"/>
                <a:cs typeface="Trebuchet MS"/>
              </a:rPr>
              <a:t>g</a:t>
            </a:r>
            <a:r>
              <a:rPr sz="1200" i="1" spc="-10" dirty="0">
                <a:latin typeface="Trebuchet MS"/>
                <a:cs typeface="Trebuchet MS"/>
              </a:rPr>
              <a:t>h</a:t>
            </a:r>
            <a:r>
              <a:rPr sz="1200" i="1" spc="-130" dirty="0">
                <a:latin typeface="Trebuchet MS"/>
                <a:cs typeface="Trebuchet MS"/>
              </a:rPr>
              <a:t> </a:t>
            </a:r>
            <a:r>
              <a:rPr sz="1200" i="1" spc="-55" dirty="0">
                <a:latin typeface="Trebuchet MS"/>
                <a:cs typeface="Trebuchet MS"/>
              </a:rPr>
              <a:t>p</a:t>
            </a:r>
            <a:r>
              <a:rPr sz="1200" i="1" spc="-70" dirty="0">
                <a:latin typeface="Trebuchet MS"/>
                <a:cs typeface="Trebuchet MS"/>
              </a:rPr>
              <a:t>r</a:t>
            </a:r>
            <a:r>
              <a:rPr sz="1200" i="1" spc="20" dirty="0">
                <a:latin typeface="Trebuchet MS"/>
                <a:cs typeface="Trebuchet MS"/>
              </a:rPr>
              <a:t>o</a:t>
            </a:r>
            <a:r>
              <a:rPr sz="1200" i="1" spc="-65" dirty="0">
                <a:latin typeface="Trebuchet MS"/>
                <a:cs typeface="Trebuchet MS"/>
              </a:rPr>
              <a:t>t</a:t>
            </a:r>
            <a:r>
              <a:rPr sz="1200" i="1" spc="-120" dirty="0">
                <a:latin typeface="Trebuchet MS"/>
                <a:cs typeface="Trebuchet MS"/>
              </a:rPr>
              <a:t>e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5" dirty="0">
                <a:latin typeface="Trebuchet MS"/>
                <a:cs typeface="Trebuchet MS"/>
              </a:rPr>
              <a:t>n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rebuchet MS"/>
              <a:cs typeface="Trebuchet MS"/>
            </a:endParaRPr>
          </a:p>
          <a:p>
            <a:pPr marL="99695" marR="260985">
              <a:lnSpc>
                <a:spcPct val="99100"/>
              </a:lnSpc>
            </a:pPr>
            <a:r>
              <a:rPr sz="1200" b="1" spc="30" dirty="0">
                <a:latin typeface="Trebuchet MS"/>
                <a:cs typeface="Trebuchet MS"/>
              </a:rPr>
              <a:t>B</a:t>
            </a:r>
            <a:r>
              <a:rPr sz="1200" b="1" spc="-65" dirty="0">
                <a:latin typeface="Trebuchet MS"/>
                <a:cs typeface="Trebuchet MS"/>
              </a:rPr>
              <a:t>r</a:t>
            </a:r>
            <a:r>
              <a:rPr sz="1200" b="1" spc="-20" dirty="0">
                <a:latin typeface="Trebuchet MS"/>
                <a:cs typeface="Trebuchet MS"/>
              </a:rPr>
              <a:t>e</a:t>
            </a:r>
            <a:r>
              <a:rPr sz="1200" b="1" spc="30" dirty="0">
                <a:latin typeface="Trebuchet MS"/>
                <a:cs typeface="Trebuchet MS"/>
              </a:rPr>
              <a:t>a</a:t>
            </a:r>
            <a:r>
              <a:rPr sz="1200" b="1" spc="10" dirty="0">
                <a:latin typeface="Trebuchet MS"/>
                <a:cs typeface="Trebuchet MS"/>
              </a:rPr>
              <a:t>k</a:t>
            </a:r>
            <a:r>
              <a:rPr sz="1200" b="1" spc="-75" dirty="0">
                <a:latin typeface="Trebuchet MS"/>
                <a:cs typeface="Trebuchet MS"/>
              </a:rPr>
              <a:t>f</a:t>
            </a:r>
            <a:r>
              <a:rPr sz="1200" b="1" spc="30" dirty="0">
                <a:latin typeface="Trebuchet MS"/>
                <a:cs typeface="Trebuchet MS"/>
              </a:rPr>
              <a:t>a</a:t>
            </a:r>
            <a:r>
              <a:rPr sz="1200" b="1" spc="80" dirty="0">
                <a:latin typeface="Trebuchet MS"/>
                <a:cs typeface="Trebuchet MS"/>
              </a:rPr>
              <a:t>s</a:t>
            </a:r>
            <a:r>
              <a:rPr sz="1200" b="1" spc="-50" dirty="0">
                <a:latin typeface="Trebuchet MS"/>
                <a:cs typeface="Trebuchet MS"/>
              </a:rPr>
              <a:t>t</a:t>
            </a:r>
            <a:r>
              <a:rPr sz="1200" b="1" spc="-19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o</a:t>
            </a:r>
            <a:r>
              <a:rPr sz="1200" b="1" spc="-45" dirty="0">
                <a:latin typeface="Trebuchet MS"/>
                <a:cs typeface="Trebuchet MS"/>
              </a:rPr>
              <a:t>f</a:t>
            </a:r>
            <a:r>
              <a:rPr sz="1200" b="1" spc="-9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d</a:t>
            </a:r>
            <a:r>
              <a:rPr sz="1200" b="1" spc="-65" dirty="0">
                <a:latin typeface="Trebuchet MS"/>
                <a:cs typeface="Trebuchet MS"/>
              </a:rPr>
              <a:t>r</a:t>
            </a:r>
            <a:r>
              <a:rPr sz="1200" b="1" spc="-20" dirty="0">
                <a:latin typeface="Trebuchet MS"/>
                <a:cs typeface="Trebuchet MS"/>
              </a:rPr>
              <a:t>e</a:t>
            </a:r>
            <a:r>
              <a:rPr sz="1200" b="1" spc="30" dirty="0">
                <a:latin typeface="Trebuchet MS"/>
                <a:cs typeface="Trebuchet MS"/>
              </a:rPr>
              <a:t>a</a:t>
            </a:r>
            <a:r>
              <a:rPr sz="1200" b="1" spc="15" dirty="0">
                <a:latin typeface="Trebuchet MS"/>
                <a:cs typeface="Trebuchet MS"/>
              </a:rPr>
              <a:t>m</a:t>
            </a:r>
            <a:r>
              <a:rPr sz="1200" b="1" spc="100" dirty="0">
                <a:latin typeface="Trebuchet MS"/>
                <a:cs typeface="Trebuchet MS"/>
              </a:rPr>
              <a:t>s</a:t>
            </a:r>
            <a:r>
              <a:rPr sz="1200" b="1" spc="-135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-</a:t>
            </a:r>
            <a:r>
              <a:rPr sz="1200" b="1" spc="-95" dirty="0">
                <a:latin typeface="Trebuchet MS"/>
                <a:cs typeface="Trebuchet MS"/>
              </a:rPr>
              <a:t> </a:t>
            </a:r>
            <a:r>
              <a:rPr sz="1200" b="1" spc="-65" dirty="0">
                <a:latin typeface="Trebuchet MS"/>
                <a:cs typeface="Trebuchet MS"/>
              </a:rPr>
              <a:t>r</a:t>
            </a:r>
            <a:r>
              <a:rPr sz="1200" b="1" spc="-20" dirty="0">
                <a:latin typeface="Trebuchet MS"/>
                <a:cs typeface="Trebuchet MS"/>
              </a:rPr>
              <a:t>e</a:t>
            </a:r>
            <a:r>
              <a:rPr sz="1200" b="1" spc="30" dirty="0">
                <a:latin typeface="Trebuchet MS"/>
                <a:cs typeface="Trebuchet MS"/>
              </a:rPr>
              <a:t>a</a:t>
            </a:r>
            <a:r>
              <a:rPr sz="1200" b="1" spc="-25" dirty="0">
                <a:latin typeface="Trebuchet MS"/>
                <a:cs typeface="Trebuchet MS"/>
              </a:rPr>
              <a:t>d</a:t>
            </a:r>
            <a:r>
              <a:rPr sz="1200" b="1" spc="-50" dirty="0">
                <a:latin typeface="Trebuchet MS"/>
                <a:cs typeface="Trebuchet MS"/>
              </a:rPr>
              <a:t>y</a:t>
            </a:r>
            <a:r>
              <a:rPr sz="1200" b="1" spc="-130" dirty="0">
                <a:latin typeface="Trebuchet MS"/>
                <a:cs typeface="Trebuchet MS"/>
              </a:rPr>
              <a:t> </a:t>
            </a:r>
            <a:r>
              <a:rPr sz="1200" b="1" spc="-45" dirty="0">
                <a:latin typeface="Trebuchet MS"/>
                <a:cs typeface="Trebuchet MS"/>
              </a:rPr>
              <a:t>w</a:t>
            </a:r>
            <a:r>
              <a:rPr sz="1200" b="1" spc="-40" dirty="0">
                <a:latin typeface="Trebuchet MS"/>
                <a:cs typeface="Trebuchet MS"/>
              </a:rPr>
              <a:t>h</a:t>
            </a:r>
            <a:r>
              <a:rPr sz="1200" b="1" spc="-65" dirty="0">
                <a:latin typeface="Trebuchet MS"/>
                <a:cs typeface="Trebuchet MS"/>
              </a:rPr>
              <a:t>i</a:t>
            </a:r>
            <a:r>
              <a:rPr sz="1200" b="1" spc="15" dirty="0">
                <a:latin typeface="Trebuchet MS"/>
                <a:cs typeface="Trebuchet MS"/>
              </a:rPr>
              <a:t>l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-130" dirty="0">
                <a:latin typeface="Trebuchet MS"/>
                <a:cs typeface="Trebuchet MS"/>
              </a:rPr>
              <a:t> </a:t>
            </a:r>
            <a:r>
              <a:rPr sz="1200" b="1" spc="-45" dirty="0">
                <a:latin typeface="Trebuchet MS"/>
                <a:cs typeface="Trebuchet MS"/>
              </a:rPr>
              <a:t>y</a:t>
            </a:r>
            <a:r>
              <a:rPr sz="1200" b="1" spc="-10" dirty="0">
                <a:latin typeface="Trebuchet MS"/>
                <a:cs typeface="Trebuchet MS"/>
              </a:rPr>
              <a:t>ou  </a:t>
            </a:r>
            <a:r>
              <a:rPr sz="1200" b="1" spc="-25" dirty="0">
                <a:latin typeface="Trebuchet MS"/>
                <a:cs typeface="Trebuchet MS"/>
              </a:rPr>
              <a:t>d</a:t>
            </a:r>
            <a:r>
              <a:rPr sz="1200" b="1" spc="-65" dirty="0">
                <a:latin typeface="Trebuchet MS"/>
                <a:cs typeface="Trebuchet MS"/>
              </a:rPr>
              <a:t>r</a:t>
            </a:r>
            <a:r>
              <a:rPr sz="1200" b="1" spc="-20" dirty="0">
                <a:latin typeface="Trebuchet MS"/>
                <a:cs typeface="Trebuchet MS"/>
              </a:rPr>
              <a:t>e</a:t>
            </a:r>
            <a:r>
              <a:rPr sz="1200" b="1" spc="30" dirty="0">
                <a:latin typeface="Trebuchet MS"/>
                <a:cs typeface="Trebuchet MS"/>
              </a:rPr>
              <a:t>a</a:t>
            </a:r>
            <a:r>
              <a:rPr sz="1200" b="1" spc="35" dirty="0">
                <a:latin typeface="Trebuchet MS"/>
                <a:cs typeface="Trebuchet MS"/>
              </a:rPr>
              <a:t>m</a:t>
            </a:r>
            <a:r>
              <a:rPr sz="1200" b="1" spc="-155" dirty="0">
                <a:latin typeface="Trebuchet MS"/>
                <a:cs typeface="Trebuchet MS"/>
              </a:rPr>
              <a:t> </a:t>
            </a:r>
            <a:r>
              <a:rPr sz="1200" b="1" spc="-85" dirty="0">
                <a:latin typeface="Trebuchet MS"/>
                <a:cs typeface="Trebuchet MS"/>
              </a:rPr>
              <a:t>:</a:t>
            </a:r>
            <a:r>
              <a:rPr sz="1200" b="1" spc="-120" dirty="0">
                <a:latin typeface="Trebuchet MS"/>
                <a:cs typeface="Trebuchet MS"/>
              </a:rPr>
              <a:t> </a:t>
            </a:r>
            <a:r>
              <a:rPr sz="1200" i="1" spc="35" dirty="0">
                <a:latin typeface="Trebuchet MS"/>
                <a:cs typeface="Trebuchet MS"/>
              </a:rPr>
              <a:t>H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10" dirty="0">
                <a:latin typeface="Trebuchet MS"/>
                <a:cs typeface="Trebuchet MS"/>
              </a:rPr>
              <a:t>g</a:t>
            </a:r>
            <a:r>
              <a:rPr sz="1200" i="1" spc="5" dirty="0">
                <a:latin typeface="Trebuchet MS"/>
                <a:cs typeface="Trebuchet MS"/>
              </a:rPr>
              <a:t>h</a:t>
            </a:r>
            <a:r>
              <a:rPr sz="1200" i="1" spc="-90" dirty="0">
                <a:latin typeface="Trebuchet MS"/>
                <a:cs typeface="Trebuchet MS"/>
              </a:rPr>
              <a:t>l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10" dirty="0">
                <a:latin typeface="Trebuchet MS"/>
                <a:cs typeface="Trebuchet MS"/>
              </a:rPr>
              <a:t>g</a:t>
            </a:r>
            <a:r>
              <a:rPr sz="1200" i="1" spc="5" dirty="0">
                <a:latin typeface="Trebuchet MS"/>
                <a:cs typeface="Trebuchet MS"/>
              </a:rPr>
              <a:t>h</a:t>
            </a:r>
            <a:r>
              <a:rPr sz="1200" i="1" spc="-135" dirty="0">
                <a:latin typeface="Trebuchet MS"/>
                <a:cs typeface="Trebuchet MS"/>
              </a:rPr>
              <a:t>t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20" dirty="0">
                <a:latin typeface="Trebuchet MS"/>
                <a:cs typeface="Trebuchet MS"/>
              </a:rPr>
              <a:t>n</a:t>
            </a:r>
            <a:r>
              <a:rPr sz="1200" i="1" spc="-25" dirty="0">
                <a:latin typeface="Trebuchet MS"/>
                <a:cs typeface="Trebuchet MS"/>
              </a:rPr>
              <a:t>g</a:t>
            </a:r>
            <a:r>
              <a:rPr sz="1200" i="1" spc="-195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th</a:t>
            </a:r>
            <a:r>
              <a:rPr sz="1200" i="1" spc="-10" dirty="0">
                <a:latin typeface="Trebuchet MS"/>
                <a:cs typeface="Trebuchet MS"/>
              </a:rPr>
              <a:t>e</a:t>
            </a:r>
            <a:r>
              <a:rPr sz="1200" i="1" spc="-100" dirty="0">
                <a:latin typeface="Trebuchet MS"/>
                <a:cs typeface="Trebuchet MS"/>
              </a:rPr>
              <a:t> </a:t>
            </a:r>
            <a:r>
              <a:rPr sz="1200" i="1" spc="-90" dirty="0">
                <a:latin typeface="Trebuchet MS"/>
                <a:cs typeface="Trebuchet MS"/>
              </a:rPr>
              <a:t>l</a:t>
            </a:r>
            <a:r>
              <a:rPr sz="1200" i="1" spc="25" dirty="0">
                <a:latin typeface="Trebuchet MS"/>
                <a:cs typeface="Trebuchet MS"/>
              </a:rPr>
              <a:t>o</a:t>
            </a:r>
            <a:r>
              <a:rPr sz="1200" i="1" spc="-30" dirty="0">
                <a:latin typeface="Trebuchet MS"/>
                <a:cs typeface="Trebuchet MS"/>
              </a:rPr>
              <a:t>w</a:t>
            </a:r>
            <a:r>
              <a:rPr sz="1200" i="1" spc="-180" dirty="0">
                <a:latin typeface="Trebuchet MS"/>
                <a:cs typeface="Trebuchet MS"/>
              </a:rPr>
              <a:t> </a:t>
            </a:r>
            <a:r>
              <a:rPr sz="1200" i="1" spc="-45" dirty="0">
                <a:latin typeface="Trebuchet MS"/>
                <a:cs typeface="Trebuchet MS"/>
              </a:rPr>
              <a:t>e</a:t>
            </a:r>
            <a:r>
              <a:rPr sz="1200" i="1" spc="-110" dirty="0">
                <a:latin typeface="Trebuchet MS"/>
                <a:cs typeface="Trebuchet MS"/>
              </a:rPr>
              <a:t>ff</a:t>
            </a:r>
            <a:r>
              <a:rPr sz="1200" i="1" spc="25" dirty="0">
                <a:latin typeface="Trebuchet MS"/>
                <a:cs typeface="Trebuchet MS"/>
              </a:rPr>
              <a:t>o</a:t>
            </a:r>
            <a:r>
              <a:rPr sz="1200" i="1" spc="-130" dirty="0">
                <a:latin typeface="Trebuchet MS"/>
                <a:cs typeface="Trebuchet MS"/>
              </a:rPr>
              <a:t>rt</a:t>
            </a:r>
            <a:r>
              <a:rPr sz="1200" i="1" spc="-65" dirty="0">
                <a:latin typeface="Trebuchet MS"/>
                <a:cs typeface="Trebuchet MS"/>
              </a:rPr>
              <a:t> </a:t>
            </a:r>
            <a:r>
              <a:rPr sz="1200" i="1" spc="20" dirty="0">
                <a:latin typeface="Trebuchet MS"/>
                <a:cs typeface="Trebuchet MS"/>
              </a:rPr>
              <a:t>n</a:t>
            </a:r>
            <a:r>
              <a:rPr sz="1200" i="1" spc="40" dirty="0">
                <a:latin typeface="Trebuchet MS"/>
                <a:cs typeface="Trebuchet MS"/>
              </a:rPr>
              <a:t>a</a:t>
            </a:r>
            <a:r>
              <a:rPr sz="1200" i="1" spc="-65" dirty="0">
                <a:latin typeface="Trebuchet MS"/>
                <a:cs typeface="Trebuchet MS"/>
              </a:rPr>
              <a:t>tu</a:t>
            </a:r>
            <a:r>
              <a:rPr sz="1200" i="1" spc="-130" dirty="0">
                <a:latin typeface="Trebuchet MS"/>
                <a:cs typeface="Trebuchet MS"/>
              </a:rPr>
              <a:t>r</a:t>
            </a:r>
            <a:r>
              <a:rPr sz="1200" i="1" spc="-10" dirty="0">
                <a:latin typeface="Trebuchet MS"/>
                <a:cs typeface="Trebuchet MS"/>
              </a:rPr>
              <a:t>e</a:t>
            </a:r>
            <a:r>
              <a:rPr sz="1200" i="1" spc="55" dirty="0">
                <a:latin typeface="Trebuchet MS"/>
                <a:cs typeface="Trebuchet MS"/>
              </a:rPr>
              <a:t> </a:t>
            </a:r>
            <a:r>
              <a:rPr sz="1200" i="1" spc="25" dirty="0">
                <a:latin typeface="Trebuchet MS"/>
                <a:cs typeface="Trebuchet MS"/>
              </a:rPr>
              <a:t>o</a:t>
            </a:r>
            <a:r>
              <a:rPr sz="1200" i="1" spc="-114" dirty="0">
                <a:latin typeface="Trebuchet MS"/>
                <a:cs typeface="Trebuchet MS"/>
              </a:rPr>
              <a:t>f  </a:t>
            </a:r>
            <a:r>
              <a:rPr sz="1200" i="1" spc="45" dirty="0">
                <a:latin typeface="Trebuchet MS"/>
                <a:cs typeface="Trebuchet MS"/>
              </a:rPr>
              <a:t>c</a:t>
            </a:r>
            <a:r>
              <a:rPr sz="1200" i="1" spc="20" dirty="0">
                <a:latin typeface="Trebuchet MS"/>
                <a:cs typeface="Trebuchet MS"/>
              </a:rPr>
              <a:t>oo</a:t>
            </a:r>
            <a:r>
              <a:rPr sz="1200" i="1" spc="-10" dirty="0">
                <a:latin typeface="Trebuchet MS"/>
                <a:cs typeface="Trebuchet MS"/>
              </a:rPr>
              <a:t>k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-20" dirty="0">
                <a:latin typeface="Trebuchet MS"/>
                <a:cs typeface="Trebuchet MS"/>
              </a:rPr>
              <a:t>g</a:t>
            </a:r>
            <a:r>
              <a:rPr sz="1200" i="1" spc="-125" dirty="0">
                <a:latin typeface="Trebuchet MS"/>
                <a:cs typeface="Trebuchet MS"/>
              </a:rPr>
              <a:t> </a:t>
            </a:r>
            <a:r>
              <a:rPr sz="1200" i="1" spc="35" dirty="0">
                <a:latin typeface="Trebuchet MS"/>
                <a:cs typeface="Trebuchet MS"/>
              </a:rPr>
              <a:t>a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5" dirty="0">
                <a:latin typeface="Trebuchet MS"/>
                <a:cs typeface="Trebuchet MS"/>
              </a:rPr>
              <a:t>d</a:t>
            </a:r>
            <a:r>
              <a:rPr sz="1200" i="1" spc="-215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20" dirty="0">
                <a:latin typeface="Trebuchet MS"/>
                <a:cs typeface="Trebuchet MS"/>
              </a:rPr>
              <a:t>o</a:t>
            </a:r>
            <a:r>
              <a:rPr sz="1200" i="1" spc="-30" dirty="0">
                <a:latin typeface="Trebuchet MS"/>
                <a:cs typeface="Trebuchet MS"/>
              </a:rPr>
              <a:t>w</a:t>
            </a:r>
            <a:r>
              <a:rPr sz="1200" i="1" spc="-105" dirty="0">
                <a:latin typeface="Trebuchet MS"/>
                <a:cs typeface="Trebuchet MS"/>
              </a:rPr>
              <a:t> 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135" dirty="0">
                <a:latin typeface="Trebuchet MS"/>
                <a:cs typeface="Trebuchet MS"/>
              </a:rPr>
              <a:t>t</a:t>
            </a:r>
            <a:r>
              <a:rPr sz="1200" i="1" spc="-225" dirty="0">
                <a:latin typeface="Trebuchet MS"/>
                <a:cs typeface="Trebuchet MS"/>
              </a:rPr>
              <a:t>’</a:t>
            </a:r>
            <a:r>
              <a:rPr sz="1200" i="1" spc="95" dirty="0">
                <a:latin typeface="Trebuchet MS"/>
                <a:cs typeface="Trebuchet MS"/>
              </a:rPr>
              <a:t>s</a:t>
            </a:r>
            <a:r>
              <a:rPr sz="1200" i="1" spc="-125" dirty="0">
                <a:latin typeface="Trebuchet MS"/>
                <a:cs typeface="Trebuchet MS"/>
              </a:rPr>
              <a:t> </a:t>
            </a:r>
            <a:r>
              <a:rPr sz="1200" i="1" spc="-130" dirty="0">
                <a:latin typeface="Trebuchet MS"/>
                <a:cs typeface="Trebuchet MS"/>
              </a:rPr>
              <a:t>r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spc="35" dirty="0">
                <a:latin typeface="Trebuchet MS"/>
                <a:cs typeface="Trebuchet MS"/>
              </a:rPr>
              <a:t>a</a:t>
            </a:r>
            <a:r>
              <a:rPr sz="1200" i="1" spc="-25" dirty="0">
                <a:latin typeface="Trebuchet MS"/>
                <a:cs typeface="Trebuchet MS"/>
              </a:rPr>
              <a:t>dy</a:t>
            </a:r>
            <a:r>
              <a:rPr sz="1200" i="1" spc="-155" dirty="0">
                <a:latin typeface="Trebuchet MS"/>
                <a:cs typeface="Trebuchet MS"/>
              </a:rPr>
              <a:t> </a:t>
            </a:r>
            <a:r>
              <a:rPr sz="1200" i="1" spc="20" dirty="0">
                <a:latin typeface="Trebuchet MS"/>
                <a:cs typeface="Trebuchet MS"/>
              </a:rPr>
              <a:t>o</a:t>
            </a:r>
            <a:r>
              <a:rPr sz="1200" i="1" spc="-65" dirty="0">
                <a:latin typeface="Trebuchet MS"/>
                <a:cs typeface="Trebuchet MS"/>
              </a:rPr>
              <a:t>v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spc="-130" dirty="0">
                <a:latin typeface="Trebuchet MS"/>
                <a:cs typeface="Trebuchet MS"/>
              </a:rPr>
              <a:t>r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5" dirty="0">
                <a:latin typeface="Trebuchet MS"/>
                <a:cs typeface="Trebuchet MS"/>
              </a:rPr>
              <a:t>g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-120" dirty="0">
                <a:latin typeface="Trebuchet MS"/>
                <a:cs typeface="Trebuchet MS"/>
              </a:rPr>
              <a:t>t.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rebuchet MS"/>
              <a:cs typeface="Trebuchet MS"/>
            </a:endParaRPr>
          </a:p>
          <a:p>
            <a:pPr marL="99695">
              <a:lnSpc>
                <a:spcPts val="1435"/>
              </a:lnSpc>
            </a:pPr>
            <a:r>
              <a:rPr sz="1200" b="1" spc="15" dirty="0">
                <a:latin typeface="Trebuchet MS"/>
                <a:cs typeface="Trebuchet MS"/>
              </a:rPr>
              <a:t>G</a:t>
            </a:r>
            <a:r>
              <a:rPr sz="1200" b="1" spc="-70" dirty="0">
                <a:latin typeface="Trebuchet MS"/>
                <a:cs typeface="Trebuchet MS"/>
              </a:rPr>
              <a:t>r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30" dirty="0">
                <a:latin typeface="Trebuchet MS"/>
                <a:cs typeface="Trebuchet MS"/>
              </a:rPr>
              <a:t>b</a:t>
            </a:r>
            <a:r>
              <a:rPr sz="1200" b="1" spc="-85" dirty="0">
                <a:latin typeface="Trebuchet MS"/>
                <a:cs typeface="Trebuchet MS"/>
              </a:rPr>
              <a:t>,</a:t>
            </a:r>
            <a:r>
              <a:rPr sz="1200" b="1" spc="-125" dirty="0">
                <a:latin typeface="Trebuchet MS"/>
                <a:cs typeface="Trebuchet MS"/>
              </a:rPr>
              <a:t> </a:t>
            </a:r>
            <a:r>
              <a:rPr sz="1200" b="1" spc="-5" dirty="0">
                <a:latin typeface="Trebuchet MS"/>
                <a:cs typeface="Trebuchet MS"/>
              </a:rPr>
              <a:t>go</a:t>
            </a:r>
            <a:r>
              <a:rPr sz="1200" b="1" spc="-85" dirty="0">
                <a:latin typeface="Trebuchet MS"/>
                <a:cs typeface="Trebuchet MS"/>
              </a:rPr>
              <a:t>,</a:t>
            </a:r>
            <a:r>
              <a:rPr sz="1200" b="1" spc="-125" dirty="0">
                <a:latin typeface="Trebuchet MS"/>
                <a:cs typeface="Trebuchet MS"/>
              </a:rPr>
              <a:t> 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40" dirty="0">
                <a:latin typeface="Trebuchet MS"/>
                <a:cs typeface="Trebuchet MS"/>
              </a:rPr>
              <a:t>n</a:t>
            </a:r>
            <a:r>
              <a:rPr sz="1200" b="1" spc="5" dirty="0">
                <a:latin typeface="Trebuchet MS"/>
                <a:cs typeface="Trebuchet MS"/>
              </a:rPr>
              <a:t>d</a:t>
            </a:r>
            <a:r>
              <a:rPr sz="1200" b="1" spc="-95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c</a:t>
            </a:r>
            <a:r>
              <a:rPr sz="1200" b="1" spc="-5" dirty="0">
                <a:latin typeface="Trebuchet MS"/>
                <a:cs typeface="Trebuchet MS"/>
              </a:rPr>
              <a:t>o</a:t>
            </a:r>
            <a:r>
              <a:rPr sz="1200" b="1" spc="-40" dirty="0">
                <a:latin typeface="Trebuchet MS"/>
                <a:cs typeface="Trebuchet MS"/>
              </a:rPr>
              <a:t>n</a:t>
            </a:r>
            <a:r>
              <a:rPr sz="1200" b="1" spc="-30" dirty="0">
                <a:latin typeface="Trebuchet MS"/>
                <a:cs typeface="Trebuchet MS"/>
              </a:rPr>
              <a:t>q</a:t>
            </a:r>
            <a:r>
              <a:rPr sz="1200" b="1" spc="-35" dirty="0">
                <a:latin typeface="Trebuchet MS"/>
                <a:cs typeface="Trebuchet MS"/>
              </a:rPr>
              <a:t>u</a:t>
            </a:r>
            <a:r>
              <a:rPr sz="1200" b="1" spc="-25" dirty="0">
                <a:latin typeface="Trebuchet MS"/>
                <a:cs typeface="Trebuchet MS"/>
              </a:rPr>
              <a:t>e</a:t>
            </a:r>
            <a:r>
              <a:rPr sz="1200" b="1" spc="-70" dirty="0">
                <a:latin typeface="Trebuchet MS"/>
                <a:cs typeface="Trebuchet MS"/>
              </a:rPr>
              <a:t>r</a:t>
            </a:r>
            <a:r>
              <a:rPr sz="1200" b="1" spc="-60" dirty="0">
                <a:latin typeface="Trebuchet MS"/>
                <a:cs typeface="Trebuchet MS"/>
              </a:rPr>
              <a:t> </a:t>
            </a:r>
            <a:r>
              <a:rPr sz="1200" b="1" spc="-45" dirty="0">
                <a:latin typeface="Trebuchet MS"/>
                <a:cs typeface="Trebuchet MS"/>
              </a:rPr>
              <a:t>y</a:t>
            </a:r>
            <a:r>
              <a:rPr sz="1200" b="1" spc="-5" dirty="0">
                <a:latin typeface="Trebuchet MS"/>
                <a:cs typeface="Trebuchet MS"/>
              </a:rPr>
              <a:t>o</a:t>
            </a:r>
            <a:r>
              <a:rPr sz="1200" b="1" spc="-35" dirty="0">
                <a:latin typeface="Trebuchet MS"/>
                <a:cs typeface="Trebuchet MS"/>
              </a:rPr>
              <a:t>u</a:t>
            </a:r>
            <a:r>
              <a:rPr sz="1200" b="1" spc="-70" dirty="0">
                <a:latin typeface="Trebuchet MS"/>
                <a:cs typeface="Trebuchet MS"/>
              </a:rPr>
              <a:t>r</a:t>
            </a:r>
            <a:r>
              <a:rPr sz="1200" b="1" spc="-13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d</a:t>
            </a:r>
            <a:r>
              <a:rPr sz="1200" b="1" spc="25" dirty="0">
                <a:latin typeface="Trebuchet MS"/>
                <a:cs typeface="Trebuchet MS"/>
              </a:rPr>
              <a:t>a</a:t>
            </a:r>
            <a:r>
              <a:rPr sz="1200" b="1" spc="-45" dirty="0">
                <a:latin typeface="Trebuchet MS"/>
                <a:cs typeface="Trebuchet MS"/>
              </a:rPr>
              <a:t>y</a:t>
            </a:r>
            <a:r>
              <a:rPr sz="1200" b="1" spc="-85" dirty="0">
                <a:latin typeface="Trebuchet MS"/>
                <a:cs typeface="Trebuchet MS"/>
              </a:rPr>
              <a:t>: </a:t>
            </a:r>
            <a:r>
              <a:rPr sz="1200" i="1" spc="40" dirty="0">
                <a:latin typeface="Trebuchet MS"/>
                <a:cs typeface="Trebuchet MS"/>
              </a:rPr>
              <a:t>H</a:t>
            </a:r>
            <a:r>
              <a:rPr sz="1200" i="1" spc="-70" dirty="0">
                <a:latin typeface="Trebuchet MS"/>
                <a:cs typeface="Trebuchet MS"/>
              </a:rPr>
              <a:t>i</a:t>
            </a:r>
            <a:r>
              <a:rPr sz="1200" i="1" spc="-5" dirty="0">
                <a:latin typeface="Trebuchet MS"/>
                <a:cs typeface="Trebuchet MS"/>
              </a:rPr>
              <a:t>g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-85" dirty="0">
                <a:latin typeface="Trebuchet MS"/>
                <a:cs typeface="Trebuchet MS"/>
              </a:rPr>
              <a:t>l</a:t>
            </a:r>
            <a:r>
              <a:rPr sz="1200" i="1" spc="-70" dirty="0">
                <a:latin typeface="Trebuchet MS"/>
                <a:cs typeface="Trebuchet MS"/>
              </a:rPr>
              <a:t>i</a:t>
            </a:r>
            <a:r>
              <a:rPr sz="1200" i="1" spc="-5" dirty="0">
                <a:latin typeface="Trebuchet MS"/>
                <a:cs typeface="Trebuchet MS"/>
              </a:rPr>
              <a:t>g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-135" dirty="0">
                <a:latin typeface="Trebuchet MS"/>
                <a:cs typeface="Trebuchet MS"/>
              </a:rPr>
              <a:t>t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-20" dirty="0">
                <a:latin typeface="Trebuchet MS"/>
                <a:cs typeface="Trebuchet MS"/>
              </a:rPr>
              <a:t>g</a:t>
            </a:r>
            <a:endParaRPr sz="1200">
              <a:latin typeface="Trebuchet MS"/>
              <a:cs typeface="Trebuchet MS"/>
            </a:endParaRPr>
          </a:p>
          <a:p>
            <a:pPr marL="99695">
              <a:lnSpc>
                <a:spcPts val="1435"/>
              </a:lnSpc>
            </a:pPr>
            <a:r>
              <a:rPr sz="1200" i="1" spc="40" dirty="0">
                <a:latin typeface="Trebuchet MS"/>
                <a:cs typeface="Trebuchet MS"/>
              </a:rPr>
              <a:t>c</a:t>
            </a:r>
            <a:r>
              <a:rPr sz="1200" i="1" spc="25" dirty="0">
                <a:latin typeface="Trebuchet MS"/>
                <a:cs typeface="Trebuchet MS"/>
              </a:rPr>
              <a:t>o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-70" dirty="0">
                <a:latin typeface="Trebuchet MS"/>
                <a:cs typeface="Trebuchet MS"/>
              </a:rPr>
              <a:t>v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40" dirty="0">
                <a:latin typeface="Trebuchet MS"/>
                <a:cs typeface="Trebuchet MS"/>
              </a:rPr>
              <a:t>c</a:t>
            </a:r>
            <a:r>
              <a:rPr sz="1200" i="1" spc="-10" dirty="0">
                <a:latin typeface="Trebuchet MS"/>
                <a:cs typeface="Trebuchet MS"/>
              </a:rPr>
              <a:t>e</a:t>
            </a:r>
            <a:r>
              <a:rPr sz="1200" i="1" spc="-25" dirty="0">
                <a:latin typeface="Trebuchet MS"/>
                <a:cs typeface="Trebuchet MS"/>
              </a:rPr>
              <a:t> </a:t>
            </a:r>
            <a:r>
              <a:rPr sz="1200" i="1" spc="40" dirty="0">
                <a:latin typeface="Trebuchet MS"/>
                <a:cs typeface="Trebuchet MS"/>
              </a:rPr>
              <a:t>a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dirty="0">
                <a:latin typeface="Trebuchet MS"/>
                <a:cs typeface="Trebuchet MS"/>
              </a:rPr>
              <a:t>d</a:t>
            </a:r>
            <a:r>
              <a:rPr sz="1200" i="1" spc="-135" dirty="0">
                <a:latin typeface="Trebuchet MS"/>
                <a:cs typeface="Trebuchet MS"/>
              </a:rPr>
              <a:t> </a:t>
            </a:r>
            <a:r>
              <a:rPr sz="1200" i="1" spc="110" dirty="0">
                <a:latin typeface="Trebuchet MS"/>
                <a:cs typeface="Trebuchet MS"/>
              </a:rPr>
              <a:t>s</a:t>
            </a:r>
            <a:r>
              <a:rPr sz="1200" i="1" spc="-120" dirty="0">
                <a:latin typeface="Trebuchet MS"/>
                <a:cs typeface="Trebuchet MS"/>
              </a:rPr>
              <a:t>t</a:t>
            </a:r>
            <a:r>
              <a:rPr sz="1200" i="1" spc="-145" dirty="0">
                <a:latin typeface="Trebuchet MS"/>
                <a:cs typeface="Trebuchet MS"/>
              </a:rPr>
              <a:t>r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spc="15" dirty="0">
                <a:latin typeface="Trebuchet MS"/>
                <a:cs typeface="Trebuchet MS"/>
              </a:rPr>
              <a:t>n</a:t>
            </a:r>
            <a:r>
              <a:rPr sz="1200" i="1" spc="-10" dirty="0">
                <a:latin typeface="Trebuchet MS"/>
                <a:cs typeface="Trebuchet MS"/>
              </a:rPr>
              <a:t>g</a:t>
            </a:r>
            <a:r>
              <a:rPr sz="1200" i="1" spc="-65" dirty="0">
                <a:latin typeface="Trebuchet MS"/>
                <a:cs typeface="Trebuchet MS"/>
              </a:rPr>
              <a:t>t</a:t>
            </a:r>
            <a:r>
              <a:rPr sz="1200" i="1" spc="-80" dirty="0">
                <a:latin typeface="Trebuchet MS"/>
                <a:cs typeface="Trebuchet MS"/>
              </a:rPr>
              <a:t>h</a:t>
            </a:r>
            <a:r>
              <a:rPr sz="1200" i="1" spc="-125" dirty="0">
                <a:latin typeface="Trebuchet MS"/>
                <a:cs typeface="Trebuchet MS"/>
              </a:rPr>
              <a:t> </a:t>
            </a:r>
            <a:r>
              <a:rPr sz="1200" i="1" spc="25" dirty="0">
                <a:latin typeface="Trebuchet MS"/>
                <a:cs typeface="Trebuchet MS"/>
              </a:rPr>
              <a:t>o</a:t>
            </a:r>
            <a:r>
              <a:rPr sz="1200" i="1" spc="-140" dirty="0">
                <a:latin typeface="Trebuchet MS"/>
                <a:cs typeface="Trebuchet MS"/>
              </a:rPr>
              <a:t>f</a:t>
            </a:r>
            <a:r>
              <a:rPr sz="1200" i="1" spc="-110" dirty="0">
                <a:latin typeface="Trebuchet MS"/>
                <a:cs typeface="Trebuchet MS"/>
              </a:rPr>
              <a:t> </a:t>
            </a:r>
            <a:r>
              <a:rPr sz="1200" i="1" spc="25" dirty="0">
                <a:latin typeface="Trebuchet MS"/>
                <a:cs typeface="Trebuchet MS"/>
              </a:rPr>
              <a:t>o</a:t>
            </a:r>
            <a:r>
              <a:rPr sz="1200" i="1" spc="40" dirty="0">
                <a:latin typeface="Trebuchet MS"/>
                <a:cs typeface="Trebuchet MS"/>
              </a:rPr>
              <a:t>a</a:t>
            </a:r>
            <a:r>
              <a:rPr sz="1200" i="1" spc="-25" dirty="0">
                <a:latin typeface="Trebuchet MS"/>
                <a:cs typeface="Trebuchet MS"/>
              </a:rPr>
              <a:t>t</a:t>
            </a:r>
            <a:r>
              <a:rPr sz="1200" i="1" spc="-5" dirty="0">
                <a:latin typeface="Trebuchet MS"/>
                <a:cs typeface="Trebuchet MS"/>
              </a:rPr>
              <a:t>s</a:t>
            </a:r>
            <a:r>
              <a:rPr sz="1200" i="1" spc="-10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48750" y="771525"/>
            <a:ext cx="2926715" cy="3228975"/>
            <a:chOff x="9048750" y="771525"/>
            <a:chExt cx="2926715" cy="3228975"/>
          </a:xfrm>
        </p:grpSpPr>
        <p:sp>
          <p:nvSpPr>
            <p:cNvPr id="16" name="object 16"/>
            <p:cNvSpPr/>
            <p:nvPr/>
          </p:nvSpPr>
          <p:spPr>
            <a:xfrm>
              <a:off x="9067800" y="790575"/>
              <a:ext cx="2886075" cy="3190875"/>
            </a:xfrm>
            <a:custGeom>
              <a:avLst/>
              <a:gdLst/>
              <a:ahLst/>
              <a:cxnLst/>
              <a:rect l="l" t="t" r="r" b="b"/>
              <a:pathLst>
                <a:path w="2886075" h="3190875">
                  <a:moveTo>
                    <a:pt x="2637790" y="0"/>
                  </a:moveTo>
                  <a:lnTo>
                    <a:pt x="248284" y="0"/>
                  </a:lnTo>
                  <a:lnTo>
                    <a:pt x="198236" y="5042"/>
                  </a:lnTo>
                  <a:lnTo>
                    <a:pt x="151626" y="19506"/>
                  </a:lnTo>
                  <a:lnTo>
                    <a:pt x="109450" y="42393"/>
                  </a:lnTo>
                  <a:lnTo>
                    <a:pt x="72707" y="72707"/>
                  </a:lnTo>
                  <a:lnTo>
                    <a:pt x="42393" y="109450"/>
                  </a:lnTo>
                  <a:lnTo>
                    <a:pt x="19506" y="151626"/>
                  </a:lnTo>
                  <a:lnTo>
                    <a:pt x="5042" y="198236"/>
                  </a:lnTo>
                  <a:lnTo>
                    <a:pt x="0" y="248285"/>
                  </a:lnTo>
                  <a:lnTo>
                    <a:pt x="0" y="2942590"/>
                  </a:lnTo>
                  <a:lnTo>
                    <a:pt x="5042" y="2992638"/>
                  </a:lnTo>
                  <a:lnTo>
                    <a:pt x="19506" y="3039248"/>
                  </a:lnTo>
                  <a:lnTo>
                    <a:pt x="42393" y="3081424"/>
                  </a:lnTo>
                  <a:lnTo>
                    <a:pt x="72707" y="3118167"/>
                  </a:lnTo>
                  <a:lnTo>
                    <a:pt x="109450" y="3148481"/>
                  </a:lnTo>
                  <a:lnTo>
                    <a:pt x="151626" y="3171368"/>
                  </a:lnTo>
                  <a:lnTo>
                    <a:pt x="198236" y="3185832"/>
                  </a:lnTo>
                  <a:lnTo>
                    <a:pt x="248284" y="3190875"/>
                  </a:lnTo>
                  <a:lnTo>
                    <a:pt x="2637790" y="3190875"/>
                  </a:lnTo>
                  <a:lnTo>
                    <a:pt x="2687838" y="3185832"/>
                  </a:lnTo>
                  <a:lnTo>
                    <a:pt x="2734448" y="3171368"/>
                  </a:lnTo>
                  <a:lnTo>
                    <a:pt x="2776624" y="3148481"/>
                  </a:lnTo>
                  <a:lnTo>
                    <a:pt x="2813367" y="3118167"/>
                  </a:lnTo>
                  <a:lnTo>
                    <a:pt x="2843681" y="3081424"/>
                  </a:lnTo>
                  <a:lnTo>
                    <a:pt x="2866568" y="3039248"/>
                  </a:lnTo>
                  <a:lnTo>
                    <a:pt x="2881032" y="2992638"/>
                  </a:lnTo>
                  <a:lnTo>
                    <a:pt x="2886075" y="2942590"/>
                  </a:lnTo>
                  <a:lnTo>
                    <a:pt x="2886075" y="248285"/>
                  </a:lnTo>
                  <a:lnTo>
                    <a:pt x="2881032" y="198236"/>
                  </a:lnTo>
                  <a:lnTo>
                    <a:pt x="2866568" y="151626"/>
                  </a:lnTo>
                  <a:lnTo>
                    <a:pt x="2843681" y="109450"/>
                  </a:lnTo>
                  <a:lnTo>
                    <a:pt x="2813367" y="72707"/>
                  </a:lnTo>
                  <a:lnTo>
                    <a:pt x="2776624" y="42393"/>
                  </a:lnTo>
                  <a:lnTo>
                    <a:pt x="2734448" y="19506"/>
                  </a:lnTo>
                  <a:lnTo>
                    <a:pt x="2687838" y="5042"/>
                  </a:lnTo>
                  <a:lnTo>
                    <a:pt x="2637790" y="0"/>
                  </a:lnTo>
                  <a:close/>
                </a:path>
              </a:pathLst>
            </a:custGeom>
            <a:solidFill>
              <a:srgbClr val="F1CFED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67800" y="790575"/>
              <a:ext cx="2886075" cy="3190875"/>
            </a:xfrm>
            <a:custGeom>
              <a:avLst/>
              <a:gdLst/>
              <a:ahLst/>
              <a:cxnLst/>
              <a:rect l="l" t="t" r="r" b="b"/>
              <a:pathLst>
                <a:path w="2886075" h="3190875">
                  <a:moveTo>
                    <a:pt x="0" y="248285"/>
                  </a:moveTo>
                  <a:lnTo>
                    <a:pt x="5042" y="198236"/>
                  </a:lnTo>
                  <a:lnTo>
                    <a:pt x="19506" y="151626"/>
                  </a:lnTo>
                  <a:lnTo>
                    <a:pt x="42393" y="109450"/>
                  </a:lnTo>
                  <a:lnTo>
                    <a:pt x="72707" y="72707"/>
                  </a:lnTo>
                  <a:lnTo>
                    <a:pt x="109450" y="42393"/>
                  </a:lnTo>
                  <a:lnTo>
                    <a:pt x="151626" y="19506"/>
                  </a:lnTo>
                  <a:lnTo>
                    <a:pt x="198236" y="5042"/>
                  </a:lnTo>
                  <a:lnTo>
                    <a:pt x="248284" y="0"/>
                  </a:lnTo>
                  <a:lnTo>
                    <a:pt x="2637790" y="0"/>
                  </a:lnTo>
                  <a:lnTo>
                    <a:pt x="2687838" y="5042"/>
                  </a:lnTo>
                  <a:lnTo>
                    <a:pt x="2734448" y="19506"/>
                  </a:lnTo>
                  <a:lnTo>
                    <a:pt x="2776624" y="42393"/>
                  </a:lnTo>
                  <a:lnTo>
                    <a:pt x="2813367" y="72707"/>
                  </a:lnTo>
                  <a:lnTo>
                    <a:pt x="2843681" y="109450"/>
                  </a:lnTo>
                  <a:lnTo>
                    <a:pt x="2866568" y="151626"/>
                  </a:lnTo>
                  <a:lnTo>
                    <a:pt x="2881032" y="198236"/>
                  </a:lnTo>
                  <a:lnTo>
                    <a:pt x="2886075" y="248285"/>
                  </a:lnTo>
                  <a:lnTo>
                    <a:pt x="2886075" y="2942590"/>
                  </a:lnTo>
                  <a:lnTo>
                    <a:pt x="2881032" y="2992638"/>
                  </a:lnTo>
                  <a:lnTo>
                    <a:pt x="2866568" y="3039248"/>
                  </a:lnTo>
                  <a:lnTo>
                    <a:pt x="2843681" y="3081424"/>
                  </a:lnTo>
                  <a:lnTo>
                    <a:pt x="2813367" y="3118167"/>
                  </a:lnTo>
                  <a:lnTo>
                    <a:pt x="2776624" y="3148481"/>
                  </a:lnTo>
                  <a:lnTo>
                    <a:pt x="2734448" y="3171368"/>
                  </a:lnTo>
                  <a:lnTo>
                    <a:pt x="2687838" y="3185832"/>
                  </a:lnTo>
                  <a:lnTo>
                    <a:pt x="2637790" y="3190875"/>
                  </a:lnTo>
                  <a:lnTo>
                    <a:pt x="248284" y="3190875"/>
                  </a:lnTo>
                  <a:lnTo>
                    <a:pt x="198236" y="3185832"/>
                  </a:lnTo>
                  <a:lnTo>
                    <a:pt x="151626" y="3171368"/>
                  </a:lnTo>
                  <a:lnTo>
                    <a:pt x="109450" y="3148481"/>
                  </a:lnTo>
                  <a:lnTo>
                    <a:pt x="72707" y="3118167"/>
                  </a:lnTo>
                  <a:lnTo>
                    <a:pt x="42393" y="3081424"/>
                  </a:lnTo>
                  <a:lnTo>
                    <a:pt x="19506" y="3039248"/>
                  </a:lnTo>
                  <a:lnTo>
                    <a:pt x="5042" y="2992638"/>
                  </a:lnTo>
                  <a:lnTo>
                    <a:pt x="0" y="2942590"/>
                  </a:lnTo>
                  <a:lnTo>
                    <a:pt x="0" y="248285"/>
                  </a:lnTo>
                  <a:close/>
                </a:path>
              </a:pathLst>
            </a:custGeom>
            <a:ln w="381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857250"/>
              <a:ext cx="676275" cy="7810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139173" y="852423"/>
              <a:ext cx="686435" cy="791210"/>
            </a:xfrm>
            <a:custGeom>
              <a:avLst/>
              <a:gdLst/>
              <a:ahLst/>
              <a:cxnLst/>
              <a:rect l="l" t="t" r="r" b="b"/>
              <a:pathLst>
                <a:path w="686434" h="791210">
                  <a:moveTo>
                    <a:pt x="343026" y="0"/>
                  </a:moveTo>
                  <a:lnTo>
                    <a:pt x="412242" y="8127"/>
                  </a:lnTo>
                  <a:lnTo>
                    <a:pt x="476630" y="31241"/>
                  </a:lnTo>
                  <a:lnTo>
                    <a:pt x="534924" y="67817"/>
                  </a:lnTo>
                  <a:lnTo>
                    <a:pt x="585724" y="116077"/>
                  </a:lnTo>
                  <a:lnTo>
                    <a:pt x="627506" y="174625"/>
                  </a:lnTo>
                  <a:lnTo>
                    <a:pt x="659002" y="241680"/>
                  </a:lnTo>
                  <a:lnTo>
                    <a:pt x="670559" y="278002"/>
                  </a:lnTo>
                  <a:lnTo>
                    <a:pt x="678942" y="315849"/>
                  </a:lnTo>
                  <a:lnTo>
                    <a:pt x="684149" y="354964"/>
                  </a:lnTo>
                  <a:lnTo>
                    <a:pt x="685926" y="395350"/>
                  </a:lnTo>
                  <a:lnTo>
                    <a:pt x="684149" y="435737"/>
                  </a:lnTo>
                  <a:lnTo>
                    <a:pt x="678942" y="474852"/>
                  </a:lnTo>
                  <a:lnTo>
                    <a:pt x="670559" y="512699"/>
                  </a:lnTo>
                  <a:lnTo>
                    <a:pt x="659002" y="549021"/>
                  </a:lnTo>
                  <a:lnTo>
                    <a:pt x="627506" y="616076"/>
                  </a:lnTo>
                  <a:lnTo>
                    <a:pt x="585724" y="674624"/>
                  </a:lnTo>
                  <a:lnTo>
                    <a:pt x="534924" y="722884"/>
                  </a:lnTo>
                  <a:lnTo>
                    <a:pt x="476630" y="759460"/>
                  </a:lnTo>
                  <a:lnTo>
                    <a:pt x="412242" y="782574"/>
                  </a:lnTo>
                  <a:lnTo>
                    <a:pt x="343026" y="790701"/>
                  </a:lnTo>
                  <a:lnTo>
                    <a:pt x="307848" y="788542"/>
                  </a:lnTo>
                  <a:lnTo>
                    <a:pt x="240792" y="772795"/>
                  </a:lnTo>
                  <a:lnTo>
                    <a:pt x="179197" y="742823"/>
                  </a:lnTo>
                  <a:lnTo>
                    <a:pt x="124586" y="700151"/>
                  </a:lnTo>
                  <a:lnTo>
                    <a:pt x="78104" y="646556"/>
                  </a:lnTo>
                  <a:lnTo>
                    <a:pt x="41275" y="583564"/>
                  </a:lnTo>
                  <a:lnTo>
                    <a:pt x="15367" y="512699"/>
                  </a:lnTo>
                  <a:lnTo>
                    <a:pt x="6984" y="474852"/>
                  </a:lnTo>
                  <a:lnTo>
                    <a:pt x="1777" y="435737"/>
                  </a:lnTo>
                  <a:lnTo>
                    <a:pt x="0" y="395350"/>
                  </a:lnTo>
                  <a:lnTo>
                    <a:pt x="1777" y="354964"/>
                  </a:lnTo>
                  <a:lnTo>
                    <a:pt x="6984" y="315849"/>
                  </a:lnTo>
                  <a:lnTo>
                    <a:pt x="15367" y="278002"/>
                  </a:lnTo>
                  <a:lnTo>
                    <a:pt x="26924" y="241680"/>
                  </a:lnTo>
                  <a:lnTo>
                    <a:pt x="58420" y="174625"/>
                  </a:lnTo>
                  <a:lnTo>
                    <a:pt x="100202" y="116077"/>
                  </a:lnTo>
                  <a:lnTo>
                    <a:pt x="151002" y="67817"/>
                  </a:lnTo>
                  <a:lnTo>
                    <a:pt x="209296" y="31241"/>
                  </a:lnTo>
                  <a:lnTo>
                    <a:pt x="273684" y="8127"/>
                  </a:lnTo>
                  <a:lnTo>
                    <a:pt x="343026" y="0"/>
                  </a:lnTo>
                  <a:close/>
                </a:path>
              </a:pathLst>
            </a:custGeom>
            <a:ln w="9525">
              <a:solidFill>
                <a:srgbClr val="A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25050" y="1895475"/>
              <a:ext cx="2040889" cy="0"/>
            </a:xfrm>
            <a:custGeom>
              <a:avLst/>
              <a:gdLst/>
              <a:ahLst/>
              <a:cxnLst/>
              <a:rect l="l" t="t" r="r" b="b"/>
              <a:pathLst>
                <a:path w="2040890">
                  <a:moveTo>
                    <a:pt x="0" y="0"/>
                  </a:moveTo>
                  <a:lnTo>
                    <a:pt x="2040763" y="0"/>
                  </a:lnTo>
                </a:path>
              </a:pathLst>
            </a:custGeom>
            <a:ln w="19050">
              <a:solidFill>
                <a:srgbClr val="6A3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55176" y="2051748"/>
            <a:ext cx="2696210" cy="18573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155575" algn="l"/>
              </a:tabLst>
            </a:pPr>
            <a:r>
              <a:rPr sz="1100" spc="20" dirty="0">
                <a:latin typeface="Tahoma"/>
                <a:cs typeface="Tahoma"/>
              </a:rPr>
              <a:t>B</a:t>
            </a:r>
            <a:r>
              <a:rPr sz="1100" spc="-15" dirty="0">
                <a:latin typeface="Tahoma"/>
                <a:cs typeface="Tahoma"/>
              </a:rPr>
              <a:t>u</a:t>
            </a:r>
            <a:r>
              <a:rPr sz="1100" spc="30" dirty="0">
                <a:latin typeface="Tahoma"/>
                <a:cs typeface="Tahoma"/>
              </a:rPr>
              <a:t>s</a:t>
            </a:r>
            <a:r>
              <a:rPr sz="1100" spc="-40" dirty="0">
                <a:latin typeface="Tahoma"/>
                <a:cs typeface="Tahoma"/>
              </a:rPr>
              <a:t>y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i</a:t>
            </a:r>
            <a:r>
              <a:rPr sz="1100" spc="-20" dirty="0">
                <a:latin typeface="Tahoma"/>
                <a:cs typeface="Tahoma"/>
              </a:rPr>
              <a:t>n</a:t>
            </a:r>
            <a:r>
              <a:rPr sz="1100" spc="-15" dirty="0">
                <a:latin typeface="Tahoma"/>
                <a:cs typeface="Tahoma"/>
              </a:rPr>
              <a:t>d</a:t>
            </a:r>
            <a:r>
              <a:rPr sz="1100" spc="40" dirty="0">
                <a:latin typeface="Tahoma"/>
                <a:cs typeface="Tahoma"/>
              </a:rPr>
              <a:t>i</a:t>
            </a:r>
            <a:r>
              <a:rPr sz="1100" spc="-30" dirty="0">
                <a:latin typeface="Tahoma"/>
                <a:cs typeface="Tahoma"/>
              </a:rPr>
              <a:t>v</a:t>
            </a:r>
            <a:r>
              <a:rPr sz="1100" spc="40" dirty="0">
                <a:latin typeface="Tahoma"/>
                <a:cs typeface="Tahoma"/>
              </a:rPr>
              <a:t>i</a:t>
            </a:r>
            <a:r>
              <a:rPr sz="1100" spc="-15" dirty="0">
                <a:latin typeface="Tahoma"/>
                <a:cs typeface="Tahoma"/>
              </a:rPr>
              <a:t>du</a:t>
            </a:r>
            <a:r>
              <a:rPr sz="1100" spc="3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l</a:t>
            </a:r>
            <a:r>
              <a:rPr sz="1100" spc="30" dirty="0">
                <a:latin typeface="Tahoma"/>
                <a:cs typeface="Tahoma"/>
              </a:rPr>
              <a:t>s</a:t>
            </a:r>
            <a:r>
              <a:rPr sz="1100" spc="-15" dirty="0">
                <a:latin typeface="Tahoma"/>
                <a:cs typeface="Tahoma"/>
              </a:rPr>
              <a:t>.</a:t>
            </a:r>
            <a:r>
              <a:rPr sz="1100" spc="-22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40" dirty="0">
                <a:latin typeface="Tahoma"/>
                <a:cs typeface="Tahoma"/>
              </a:rPr>
              <a:t>f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1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220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l</a:t>
            </a:r>
            <a:r>
              <a:rPr sz="1100" spc="40" dirty="0">
                <a:latin typeface="Tahoma"/>
                <a:cs typeface="Tahoma"/>
              </a:rPr>
              <a:t>i</a:t>
            </a:r>
            <a:r>
              <a:rPr sz="1100" spc="-30" dirty="0">
                <a:latin typeface="Tahoma"/>
                <a:cs typeface="Tahoma"/>
              </a:rPr>
              <a:t>v</a:t>
            </a:r>
            <a:r>
              <a:rPr sz="1100" spc="40" dirty="0">
                <a:latin typeface="Tahoma"/>
                <a:cs typeface="Tahoma"/>
              </a:rPr>
              <a:t>i</a:t>
            </a:r>
            <a:r>
              <a:rPr sz="1100" spc="-20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g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3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l</a:t>
            </a:r>
            <a:r>
              <a:rPr sz="1100" spc="-5" dirty="0">
                <a:latin typeface="Tahoma"/>
                <a:cs typeface="Tahoma"/>
              </a:rPr>
              <a:t>o</a:t>
            </a:r>
            <a:r>
              <a:rPr sz="1100" spc="-20" dirty="0">
                <a:latin typeface="Tahoma"/>
                <a:cs typeface="Tahoma"/>
              </a:rPr>
              <a:t>n</a:t>
            </a:r>
            <a:r>
              <a:rPr sz="1100" spc="15" dirty="0">
                <a:latin typeface="Tahoma"/>
                <a:cs typeface="Tahoma"/>
              </a:rPr>
              <a:t>e</a:t>
            </a:r>
            <a:r>
              <a:rPr sz="1100" spc="-1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55575" marR="242570" indent="-142875">
              <a:lnSpc>
                <a:spcPts val="1650"/>
              </a:lnSpc>
              <a:spcBef>
                <a:spcPts val="35"/>
              </a:spcBef>
              <a:buFont typeface="Arial MT"/>
              <a:buChar char="•"/>
              <a:tabLst>
                <a:tab pos="155575" algn="l"/>
              </a:tabLst>
            </a:pPr>
            <a:r>
              <a:rPr sz="1100" spc="20" dirty="0">
                <a:solidFill>
                  <a:srgbClr val="1F1F1F"/>
                </a:solidFill>
                <a:latin typeface="Tahoma"/>
                <a:cs typeface="Tahoma"/>
              </a:rPr>
              <a:t>Health-conscious</a:t>
            </a:r>
            <a:r>
              <a:rPr sz="11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individuals</a:t>
            </a:r>
            <a:r>
              <a:rPr sz="1100" spc="-1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trying</a:t>
            </a:r>
            <a:r>
              <a:rPr sz="1100" spc="-2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to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m</a:t>
            </a:r>
            <a:r>
              <a:rPr sz="1100" spc="20" dirty="0">
                <a:latin typeface="Tahoma"/>
                <a:cs typeface="Tahoma"/>
              </a:rPr>
              <a:t>a</a:t>
            </a:r>
            <a:r>
              <a:rPr sz="1100" spc="40" dirty="0">
                <a:latin typeface="Tahoma"/>
                <a:cs typeface="Tahoma"/>
              </a:rPr>
              <a:t>i</a:t>
            </a:r>
            <a:r>
              <a:rPr sz="1100" spc="-20" dirty="0">
                <a:latin typeface="Tahoma"/>
                <a:cs typeface="Tahoma"/>
              </a:rPr>
              <a:t>n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20" dirty="0">
                <a:latin typeface="Tahoma"/>
                <a:cs typeface="Tahoma"/>
              </a:rPr>
              <a:t>a</a:t>
            </a:r>
            <a:r>
              <a:rPr sz="1100" spc="40" dirty="0">
                <a:latin typeface="Tahoma"/>
                <a:cs typeface="Tahoma"/>
              </a:rPr>
              <a:t>i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n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a</a:t>
            </a:r>
            <a:r>
              <a:rPr sz="1100" spc="55" dirty="0">
                <a:latin typeface="Tahoma"/>
                <a:cs typeface="Tahoma"/>
              </a:rPr>
              <a:t>c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45" dirty="0">
                <a:latin typeface="Tahoma"/>
                <a:cs typeface="Tahoma"/>
              </a:rPr>
              <a:t>i</a:t>
            </a:r>
            <a:r>
              <a:rPr sz="1100" spc="-25" dirty="0">
                <a:latin typeface="Tahoma"/>
                <a:cs typeface="Tahoma"/>
              </a:rPr>
              <a:t>v</a:t>
            </a:r>
            <a:r>
              <a:rPr sz="1100" spc="10" dirty="0">
                <a:latin typeface="Tahoma"/>
                <a:cs typeface="Tahoma"/>
              </a:rPr>
              <a:t>e</a:t>
            </a:r>
            <a:r>
              <a:rPr sz="1100" spc="-1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&amp;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</a:t>
            </a:r>
            <a:r>
              <a:rPr sz="1100" spc="15" dirty="0">
                <a:latin typeface="Tahoma"/>
                <a:cs typeface="Tahoma"/>
              </a:rPr>
              <a:t>e</a:t>
            </a:r>
            <a:r>
              <a:rPr sz="1100" spc="3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l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-20" dirty="0">
                <a:latin typeface="Tahoma"/>
                <a:cs typeface="Tahoma"/>
              </a:rPr>
              <a:t>h</a:t>
            </a:r>
            <a:r>
              <a:rPr sz="1100" spc="-40" dirty="0">
                <a:latin typeface="Tahoma"/>
                <a:cs typeface="Tahoma"/>
              </a:rPr>
              <a:t>y</a:t>
            </a:r>
            <a:r>
              <a:rPr sz="1100" spc="-180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li</a:t>
            </a:r>
            <a:r>
              <a:rPr sz="1100" spc="15" dirty="0">
                <a:latin typeface="Tahoma"/>
                <a:cs typeface="Tahoma"/>
              </a:rPr>
              <a:t>fe</a:t>
            </a:r>
            <a:r>
              <a:rPr sz="1100" spc="30" dirty="0">
                <a:latin typeface="Tahoma"/>
                <a:cs typeface="Tahoma"/>
              </a:rPr>
              <a:t>s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-25" dirty="0">
                <a:latin typeface="Tahoma"/>
                <a:cs typeface="Tahoma"/>
              </a:rPr>
              <a:t>y</a:t>
            </a:r>
            <a:r>
              <a:rPr sz="1100" spc="45" dirty="0">
                <a:latin typeface="Tahoma"/>
                <a:cs typeface="Tahoma"/>
              </a:rPr>
              <a:t>l</a:t>
            </a:r>
            <a:r>
              <a:rPr sz="1100" spc="10" dirty="0"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  <a:p>
            <a:pPr marL="155575" indent="-142875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155575" algn="l"/>
              </a:tabLst>
            </a:pPr>
            <a:r>
              <a:rPr sz="1100" spc="6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ar</a:t>
            </a:r>
            <a:r>
              <a:rPr sz="1100" spc="1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5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&amp;</a:t>
            </a:r>
            <a:r>
              <a:rPr sz="11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50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-25" dirty="0">
                <a:solidFill>
                  <a:srgbClr val="1F1F1F"/>
                </a:solidFill>
                <a:latin typeface="Tahoma"/>
                <a:cs typeface="Tahoma"/>
              </a:rPr>
              <a:t>y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ee</a:t>
            </a:r>
            <a:r>
              <a:rPr sz="1100" spc="5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ee</a:t>
            </a:r>
            <a:r>
              <a:rPr sz="1100" spc="-30" dirty="0">
                <a:solidFill>
                  <a:srgbClr val="1F1F1F"/>
                </a:solidFill>
                <a:latin typeface="Tahoma"/>
                <a:cs typeface="Tahoma"/>
              </a:rPr>
              <a:t>k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-65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100" spc="-21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-25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,</a:t>
            </a:r>
            <a:endParaRPr sz="110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  <a:spcBef>
                <a:spcPts val="259"/>
              </a:spcBef>
            </a:pP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20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100" spc="-40" dirty="0">
                <a:solidFill>
                  <a:srgbClr val="1F1F1F"/>
                </a:solidFill>
                <a:latin typeface="Tahoma"/>
                <a:cs typeface="Tahoma"/>
              </a:rPr>
              <a:t>y</a:t>
            </a:r>
            <a:r>
              <a:rPr sz="11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b</a:t>
            </a:r>
            <a:r>
              <a:rPr sz="1100" spc="-1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k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1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1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5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endParaRPr sz="1100">
              <a:latin typeface="Tahoma"/>
              <a:cs typeface="Tahoma"/>
            </a:endParaRPr>
          </a:p>
          <a:p>
            <a:pPr marL="155575" marR="5080" indent="-142875">
              <a:lnSpc>
                <a:spcPct val="119500"/>
              </a:lnSpc>
              <a:spcBef>
                <a:spcPts val="70"/>
              </a:spcBef>
              <a:buFont typeface="Arial MT"/>
              <a:buChar char="•"/>
              <a:tabLst>
                <a:tab pos="155575" algn="l"/>
              </a:tabLst>
            </a:pPr>
            <a:r>
              <a:rPr sz="1100" spc="60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u</a:t>
            </a:r>
            <a:r>
              <a:rPr sz="1100" spc="2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1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1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b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h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5" dirty="0">
                <a:solidFill>
                  <a:srgbClr val="1F1F1F"/>
                </a:solidFill>
                <a:latin typeface="Tahoma"/>
                <a:cs typeface="Tahoma"/>
              </a:rPr>
              <a:t>v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-5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100" spc="-45" dirty="0">
                <a:solidFill>
                  <a:srgbClr val="1F1F1F"/>
                </a:solidFill>
                <a:latin typeface="Tahoma"/>
                <a:cs typeface="Tahoma"/>
              </a:rPr>
              <a:t>:</a:t>
            </a:r>
            <a:r>
              <a:rPr sz="11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14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f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u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85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20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100" spc="-229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b</a:t>
            </a:r>
            <a:r>
              <a:rPr sz="1100" spc="-40" dirty="0">
                <a:solidFill>
                  <a:srgbClr val="1F1F1F"/>
                </a:solidFill>
                <a:latin typeface="Tahoma"/>
                <a:cs typeface="Tahoma"/>
              </a:rPr>
              <a:t>y</a:t>
            </a:r>
            <a:r>
              <a:rPr sz="1100" spc="-10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e</a:t>
            </a:r>
            <a:r>
              <a:rPr sz="11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&amp;  d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-90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3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1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100" spc="20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-90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3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55575" marR="21590" indent="-142875">
              <a:lnSpc>
                <a:spcPts val="1650"/>
              </a:lnSpc>
              <a:spcBef>
                <a:spcPts val="35"/>
              </a:spcBef>
              <a:buFont typeface="Arial MT"/>
              <a:buChar char="•"/>
              <a:tabLst>
                <a:tab pos="155575" algn="l"/>
              </a:tabLst>
            </a:pPr>
            <a:r>
              <a:rPr sz="1100" spc="15" dirty="0">
                <a:solidFill>
                  <a:srgbClr val="1F1F1F"/>
                </a:solidFill>
                <a:latin typeface="Tahoma"/>
                <a:cs typeface="Tahoma"/>
              </a:rPr>
              <a:t>Multichannel</a:t>
            </a:r>
            <a:r>
              <a:rPr sz="11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1F1F1F"/>
                </a:solidFill>
                <a:latin typeface="Tahoma"/>
                <a:cs typeface="Tahoma"/>
              </a:rPr>
              <a:t>presence</a:t>
            </a:r>
            <a:r>
              <a:rPr sz="11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along</a:t>
            </a:r>
            <a:r>
              <a:rPr sz="1100" spc="-21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1F1F1F"/>
                </a:solidFill>
                <a:latin typeface="Tahoma"/>
                <a:cs typeface="Tahoma"/>
              </a:rPr>
              <a:t>with</a:t>
            </a:r>
            <a:r>
              <a:rPr sz="1100" spc="-21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organic </a:t>
            </a:r>
            <a:r>
              <a:rPr sz="1100" spc="-33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100" spc="-2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5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55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p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-2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100" spc="-1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100" spc="-10" dirty="0">
                <a:solidFill>
                  <a:srgbClr val="1F1F1F"/>
                </a:solidFill>
                <a:latin typeface="Tahoma"/>
                <a:cs typeface="Tahoma"/>
              </a:rPr>
              <a:t>n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20" dirty="0">
                <a:solidFill>
                  <a:srgbClr val="1F1F1F"/>
                </a:solidFill>
                <a:latin typeface="Tahoma"/>
                <a:cs typeface="Tahoma"/>
              </a:rPr>
              <a:t>o</a:t>
            </a:r>
            <a:r>
              <a:rPr sz="11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F1F1F"/>
                </a:solidFill>
                <a:latin typeface="Tahoma"/>
                <a:cs typeface="Tahoma"/>
              </a:rPr>
              <a:t>bu</a:t>
            </a:r>
            <a:r>
              <a:rPr sz="1100" spc="40" dirty="0">
                <a:solidFill>
                  <a:srgbClr val="1F1F1F"/>
                </a:solidFill>
                <a:latin typeface="Tahoma"/>
                <a:cs typeface="Tahoma"/>
              </a:rPr>
              <a:t>i</a:t>
            </a:r>
            <a:r>
              <a:rPr sz="1100" spc="45" dirty="0">
                <a:solidFill>
                  <a:srgbClr val="1F1F1F"/>
                </a:solidFill>
                <a:latin typeface="Tahoma"/>
                <a:cs typeface="Tahoma"/>
              </a:rPr>
              <a:t>l</a:t>
            </a:r>
            <a:r>
              <a:rPr sz="1100" spc="20" dirty="0">
                <a:solidFill>
                  <a:srgbClr val="1F1F1F"/>
                </a:solidFill>
                <a:latin typeface="Tahoma"/>
                <a:cs typeface="Tahoma"/>
              </a:rPr>
              <a:t>d</a:t>
            </a:r>
            <a:r>
              <a:rPr sz="11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1100" spc="-10" dirty="0">
                <a:solidFill>
                  <a:srgbClr val="1F1F1F"/>
                </a:solidFill>
                <a:latin typeface="Tahoma"/>
                <a:cs typeface="Tahoma"/>
              </a:rPr>
              <a:t>r</a:t>
            </a:r>
            <a:r>
              <a:rPr sz="1100" spc="-40" dirty="0">
                <a:solidFill>
                  <a:srgbClr val="1F1F1F"/>
                </a:solidFill>
                <a:latin typeface="Tahoma"/>
                <a:cs typeface="Tahoma"/>
              </a:rPr>
              <a:t>u</a:t>
            </a:r>
            <a:r>
              <a:rPr sz="1100" spc="30" dirty="0">
                <a:solidFill>
                  <a:srgbClr val="1F1F1F"/>
                </a:solidFill>
                <a:latin typeface="Tahoma"/>
                <a:cs typeface="Tahoma"/>
              </a:rPr>
              <a:t>s</a:t>
            </a:r>
            <a:r>
              <a:rPr sz="1100" spc="-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020175" y="1695386"/>
            <a:ext cx="1624330" cy="452755"/>
            <a:chOff x="9020175" y="1695386"/>
            <a:chExt cx="1624330" cy="45275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0175" y="1695386"/>
              <a:ext cx="1623949" cy="4143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0175" y="1723961"/>
              <a:ext cx="985837" cy="42386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086850" y="1743075"/>
            <a:ext cx="1495425" cy="285750"/>
          </a:xfrm>
          <a:prstGeom prst="rect">
            <a:avLst/>
          </a:prstGeom>
          <a:solidFill>
            <a:srgbClr val="6A3680"/>
          </a:solidFill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25"/>
              </a:spcBef>
            </a:pPr>
            <a:r>
              <a:rPr sz="1100" b="1" spc="-5" dirty="0">
                <a:solidFill>
                  <a:srgbClr val="FFFFFF"/>
                </a:solidFill>
                <a:latin typeface="Trebuchet MS"/>
                <a:cs typeface="Trebuchet MS"/>
              </a:rPr>
              <a:t>Behavioral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858375" y="857250"/>
            <a:ext cx="704850" cy="809625"/>
            <a:chOff x="9858375" y="857250"/>
            <a:chExt cx="704850" cy="809625"/>
          </a:xfrm>
        </p:grpSpPr>
        <p:sp>
          <p:nvSpPr>
            <p:cNvPr id="27" name="object 27"/>
            <p:cNvSpPr/>
            <p:nvPr/>
          </p:nvSpPr>
          <p:spPr>
            <a:xfrm>
              <a:off x="9867900" y="866775"/>
              <a:ext cx="685800" cy="790575"/>
            </a:xfrm>
            <a:custGeom>
              <a:avLst/>
              <a:gdLst/>
              <a:ahLst/>
              <a:cxnLst/>
              <a:rect l="l" t="t" r="r" b="b"/>
              <a:pathLst>
                <a:path w="685800" h="790575">
                  <a:moveTo>
                    <a:pt x="342900" y="0"/>
                  </a:moveTo>
                  <a:lnTo>
                    <a:pt x="299891" y="3080"/>
                  </a:lnTo>
                  <a:lnTo>
                    <a:pt x="258476" y="12075"/>
                  </a:lnTo>
                  <a:lnTo>
                    <a:pt x="218975" y="26614"/>
                  </a:lnTo>
                  <a:lnTo>
                    <a:pt x="181710" y="46324"/>
                  </a:lnTo>
                  <a:lnTo>
                    <a:pt x="147003" y="70835"/>
                  </a:lnTo>
                  <a:lnTo>
                    <a:pt x="115175" y="99776"/>
                  </a:lnTo>
                  <a:lnTo>
                    <a:pt x="86547" y="132776"/>
                  </a:lnTo>
                  <a:lnTo>
                    <a:pt x="61442" y="169463"/>
                  </a:lnTo>
                  <a:lnTo>
                    <a:pt x="40180" y="209467"/>
                  </a:lnTo>
                  <a:lnTo>
                    <a:pt x="23083" y="252416"/>
                  </a:lnTo>
                  <a:lnTo>
                    <a:pt x="10473" y="297939"/>
                  </a:lnTo>
                  <a:lnTo>
                    <a:pt x="2672" y="345665"/>
                  </a:lnTo>
                  <a:lnTo>
                    <a:pt x="0" y="395224"/>
                  </a:lnTo>
                  <a:lnTo>
                    <a:pt x="2672" y="444809"/>
                  </a:lnTo>
                  <a:lnTo>
                    <a:pt x="10473" y="492558"/>
                  </a:lnTo>
                  <a:lnTo>
                    <a:pt x="23083" y="538101"/>
                  </a:lnTo>
                  <a:lnTo>
                    <a:pt x="40180" y="581065"/>
                  </a:lnTo>
                  <a:lnTo>
                    <a:pt x="61442" y="621081"/>
                  </a:lnTo>
                  <a:lnTo>
                    <a:pt x="86547" y="657778"/>
                  </a:lnTo>
                  <a:lnTo>
                    <a:pt x="115175" y="690785"/>
                  </a:lnTo>
                  <a:lnTo>
                    <a:pt x="147003" y="719732"/>
                  </a:lnTo>
                  <a:lnTo>
                    <a:pt x="181710" y="744246"/>
                  </a:lnTo>
                  <a:lnTo>
                    <a:pt x="218975" y="763959"/>
                  </a:lnTo>
                  <a:lnTo>
                    <a:pt x="258476" y="778498"/>
                  </a:lnTo>
                  <a:lnTo>
                    <a:pt x="299891" y="787494"/>
                  </a:lnTo>
                  <a:lnTo>
                    <a:pt x="342900" y="790575"/>
                  </a:lnTo>
                  <a:lnTo>
                    <a:pt x="385908" y="787494"/>
                  </a:lnTo>
                  <a:lnTo>
                    <a:pt x="427323" y="778498"/>
                  </a:lnTo>
                  <a:lnTo>
                    <a:pt x="466824" y="763959"/>
                  </a:lnTo>
                  <a:lnTo>
                    <a:pt x="504089" y="744246"/>
                  </a:lnTo>
                  <a:lnTo>
                    <a:pt x="538796" y="719732"/>
                  </a:lnTo>
                  <a:lnTo>
                    <a:pt x="570624" y="690785"/>
                  </a:lnTo>
                  <a:lnTo>
                    <a:pt x="599252" y="657778"/>
                  </a:lnTo>
                  <a:lnTo>
                    <a:pt x="624357" y="621081"/>
                  </a:lnTo>
                  <a:lnTo>
                    <a:pt x="645619" y="581065"/>
                  </a:lnTo>
                  <a:lnTo>
                    <a:pt x="662716" y="538101"/>
                  </a:lnTo>
                  <a:lnTo>
                    <a:pt x="675326" y="492558"/>
                  </a:lnTo>
                  <a:lnTo>
                    <a:pt x="683127" y="444809"/>
                  </a:lnTo>
                  <a:lnTo>
                    <a:pt x="685800" y="395224"/>
                  </a:lnTo>
                  <a:lnTo>
                    <a:pt x="683127" y="345665"/>
                  </a:lnTo>
                  <a:lnTo>
                    <a:pt x="675326" y="297939"/>
                  </a:lnTo>
                  <a:lnTo>
                    <a:pt x="662716" y="252416"/>
                  </a:lnTo>
                  <a:lnTo>
                    <a:pt x="645619" y="209467"/>
                  </a:lnTo>
                  <a:lnTo>
                    <a:pt x="624357" y="169463"/>
                  </a:lnTo>
                  <a:lnTo>
                    <a:pt x="599252" y="132776"/>
                  </a:lnTo>
                  <a:lnTo>
                    <a:pt x="570624" y="99776"/>
                  </a:lnTo>
                  <a:lnTo>
                    <a:pt x="538796" y="70835"/>
                  </a:lnTo>
                  <a:lnTo>
                    <a:pt x="504089" y="46324"/>
                  </a:lnTo>
                  <a:lnTo>
                    <a:pt x="466824" y="26614"/>
                  </a:lnTo>
                  <a:lnTo>
                    <a:pt x="427323" y="12075"/>
                  </a:lnTo>
                  <a:lnTo>
                    <a:pt x="385908" y="308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867900" y="866775"/>
              <a:ext cx="685800" cy="790575"/>
            </a:xfrm>
            <a:custGeom>
              <a:avLst/>
              <a:gdLst/>
              <a:ahLst/>
              <a:cxnLst/>
              <a:rect l="l" t="t" r="r" b="b"/>
              <a:pathLst>
                <a:path w="685800" h="790575">
                  <a:moveTo>
                    <a:pt x="0" y="395224"/>
                  </a:moveTo>
                  <a:lnTo>
                    <a:pt x="2672" y="345665"/>
                  </a:lnTo>
                  <a:lnTo>
                    <a:pt x="10473" y="297939"/>
                  </a:lnTo>
                  <a:lnTo>
                    <a:pt x="23083" y="252416"/>
                  </a:lnTo>
                  <a:lnTo>
                    <a:pt x="40180" y="209467"/>
                  </a:lnTo>
                  <a:lnTo>
                    <a:pt x="61442" y="169463"/>
                  </a:lnTo>
                  <a:lnTo>
                    <a:pt x="86547" y="132776"/>
                  </a:lnTo>
                  <a:lnTo>
                    <a:pt x="115175" y="99776"/>
                  </a:lnTo>
                  <a:lnTo>
                    <a:pt x="147003" y="70835"/>
                  </a:lnTo>
                  <a:lnTo>
                    <a:pt x="181710" y="46324"/>
                  </a:lnTo>
                  <a:lnTo>
                    <a:pt x="218975" y="26614"/>
                  </a:lnTo>
                  <a:lnTo>
                    <a:pt x="258476" y="12075"/>
                  </a:lnTo>
                  <a:lnTo>
                    <a:pt x="299891" y="3080"/>
                  </a:lnTo>
                  <a:lnTo>
                    <a:pt x="342900" y="0"/>
                  </a:lnTo>
                  <a:lnTo>
                    <a:pt x="385908" y="3080"/>
                  </a:lnTo>
                  <a:lnTo>
                    <a:pt x="427323" y="12075"/>
                  </a:lnTo>
                  <a:lnTo>
                    <a:pt x="466824" y="26614"/>
                  </a:lnTo>
                  <a:lnTo>
                    <a:pt x="504089" y="46324"/>
                  </a:lnTo>
                  <a:lnTo>
                    <a:pt x="538796" y="70835"/>
                  </a:lnTo>
                  <a:lnTo>
                    <a:pt x="570624" y="99776"/>
                  </a:lnTo>
                  <a:lnTo>
                    <a:pt x="599252" y="132776"/>
                  </a:lnTo>
                  <a:lnTo>
                    <a:pt x="624357" y="169463"/>
                  </a:lnTo>
                  <a:lnTo>
                    <a:pt x="645619" y="209467"/>
                  </a:lnTo>
                  <a:lnTo>
                    <a:pt x="662716" y="252416"/>
                  </a:lnTo>
                  <a:lnTo>
                    <a:pt x="675326" y="297939"/>
                  </a:lnTo>
                  <a:lnTo>
                    <a:pt x="683127" y="345665"/>
                  </a:lnTo>
                  <a:lnTo>
                    <a:pt x="685800" y="395224"/>
                  </a:lnTo>
                  <a:lnTo>
                    <a:pt x="683127" y="444809"/>
                  </a:lnTo>
                  <a:lnTo>
                    <a:pt x="675326" y="492558"/>
                  </a:lnTo>
                  <a:lnTo>
                    <a:pt x="662716" y="538101"/>
                  </a:lnTo>
                  <a:lnTo>
                    <a:pt x="645619" y="581065"/>
                  </a:lnTo>
                  <a:lnTo>
                    <a:pt x="624357" y="621081"/>
                  </a:lnTo>
                  <a:lnTo>
                    <a:pt x="599252" y="657778"/>
                  </a:lnTo>
                  <a:lnTo>
                    <a:pt x="570624" y="690785"/>
                  </a:lnTo>
                  <a:lnTo>
                    <a:pt x="538796" y="719732"/>
                  </a:lnTo>
                  <a:lnTo>
                    <a:pt x="504089" y="744246"/>
                  </a:lnTo>
                  <a:lnTo>
                    <a:pt x="466824" y="763959"/>
                  </a:lnTo>
                  <a:lnTo>
                    <a:pt x="427323" y="778498"/>
                  </a:lnTo>
                  <a:lnTo>
                    <a:pt x="385908" y="787494"/>
                  </a:lnTo>
                  <a:lnTo>
                    <a:pt x="342900" y="790575"/>
                  </a:lnTo>
                  <a:lnTo>
                    <a:pt x="299891" y="787494"/>
                  </a:lnTo>
                  <a:lnTo>
                    <a:pt x="258476" y="778498"/>
                  </a:lnTo>
                  <a:lnTo>
                    <a:pt x="218975" y="763959"/>
                  </a:lnTo>
                  <a:lnTo>
                    <a:pt x="181710" y="744246"/>
                  </a:lnTo>
                  <a:lnTo>
                    <a:pt x="147003" y="719732"/>
                  </a:lnTo>
                  <a:lnTo>
                    <a:pt x="115175" y="690785"/>
                  </a:lnTo>
                  <a:lnTo>
                    <a:pt x="86547" y="657778"/>
                  </a:lnTo>
                  <a:lnTo>
                    <a:pt x="61442" y="621081"/>
                  </a:lnTo>
                  <a:lnTo>
                    <a:pt x="40180" y="581065"/>
                  </a:lnTo>
                  <a:lnTo>
                    <a:pt x="23083" y="538101"/>
                  </a:lnTo>
                  <a:lnTo>
                    <a:pt x="10473" y="492558"/>
                  </a:lnTo>
                  <a:lnTo>
                    <a:pt x="2672" y="444809"/>
                  </a:lnTo>
                  <a:lnTo>
                    <a:pt x="0" y="395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82200" y="1000125"/>
              <a:ext cx="485775" cy="5334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742676" y="1448434"/>
            <a:ext cx="668655" cy="32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95"/>
              </a:lnSpc>
              <a:spcBef>
                <a:spcPts val="100"/>
              </a:spcBef>
            </a:pPr>
            <a:r>
              <a:rPr sz="1050" spc="15" dirty="0">
                <a:latin typeface="Tahoma"/>
                <a:cs typeface="Tahoma"/>
              </a:rPr>
              <a:t>d</a:t>
            </a:r>
            <a:r>
              <a:rPr sz="1050" spc="-20" dirty="0">
                <a:latin typeface="Tahoma"/>
                <a:cs typeface="Tahoma"/>
              </a:rPr>
              <a:t>i</a:t>
            </a:r>
            <a:r>
              <a:rPr sz="1050" spc="55" dirty="0">
                <a:latin typeface="Tahoma"/>
                <a:cs typeface="Tahoma"/>
              </a:rPr>
              <a:t>s</a:t>
            </a:r>
            <a:r>
              <a:rPr sz="1050" spc="15" dirty="0">
                <a:latin typeface="Tahoma"/>
                <a:cs typeface="Tahoma"/>
              </a:rPr>
              <a:t>p</a:t>
            </a:r>
            <a:r>
              <a:rPr sz="1050" spc="25" dirty="0">
                <a:latin typeface="Tahoma"/>
                <a:cs typeface="Tahoma"/>
              </a:rPr>
              <a:t>o</a:t>
            </a:r>
            <a:r>
              <a:rPr sz="1050" spc="55" dirty="0">
                <a:latin typeface="Tahoma"/>
                <a:cs typeface="Tahoma"/>
              </a:rPr>
              <a:t>s</a:t>
            </a:r>
            <a:r>
              <a:rPr sz="1050" spc="-30" dirty="0">
                <a:latin typeface="Tahoma"/>
                <a:cs typeface="Tahoma"/>
              </a:rPr>
              <a:t>a</a:t>
            </a:r>
            <a:r>
              <a:rPr sz="1050" spc="15" dirty="0">
                <a:latin typeface="Tahoma"/>
                <a:cs typeface="Tahoma"/>
              </a:rPr>
              <a:t>b</a:t>
            </a:r>
            <a:r>
              <a:rPr sz="1050" spc="55" dirty="0">
                <a:latin typeface="Tahoma"/>
                <a:cs typeface="Tahoma"/>
              </a:rPr>
              <a:t>l</a:t>
            </a:r>
            <a:r>
              <a:rPr sz="1050" dirty="0">
                <a:latin typeface="Tahoma"/>
                <a:cs typeface="Tahoma"/>
              </a:rPr>
              <a:t>e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ts val="1195"/>
              </a:lnSpc>
            </a:pPr>
            <a:r>
              <a:rPr sz="1050" spc="10" dirty="0">
                <a:latin typeface="Tahoma"/>
                <a:cs typeface="Tahoma"/>
              </a:rPr>
              <a:t>income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15144" y="542861"/>
            <a:ext cx="2201545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75" dirty="0">
                <a:solidFill>
                  <a:srgbClr val="4D429A"/>
                </a:solidFill>
                <a:latin typeface="Trebuchet MS"/>
                <a:cs typeface="Trebuchet MS"/>
              </a:rPr>
              <a:t>M</a:t>
            </a:r>
            <a:r>
              <a:rPr sz="1200" b="1" spc="-5" dirty="0">
                <a:solidFill>
                  <a:srgbClr val="4D429A"/>
                </a:solidFill>
                <a:latin typeface="Trebuchet MS"/>
                <a:cs typeface="Trebuchet MS"/>
              </a:rPr>
              <a:t>o</a:t>
            </a:r>
            <a:r>
              <a:rPr sz="1200" b="1" spc="80" dirty="0">
                <a:solidFill>
                  <a:srgbClr val="4D429A"/>
                </a:solidFill>
                <a:latin typeface="Trebuchet MS"/>
                <a:cs typeface="Trebuchet MS"/>
              </a:rPr>
              <a:t>s</a:t>
            </a:r>
            <a:r>
              <a:rPr sz="1200" b="1" spc="-50" dirty="0">
                <a:solidFill>
                  <a:srgbClr val="4D429A"/>
                </a:solidFill>
                <a:latin typeface="Trebuchet MS"/>
                <a:cs typeface="Trebuchet MS"/>
              </a:rPr>
              <a:t>t</a:t>
            </a:r>
            <a:r>
              <a:rPr sz="1200" b="1" spc="-45" dirty="0">
                <a:solidFill>
                  <a:srgbClr val="4D429A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4D429A"/>
                </a:solidFill>
                <a:latin typeface="Trebuchet MS"/>
                <a:cs typeface="Trebuchet MS"/>
              </a:rPr>
              <a:t>V</a:t>
            </a:r>
            <a:r>
              <a:rPr sz="1200" b="1" spc="-65" dirty="0">
                <a:solidFill>
                  <a:srgbClr val="4D429A"/>
                </a:solidFill>
                <a:latin typeface="Trebuchet MS"/>
                <a:cs typeface="Trebuchet MS"/>
              </a:rPr>
              <a:t>i</a:t>
            </a:r>
            <a:r>
              <a:rPr sz="1200" b="1" spc="25" dirty="0">
                <a:solidFill>
                  <a:srgbClr val="4D429A"/>
                </a:solidFill>
                <a:latin typeface="Trebuchet MS"/>
                <a:cs typeface="Trebuchet MS"/>
              </a:rPr>
              <a:t>a</a:t>
            </a:r>
            <a:r>
              <a:rPr sz="1200" b="1" spc="-30" dirty="0">
                <a:solidFill>
                  <a:srgbClr val="4D429A"/>
                </a:solidFill>
                <a:latin typeface="Trebuchet MS"/>
                <a:cs typeface="Trebuchet MS"/>
              </a:rPr>
              <a:t>b</a:t>
            </a:r>
            <a:r>
              <a:rPr sz="1200" b="1" spc="15" dirty="0">
                <a:solidFill>
                  <a:srgbClr val="4D429A"/>
                </a:solidFill>
                <a:latin typeface="Trebuchet MS"/>
                <a:cs typeface="Trebuchet MS"/>
              </a:rPr>
              <a:t>l</a:t>
            </a:r>
            <a:r>
              <a:rPr sz="1200" b="1" spc="-25" dirty="0">
                <a:solidFill>
                  <a:srgbClr val="4D429A"/>
                </a:solidFill>
                <a:latin typeface="Trebuchet MS"/>
                <a:cs typeface="Trebuchet MS"/>
              </a:rPr>
              <a:t>e</a:t>
            </a:r>
            <a:r>
              <a:rPr sz="1200" b="1" spc="-135" dirty="0">
                <a:solidFill>
                  <a:srgbClr val="4D429A"/>
                </a:solidFill>
                <a:latin typeface="Trebuchet MS"/>
                <a:cs typeface="Trebuchet MS"/>
              </a:rPr>
              <a:t> </a:t>
            </a:r>
            <a:r>
              <a:rPr sz="1200" b="1" spc="90" dirty="0">
                <a:solidFill>
                  <a:srgbClr val="4D429A"/>
                </a:solidFill>
                <a:latin typeface="Trebuchet MS"/>
                <a:cs typeface="Trebuchet MS"/>
              </a:rPr>
              <a:t>C</a:t>
            </a:r>
            <a:r>
              <a:rPr sz="1200" b="1" spc="-35" dirty="0">
                <a:solidFill>
                  <a:srgbClr val="4D429A"/>
                </a:solidFill>
                <a:latin typeface="Trebuchet MS"/>
                <a:cs typeface="Trebuchet MS"/>
              </a:rPr>
              <a:t>u</a:t>
            </a:r>
            <a:r>
              <a:rPr sz="1200" b="1" spc="80" dirty="0">
                <a:solidFill>
                  <a:srgbClr val="4D429A"/>
                </a:solidFill>
                <a:latin typeface="Trebuchet MS"/>
                <a:cs typeface="Trebuchet MS"/>
              </a:rPr>
              <a:t>s</a:t>
            </a:r>
            <a:r>
              <a:rPr sz="1200" b="1" spc="-30" dirty="0">
                <a:solidFill>
                  <a:srgbClr val="4D429A"/>
                </a:solidFill>
                <a:latin typeface="Trebuchet MS"/>
                <a:cs typeface="Trebuchet MS"/>
              </a:rPr>
              <a:t>t</a:t>
            </a:r>
            <a:r>
              <a:rPr sz="1200" b="1" spc="-5" dirty="0">
                <a:solidFill>
                  <a:srgbClr val="4D429A"/>
                </a:solidFill>
                <a:latin typeface="Trebuchet MS"/>
                <a:cs typeface="Trebuchet MS"/>
              </a:rPr>
              <a:t>o</a:t>
            </a:r>
            <a:r>
              <a:rPr sz="1200" b="1" spc="15" dirty="0">
                <a:solidFill>
                  <a:srgbClr val="4D429A"/>
                </a:solidFill>
                <a:latin typeface="Trebuchet MS"/>
                <a:cs typeface="Trebuchet MS"/>
              </a:rPr>
              <a:t>m</a:t>
            </a:r>
            <a:r>
              <a:rPr sz="1200" b="1" spc="-25" dirty="0">
                <a:solidFill>
                  <a:srgbClr val="4D429A"/>
                </a:solidFill>
                <a:latin typeface="Trebuchet MS"/>
                <a:cs typeface="Trebuchet MS"/>
              </a:rPr>
              <a:t>e</a:t>
            </a:r>
            <a:r>
              <a:rPr sz="1200" b="1" spc="-70" dirty="0">
                <a:solidFill>
                  <a:srgbClr val="4D429A"/>
                </a:solidFill>
                <a:latin typeface="Trebuchet MS"/>
                <a:cs typeface="Trebuchet MS"/>
              </a:rPr>
              <a:t>r</a:t>
            </a:r>
            <a:r>
              <a:rPr sz="1200" b="1" spc="-135" dirty="0">
                <a:solidFill>
                  <a:srgbClr val="4D429A"/>
                </a:solidFill>
                <a:latin typeface="Trebuchet MS"/>
                <a:cs typeface="Trebuchet MS"/>
              </a:rPr>
              <a:t> </a:t>
            </a:r>
            <a:r>
              <a:rPr sz="1200" b="1" spc="130" dirty="0">
                <a:solidFill>
                  <a:srgbClr val="4D429A"/>
                </a:solidFill>
                <a:latin typeface="Trebuchet MS"/>
                <a:cs typeface="Trebuchet MS"/>
              </a:rPr>
              <a:t>S</a:t>
            </a:r>
            <a:r>
              <a:rPr sz="1200" b="1" spc="-25" dirty="0">
                <a:solidFill>
                  <a:srgbClr val="4D429A"/>
                </a:solidFill>
                <a:latin typeface="Trebuchet MS"/>
                <a:cs typeface="Trebuchet MS"/>
              </a:rPr>
              <a:t>e</a:t>
            </a:r>
            <a:r>
              <a:rPr sz="1200" b="1" spc="-5" dirty="0">
                <a:solidFill>
                  <a:srgbClr val="4D429A"/>
                </a:solidFill>
                <a:latin typeface="Trebuchet MS"/>
                <a:cs typeface="Trebuchet MS"/>
              </a:rPr>
              <a:t>g</a:t>
            </a:r>
            <a:r>
              <a:rPr sz="1200" b="1" spc="15" dirty="0">
                <a:solidFill>
                  <a:srgbClr val="4D429A"/>
                </a:solidFill>
                <a:latin typeface="Trebuchet MS"/>
                <a:cs typeface="Trebuchet MS"/>
              </a:rPr>
              <a:t>m</a:t>
            </a:r>
            <a:r>
              <a:rPr sz="1200" b="1" spc="-25" dirty="0">
                <a:solidFill>
                  <a:srgbClr val="4D429A"/>
                </a:solidFill>
                <a:latin typeface="Trebuchet MS"/>
                <a:cs typeface="Trebuchet MS"/>
              </a:rPr>
              <a:t>e</a:t>
            </a:r>
            <a:r>
              <a:rPr sz="1200" b="1" spc="-40" dirty="0">
                <a:solidFill>
                  <a:srgbClr val="4D429A"/>
                </a:solidFill>
                <a:latin typeface="Trebuchet MS"/>
                <a:cs typeface="Trebuchet MS"/>
              </a:rPr>
              <a:t>n</a:t>
            </a:r>
            <a:r>
              <a:rPr sz="1200" b="1" spc="-50" dirty="0">
                <a:solidFill>
                  <a:srgbClr val="4D429A"/>
                </a:solidFill>
                <a:latin typeface="Trebuchet MS"/>
                <a:cs typeface="Trebuchet MS"/>
              </a:rPr>
              <a:t>t</a:t>
            </a:r>
            <a:endParaRPr sz="1200">
              <a:latin typeface="Trebuchet MS"/>
              <a:cs typeface="Trebuchet MS"/>
            </a:endParaRPr>
          </a:p>
          <a:p>
            <a:pPr marL="1339850" indent="-105410">
              <a:lnSpc>
                <a:spcPts val="1195"/>
              </a:lnSpc>
              <a:spcBef>
                <a:spcPts val="1105"/>
              </a:spcBef>
              <a:buFont typeface="Arial MT"/>
              <a:buChar char="•"/>
              <a:tabLst>
                <a:tab pos="1340485" algn="l"/>
              </a:tabLst>
            </a:pPr>
            <a:r>
              <a:rPr sz="1050" spc="-30" dirty="0">
                <a:latin typeface="Tahoma"/>
                <a:cs typeface="Tahoma"/>
              </a:rPr>
              <a:t>A</a:t>
            </a:r>
            <a:r>
              <a:rPr sz="1050" spc="-60" dirty="0">
                <a:latin typeface="Tahoma"/>
                <a:cs typeface="Tahoma"/>
              </a:rPr>
              <a:t>g</a:t>
            </a:r>
            <a:r>
              <a:rPr sz="1050" dirty="0">
                <a:latin typeface="Tahoma"/>
                <a:cs typeface="Tahoma"/>
              </a:rPr>
              <a:t>e</a:t>
            </a:r>
            <a:r>
              <a:rPr sz="1050" spc="-135" dirty="0">
                <a:latin typeface="Tahoma"/>
                <a:cs typeface="Tahoma"/>
              </a:rPr>
              <a:t> </a:t>
            </a:r>
            <a:r>
              <a:rPr sz="1050" spc="-50" dirty="0">
                <a:latin typeface="Tahoma"/>
                <a:cs typeface="Tahoma"/>
              </a:rPr>
              <a:t>1</a:t>
            </a:r>
            <a:r>
              <a:rPr sz="1050" spc="-60" dirty="0">
                <a:latin typeface="Tahoma"/>
                <a:cs typeface="Tahoma"/>
              </a:rPr>
              <a:t>8</a:t>
            </a:r>
            <a:r>
              <a:rPr sz="1050" spc="-10" dirty="0">
                <a:latin typeface="Tahoma"/>
                <a:cs typeface="Tahoma"/>
              </a:rPr>
              <a:t>-</a:t>
            </a:r>
            <a:r>
              <a:rPr sz="1050" spc="-50" dirty="0">
                <a:latin typeface="Tahoma"/>
                <a:cs typeface="Tahoma"/>
              </a:rPr>
              <a:t>45</a:t>
            </a:r>
            <a:endParaRPr sz="1050">
              <a:latin typeface="Tahoma"/>
              <a:cs typeface="Tahoma"/>
            </a:endParaRPr>
          </a:p>
          <a:p>
            <a:pPr marL="1339850" indent="-105410">
              <a:lnSpc>
                <a:spcPts val="1165"/>
              </a:lnSpc>
              <a:buFont typeface="Arial MT"/>
              <a:buChar char="•"/>
              <a:tabLst>
                <a:tab pos="1340485" algn="l"/>
              </a:tabLst>
            </a:pPr>
            <a:r>
              <a:rPr sz="1050" spc="-95" dirty="0">
                <a:latin typeface="Tahoma"/>
                <a:cs typeface="Tahoma"/>
              </a:rPr>
              <a:t>I</a:t>
            </a:r>
            <a:r>
              <a:rPr sz="1050" spc="10" dirty="0">
                <a:latin typeface="Tahoma"/>
                <a:cs typeface="Tahoma"/>
              </a:rPr>
              <a:t>n</a:t>
            </a:r>
            <a:r>
              <a:rPr sz="1050" spc="15" dirty="0">
                <a:latin typeface="Tahoma"/>
                <a:cs typeface="Tahoma"/>
              </a:rPr>
              <a:t>d</a:t>
            </a:r>
            <a:r>
              <a:rPr sz="1050" spc="-20" dirty="0">
                <a:latin typeface="Tahoma"/>
                <a:cs typeface="Tahoma"/>
              </a:rPr>
              <a:t>i</a:t>
            </a:r>
            <a:r>
              <a:rPr sz="1050" spc="-30" dirty="0">
                <a:latin typeface="Tahoma"/>
                <a:cs typeface="Tahoma"/>
              </a:rPr>
              <a:t>a</a:t>
            </a:r>
            <a:r>
              <a:rPr sz="1050" spc="-10" dirty="0">
                <a:latin typeface="Tahoma"/>
                <a:cs typeface="Tahoma"/>
              </a:rPr>
              <a:t>n</a:t>
            </a:r>
            <a:r>
              <a:rPr sz="1050" spc="-160" dirty="0">
                <a:latin typeface="Tahoma"/>
                <a:cs typeface="Tahoma"/>
              </a:rPr>
              <a:t> </a:t>
            </a:r>
            <a:r>
              <a:rPr sz="1050" spc="10" dirty="0">
                <a:latin typeface="Tahoma"/>
                <a:cs typeface="Tahoma"/>
              </a:rPr>
              <a:t>M</a:t>
            </a:r>
            <a:r>
              <a:rPr sz="1050" spc="-25" dirty="0">
                <a:latin typeface="Tahoma"/>
                <a:cs typeface="Tahoma"/>
              </a:rPr>
              <a:t>e</a:t>
            </a:r>
            <a:r>
              <a:rPr sz="1050" spc="15" dirty="0">
                <a:latin typeface="Tahoma"/>
                <a:cs typeface="Tahoma"/>
              </a:rPr>
              <a:t>t</a:t>
            </a:r>
            <a:r>
              <a:rPr sz="1050" spc="-10" dirty="0">
                <a:latin typeface="Tahoma"/>
                <a:cs typeface="Tahoma"/>
              </a:rPr>
              <a:t>r</a:t>
            </a:r>
            <a:r>
              <a:rPr sz="1050" spc="25" dirty="0">
                <a:latin typeface="Tahoma"/>
                <a:cs typeface="Tahoma"/>
              </a:rPr>
              <a:t>o</a:t>
            </a:r>
            <a:r>
              <a:rPr sz="1050" spc="55" dirty="0">
                <a:latin typeface="Tahoma"/>
                <a:cs typeface="Tahoma"/>
              </a:rPr>
              <a:t>s</a:t>
            </a:r>
            <a:r>
              <a:rPr sz="1050" spc="-20" dirty="0">
                <a:latin typeface="Tahoma"/>
                <a:cs typeface="Tahoma"/>
              </a:rPr>
              <a:t>,</a:t>
            </a:r>
            <a:endParaRPr sz="1050">
              <a:latin typeface="Tahoma"/>
              <a:cs typeface="Tahoma"/>
            </a:endParaRPr>
          </a:p>
          <a:p>
            <a:pPr marL="1339850">
              <a:lnSpc>
                <a:spcPts val="1165"/>
              </a:lnSpc>
            </a:pPr>
            <a:r>
              <a:rPr sz="1050" spc="-90" dirty="0">
                <a:latin typeface="Tahoma"/>
                <a:cs typeface="Tahoma"/>
              </a:rPr>
              <a:t>T</a:t>
            </a:r>
            <a:r>
              <a:rPr sz="1050" spc="-20" dirty="0">
                <a:latin typeface="Tahoma"/>
                <a:cs typeface="Tahoma"/>
              </a:rPr>
              <a:t>i</a:t>
            </a:r>
            <a:r>
              <a:rPr sz="1050" spc="-30" dirty="0">
                <a:latin typeface="Tahoma"/>
                <a:cs typeface="Tahoma"/>
              </a:rPr>
              <a:t>er</a:t>
            </a:r>
            <a:r>
              <a:rPr sz="1050" spc="-85" dirty="0">
                <a:latin typeface="Tahoma"/>
                <a:cs typeface="Tahoma"/>
              </a:rPr>
              <a:t> </a:t>
            </a:r>
            <a:r>
              <a:rPr sz="1050" spc="-95" dirty="0">
                <a:latin typeface="Tahoma"/>
                <a:cs typeface="Tahoma"/>
              </a:rPr>
              <a:t>I</a:t>
            </a:r>
            <a:r>
              <a:rPr sz="1050" spc="-20" dirty="0">
                <a:latin typeface="Tahoma"/>
                <a:cs typeface="Tahoma"/>
              </a:rPr>
              <a:t>,</a:t>
            </a:r>
            <a:r>
              <a:rPr sz="1050" spc="-180" dirty="0">
                <a:latin typeface="Tahoma"/>
                <a:cs typeface="Tahoma"/>
              </a:rPr>
              <a:t> </a:t>
            </a:r>
            <a:r>
              <a:rPr sz="1050" spc="-95" dirty="0">
                <a:latin typeface="Tahoma"/>
                <a:cs typeface="Tahoma"/>
              </a:rPr>
              <a:t>II</a:t>
            </a:r>
            <a:r>
              <a:rPr sz="1050" spc="-240" dirty="0">
                <a:latin typeface="Tahoma"/>
                <a:cs typeface="Tahoma"/>
              </a:rPr>
              <a:t>+</a:t>
            </a:r>
            <a:r>
              <a:rPr sz="1050" spc="-204" dirty="0">
                <a:latin typeface="Tahoma"/>
                <a:cs typeface="Tahoma"/>
              </a:rPr>
              <a:t>+</a:t>
            </a:r>
            <a:endParaRPr sz="1050">
              <a:latin typeface="Tahoma"/>
              <a:cs typeface="Tahoma"/>
            </a:endParaRPr>
          </a:p>
          <a:p>
            <a:pPr marL="1339850" indent="-105410">
              <a:lnSpc>
                <a:spcPts val="1195"/>
              </a:lnSpc>
              <a:buFont typeface="Arial MT"/>
              <a:buChar char="•"/>
              <a:tabLst>
                <a:tab pos="1340485" algn="l"/>
              </a:tabLst>
            </a:pPr>
            <a:r>
              <a:rPr sz="1050" spc="15" dirty="0">
                <a:latin typeface="Tahoma"/>
                <a:cs typeface="Tahoma"/>
              </a:rPr>
              <a:t>M</a:t>
            </a:r>
            <a:r>
              <a:rPr sz="1050" spc="-30" dirty="0">
                <a:latin typeface="Tahoma"/>
                <a:cs typeface="Tahoma"/>
              </a:rPr>
              <a:t>e</a:t>
            </a:r>
            <a:r>
              <a:rPr sz="1050" spc="15" dirty="0">
                <a:latin typeface="Tahoma"/>
                <a:cs typeface="Tahoma"/>
              </a:rPr>
              <a:t>d</a:t>
            </a:r>
            <a:r>
              <a:rPr sz="1050" spc="-20" dirty="0">
                <a:latin typeface="Tahoma"/>
                <a:cs typeface="Tahoma"/>
              </a:rPr>
              <a:t>i</a:t>
            </a:r>
            <a:r>
              <a:rPr sz="1050" spc="10" dirty="0">
                <a:latin typeface="Tahoma"/>
                <a:cs typeface="Tahoma"/>
              </a:rPr>
              <a:t>u</a:t>
            </a:r>
            <a:r>
              <a:rPr sz="1050" spc="15" dirty="0">
                <a:latin typeface="Tahoma"/>
                <a:cs typeface="Tahoma"/>
              </a:rPr>
              <a:t>m</a:t>
            </a:r>
            <a:r>
              <a:rPr sz="1050" spc="-105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-</a:t>
            </a:r>
            <a:r>
              <a:rPr sz="1050" spc="-90" dirty="0">
                <a:latin typeface="Tahoma"/>
                <a:cs typeface="Tahoma"/>
              </a:rPr>
              <a:t> </a:t>
            </a:r>
            <a:r>
              <a:rPr sz="1050" spc="40" dirty="0">
                <a:latin typeface="Tahoma"/>
                <a:cs typeface="Tahoma"/>
              </a:rPr>
              <a:t>H</a:t>
            </a:r>
            <a:r>
              <a:rPr sz="1050" spc="-20" dirty="0">
                <a:latin typeface="Tahoma"/>
                <a:cs typeface="Tahoma"/>
              </a:rPr>
              <a:t>i</a:t>
            </a:r>
            <a:r>
              <a:rPr sz="1050" spc="-65" dirty="0">
                <a:latin typeface="Tahoma"/>
                <a:cs typeface="Tahoma"/>
              </a:rPr>
              <a:t>g</a:t>
            </a:r>
            <a:r>
              <a:rPr sz="1050" spc="-10" dirty="0">
                <a:latin typeface="Tahoma"/>
                <a:cs typeface="Tahoma"/>
              </a:rPr>
              <a:t>h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00475" y="2752725"/>
            <a:ext cx="790575" cy="257175"/>
          </a:xfrm>
          <a:prstGeom prst="rect">
            <a:avLst/>
          </a:prstGeom>
          <a:solidFill>
            <a:srgbClr val="034DA3"/>
          </a:solidFill>
        </p:spPr>
        <p:txBody>
          <a:bodyPr vert="horz" wrap="square" lIns="0" tIns="279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220"/>
              </a:spcBef>
            </a:pPr>
            <a:r>
              <a:rPr sz="1200" b="1" i="1" spc="4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200" b="1" i="1" spc="8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200" b="1" i="1" spc="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i="1" spc="14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200" b="1" i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705475" y="2762250"/>
            <a:ext cx="781050" cy="257175"/>
          </a:xfrm>
          <a:custGeom>
            <a:avLst/>
            <a:gdLst/>
            <a:ahLst/>
            <a:cxnLst/>
            <a:rect l="l" t="t" r="r" b="b"/>
            <a:pathLst>
              <a:path w="781050" h="257175">
                <a:moveTo>
                  <a:pt x="781050" y="0"/>
                </a:moveTo>
                <a:lnTo>
                  <a:pt x="0" y="0"/>
                </a:lnTo>
                <a:lnTo>
                  <a:pt x="0" y="257175"/>
                </a:lnTo>
                <a:lnTo>
                  <a:pt x="781050" y="257175"/>
                </a:lnTo>
                <a:lnTo>
                  <a:pt x="781050" y="0"/>
                </a:lnTo>
                <a:close/>
              </a:path>
            </a:pathLst>
          </a:custGeom>
          <a:solidFill>
            <a:srgbClr val="034D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05475" y="2762250"/>
            <a:ext cx="781050" cy="2571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65"/>
              </a:spcBef>
            </a:pPr>
            <a:r>
              <a:rPr sz="1200" b="1" i="1" spc="4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200" b="1" i="1" spc="8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200" b="1" i="1" spc="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i="1" spc="14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200" b="1" i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001000" y="2724150"/>
            <a:ext cx="790575" cy="257175"/>
          </a:xfrm>
          <a:prstGeom prst="rect">
            <a:avLst/>
          </a:prstGeom>
          <a:solidFill>
            <a:srgbClr val="034DA3"/>
          </a:solidFill>
        </p:spPr>
        <p:txBody>
          <a:bodyPr vert="horz" wrap="square" lIns="0" tIns="3111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45"/>
              </a:spcBef>
            </a:pPr>
            <a:r>
              <a:rPr sz="1200" b="1" i="1" spc="4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200" b="1" i="1" spc="8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200" b="1" i="1" spc="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i="1" spc="14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200" b="1" i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57600" y="3133725"/>
            <a:ext cx="1695450" cy="2019300"/>
          </a:xfrm>
          <a:prstGeom prst="rect">
            <a:avLst/>
          </a:prstGeom>
          <a:ln w="19050">
            <a:solidFill>
              <a:srgbClr val="0A2F4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imes New Roman"/>
              <a:cs typeface="Times New Roman"/>
            </a:endParaRPr>
          </a:p>
          <a:p>
            <a:pPr marL="108585" marR="95885" indent="-10160" algn="ctr">
              <a:lnSpc>
                <a:spcPct val="100000"/>
              </a:lnSpc>
            </a:pPr>
            <a:r>
              <a:rPr sz="1200" spc="-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2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y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dirty="0">
                <a:latin typeface="Tahoma"/>
                <a:cs typeface="Tahoma"/>
              </a:rPr>
              <a:t>u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u</a:t>
            </a:r>
            <a:r>
              <a:rPr sz="1200" spc="5" dirty="0">
                <a:latin typeface="Tahoma"/>
                <a:cs typeface="Tahoma"/>
              </a:rPr>
              <a:t>b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s  </a:t>
            </a:r>
            <a:r>
              <a:rPr sz="1200" spc="20" dirty="0">
                <a:latin typeface="Tahoma"/>
                <a:cs typeface="Tahoma"/>
              </a:rPr>
              <a:t>li</a:t>
            </a:r>
            <a:r>
              <a:rPr sz="1200" dirty="0">
                <a:latin typeface="Tahoma"/>
                <a:cs typeface="Tahoma"/>
              </a:rPr>
              <a:t>ke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spc="40" dirty="0">
                <a:latin typeface="Tahoma"/>
                <a:cs typeface="Tahoma"/>
              </a:rPr>
              <a:t>B</a:t>
            </a:r>
            <a:r>
              <a:rPr sz="1200" spc="-30" dirty="0">
                <a:latin typeface="Tahoma"/>
                <a:cs typeface="Tahoma"/>
              </a:rPr>
              <a:t>ee</a:t>
            </a:r>
            <a:r>
              <a:rPr sz="1200" spc="-35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B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30" dirty="0">
                <a:latin typeface="Tahoma"/>
                <a:cs typeface="Tahoma"/>
              </a:rPr>
              <a:t>p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25" dirty="0">
                <a:latin typeface="Tahoma"/>
                <a:cs typeface="Tahoma"/>
              </a:rPr>
              <a:t>,  </a:t>
            </a:r>
            <a:r>
              <a:rPr sz="1200" spc="50" dirty="0">
                <a:latin typeface="Tahoma"/>
                <a:cs typeface="Tahoma"/>
              </a:rPr>
              <a:t>M</a:t>
            </a:r>
            <a:r>
              <a:rPr sz="1200" dirty="0">
                <a:latin typeface="Tahoma"/>
                <a:cs typeface="Tahoma"/>
              </a:rPr>
              <a:t>u</a:t>
            </a:r>
            <a:r>
              <a:rPr sz="1200" spc="40" dirty="0">
                <a:latin typeface="Tahoma"/>
                <a:cs typeface="Tahoma"/>
              </a:rPr>
              <a:t>m</a:t>
            </a:r>
            <a:r>
              <a:rPr sz="1200" spc="15" dirty="0">
                <a:latin typeface="Tahoma"/>
                <a:cs typeface="Tahoma"/>
              </a:rPr>
              <a:t>bi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35" dirty="0">
                <a:latin typeface="Tahoma"/>
                <a:cs typeface="Tahoma"/>
              </a:rPr>
              <a:t>er</a:t>
            </a:r>
            <a:r>
              <a:rPr sz="1200" spc="-18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Ni</a:t>
            </a:r>
            <a:r>
              <a:rPr sz="1200" spc="-5" dirty="0">
                <a:latin typeface="Tahoma"/>
                <a:cs typeface="Tahoma"/>
              </a:rPr>
              <a:t>kk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30" dirty="0">
                <a:latin typeface="Tahoma"/>
                <a:cs typeface="Tahoma"/>
              </a:rPr>
              <a:t>l</a:t>
            </a:r>
            <a:r>
              <a:rPr sz="1200" spc="-25" dirty="0">
                <a:latin typeface="Tahoma"/>
                <a:cs typeface="Tahoma"/>
              </a:rPr>
              <a:t>,  </a:t>
            </a:r>
            <a:r>
              <a:rPr sz="1200" dirty="0">
                <a:latin typeface="Tahoma"/>
                <a:cs typeface="Tahoma"/>
              </a:rPr>
              <a:t>MostlySane, 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100" dirty="0">
                <a:latin typeface="Tahoma"/>
                <a:cs typeface="Tahoma"/>
              </a:rPr>
              <a:t>C</a:t>
            </a:r>
            <a:r>
              <a:rPr sz="1200" spc="15" dirty="0">
                <a:latin typeface="Tahoma"/>
                <a:cs typeface="Tahoma"/>
              </a:rPr>
              <a:t>oo</a:t>
            </a:r>
            <a:r>
              <a:rPr sz="1200" spc="-5" dirty="0">
                <a:latin typeface="Tahoma"/>
                <a:cs typeface="Tahoma"/>
              </a:rPr>
              <a:t>k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15" dirty="0">
                <a:latin typeface="Tahoma"/>
                <a:cs typeface="Tahoma"/>
              </a:rPr>
              <a:t>oo</a:t>
            </a:r>
            <a:r>
              <a:rPr sz="1200" spc="-5" dirty="0">
                <a:latin typeface="Tahoma"/>
                <a:cs typeface="Tahoma"/>
              </a:rPr>
              <a:t>k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r>
              <a:rPr sz="1200" spc="-18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  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40" dirty="0">
                <a:latin typeface="Tahoma"/>
                <a:cs typeface="Tahoma"/>
              </a:rPr>
              <a:t>m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5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G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40" dirty="0">
                <a:latin typeface="Tahoma"/>
                <a:cs typeface="Tahoma"/>
              </a:rPr>
              <a:t>Oa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s  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dirty="0">
                <a:latin typeface="Tahoma"/>
                <a:cs typeface="Tahoma"/>
              </a:rPr>
              <a:t>u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5" dirty="0">
                <a:latin typeface="Tahoma"/>
                <a:cs typeface="Tahoma"/>
              </a:rPr>
              <a:t>r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nn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20" dirty="0">
                <a:latin typeface="Tahoma"/>
                <a:cs typeface="Tahoma"/>
              </a:rPr>
              <a:t>l</a:t>
            </a:r>
            <a:r>
              <a:rPr sz="1200" spc="45" dirty="0"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0475" y="2981325"/>
            <a:ext cx="4705350" cy="11430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5448300" y="3105150"/>
            <a:ext cx="1638300" cy="2057400"/>
          </a:xfrm>
          <a:prstGeom prst="rect">
            <a:avLst/>
          </a:prstGeom>
          <a:ln w="19050">
            <a:solidFill>
              <a:srgbClr val="0A2F41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marL="111125" marR="100330" indent="1270" algn="ctr">
              <a:lnSpc>
                <a:spcPct val="99800"/>
              </a:lnSpc>
            </a:pPr>
            <a:r>
              <a:rPr sz="1200" spc="-180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10" dirty="0">
                <a:latin typeface="Tahoma"/>
                <a:cs typeface="Tahoma"/>
              </a:rPr>
              <a:t>d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Di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45" dirty="0">
                <a:latin typeface="Tahoma"/>
                <a:cs typeface="Tahoma"/>
              </a:rPr>
              <a:t>l  M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5" dirty="0">
                <a:latin typeface="Tahoma"/>
                <a:cs typeface="Tahoma"/>
              </a:rPr>
              <a:t>k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r>
              <a:rPr sz="1200" spc="-2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Di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45" dirty="0">
                <a:latin typeface="Tahoma"/>
                <a:cs typeface="Tahoma"/>
              </a:rPr>
              <a:t>l  </a:t>
            </a:r>
            <a:r>
              <a:rPr sz="1200" spc="40" dirty="0">
                <a:latin typeface="Tahoma"/>
                <a:cs typeface="Tahoma"/>
              </a:rPr>
              <a:t>c</a:t>
            </a:r>
            <a:r>
              <a:rPr sz="1200" spc="35" dirty="0">
                <a:latin typeface="Tahoma"/>
                <a:cs typeface="Tahoma"/>
              </a:rPr>
              <a:t>am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10" dirty="0">
                <a:latin typeface="Tahoma"/>
                <a:cs typeface="Tahoma"/>
              </a:rPr>
              <a:t>n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40" dirty="0">
                <a:latin typeface="Tahoma"/>
                <a:cs typeface="Tahoma"/>
              </a:rPr>
              <a:t>c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45" dirty="0">
                <a:latin typeface="Tahoma"/>
                <a:cs typeface="Tahoma"/>
              </a:rPr>
              <a:t>l  </a:t>
            </a:r>
            <a:r>
              <a:rPr sz="1200" spc="35" dirty="0">
                <a:latin typeface="Tahoma"/>
                <a:cs typeface="Tahoma"/>
              </a:rPr>
              <a:t>m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15" dirty="0">
                <a:latin typeface="Tahoma"/>
                <a:cs typeface="Tahoma"/>
              </a:rPr>
              <a:t>di</a:t>
            </a:r>
            <a:r>
              <a:rPr sz="1200" spc="5" dirty="0">
                <a:latin typeface="Tahoma"/>
                <a:cs typeface="Tahoma"/>
              </a:rPr>
              <a:t>a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w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dirty="0">
                <a:latin typeface="Tahoma"/>
                <a:cs typeface="Tahoma"/>
              </a:rPr>
              <a:t>h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60" dirty="0">
                <a:latin typeface="Tahoma"/>
                <a:cs typeface="Tahoma"/>
              </a:rPr>
              <a:t>g  </a:t>
            </a:r>
            <a:r>
              <a:rPr sz="1200" spc="-20" dirty="0">
                <a:latin typeface="Tahoma"/>
                <a:cs typeface="Tahoma"/>
              </a:rPr>
              <a:t>#SuperHealthyWithS 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uperOats, 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100" dirty="0">
                <a:latin typeface="Tahoma"/>
                <a:cs typeface="Tahoma"/>
              </a:rPr>
              <a:t>C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40" dirty="0">
                <a:latin typeface="Tahoma"/>
                <a:cs typeface="Tahoma"/>
              </a:rPr>
              <a:t>m</a:t>
            </a:r>
            <a:r>
              <a:rPr sz="1200" spc="5" dirty="0">
                <a:latin typeface="Tahoma"/>
                <a:cs typeface="Tahoma"/>
              </a:rPr>
              <a:t>p</a:t>
            </a:r>
            <a:r>
              <a:rPr sz="1200" spc="-30" dirty="0">
                <a:latin typeface="Tahoma"/>
                <a:cs typeface="Tahoma"/>
              </a:rPr>
              <a:t>et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io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10" dirty="0">
                <a:latin typeface="Tahoma"/>
                <a:cs typeface="Tahoma"/>
              </a:rPr>
              <a:t>n  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20" dirty="0">
                <a:latin typeface="Tahoma"/>
                <a:cs typeface="Tahoma"/>
              </a:rPr>
              <a:t>li</a:t>
            </a:r>
            <a:r>
              <a:rPr sz="1200" dirty="0">
                <a:latin typeface="Tahoma"/>
                <a:cs typeface="Tahoma"/>
              </a:rPr>
              <a:t>ne</a:t>
            </a:r>
            <a:r>
              <a:rPr sz="1200" spc="-18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p</a:t>
            </a:r>
            <a:r>
              <a:rPr sz="1200" spc="-5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m</a:t>
            </a:r>
            <a:r>
              <a:rPr sz="1200" spc="45" dirty="0"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72325" y="3095625"/>
            <a:ext cx="1714500" cy="2057400"/>
          </a:xfrm>
          <a:prstGeom prst="rect">
            <a:avLst/>
          </a:prstGeom>
          <a:ln w="19050">
            <a:solidFill>
              <a:srgbClr val="0A2F4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17475" marR="87630" indent="-17780" algn="ctr">
              <a:lnSpc>
                <a:spcPct val="100000"/>
              </a:lnSpc>
            </a:pPr>
            <a:r>
              <a:rPr sz="1200" dirty="0">
                <a:latin typeface="Tahoma"/>
                <a:cs typeface="Tahoma"/>
              </a:rPr>
              <a:t>R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-65" dirty="0">
                <a:latin typeface="Tahoma"/>
                <a:cs typeface="Tahoma"/>
              </a:rPr>
              <a:t>-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60" dirty="0">
                <a:latin typeface="Tahoma"/>
                <a:cs typeface="Tahoma"/>
              </a:rPr>
              <a:t>g  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40" dirty="0">
                <a:latin typeface="Tahoma"/>
                <a:cs typeface="Tahoma"/>
              </a:rPr>
              <a:t>am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45" dirty="0">
                <a:latin typeface="Tahoma"/>
                <a:cs typeface="Tahoma"/>
              </a:rPr>
              <a:t>a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210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10" dirty="0">
                <a:latin typeface="Tahoma"/>
                <a:cs typeface="Tahoma"/>
              </a:rPr>
              <a:t>n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w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200" spc="40" dirty="0">
                <a:latin typeface="Tahoma"/>
                <a:cs typeface="Tahoma"/>
              </a:rPr>
              <a:t>s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e  </a:t>
            </a:r>
            <a:r>
              <a:rPr sz="1200" spc="-75" dirty="0">
                <a:latin typeface="Tahoma"/>
                <a:cs typeface="Tahoma"/>
              </a:rPr>
              <a:t>v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10" dirty="0">
                <a:latin typeface="Tahoma"/>
                <a:cs typeface="Tahoma"/>
              </a:rPr>
              <a:t>d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spc="-15" dirty="0">
                <a:latin typeface="Tahoma"/>
                <a:cs typeface="Tahoma"/>
              </a:rPr>
              <a:t>t  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io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45" dirty="0">
                <a:latin typeface="Tahoma"/>
                <a:cs typeface="Tahoma"/>
              </a:rPr>
              <a:t>c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35" dirty="0">
                <a:latin typeface="Tahoma"/>
                <a:cs typeface="Tahoma"/>
              </a:rPr>
              <a:t>s  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60" dirty="0">
                <a:latin typeface="Tahoma"/>
                <a:cs typeface="Tahoma"/>
              </a:rPr>
              <a:t>r</a:t>
            </a:r>
            <a:r>
              <a:rPr sz="1200" spc="40" dirty="0">
                <a:latin typeface="Tahoma"/>
                <a:cs typeface="Tahoma"/>
              </a:rPr>
              <a:t>m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204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10" dirty="0">
                <a:latin typeface="Tahoma"/>
                <a:cs typeface="Tahoma"/>
              </a:rPr>
              <a:t>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95" dirty="0">
                <a:latin typeface="Tahoma"/>
                <a:cs typeface="Tahoma"/>
              </a:rPr>
              <a:t>Y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dirty="0">
                <a:latin typeface="Tahoma"/>
                <a:cs typeface="Tahoma"/>
              </a:rPr>
              <a:t>u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ube  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10" dirty="0">
                <a:latin typeface="Tahoma"/>
                <a:cs typeface="Tahoma"/>
              </a:rPr>
              <a:t>d</a:t>
            </a:r>
            <a:r>
              <a:rPr sz="1200" spc="-150" dirty="0">
                <a:latin typeface="Tahoma"/>
                <a:cs typeface="Tahoma"/>
              </a:rPr>
              <a:t> 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m</a:t>
            </a:r>
            <a:r>
              <a:rPr sz="1200" spc="-20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w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10" dirty="0">
                <a:latin typeface="Tahoma"/>
                <a:cs typeface="Tahoma"/>
              </a:rPr>
              <a:t>h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he  taglines,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5275" y="628650"/>
            <a:ext cx="8505825" cy="1981200"/>
          </a:xfrm>
          <a:prstGeom prst="rect">
            <a:avLst/>
          </a:prstGeom>
          <a:ln w="19050">
            <a:solidFill>
              <a:srgbClr val="0423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045">
              <a:lnSpc>
                <a:spcPts val="1425"/>
              </a:lnSpc>
            </a:pPr>
            <a:r>
              <a:rPr sz="1200" spc="-20" dirty="0">
                <a:latin typeface="Tahoma"/>
                <a:cs typeface="Tahoma"/>
              </a:rPr>
              <a:t>Here’s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a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revamped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retail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promotional</a:t>
            </a:r>
            <a:r>
              <a:rPr sz="1200" spc="-2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strategy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improve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discoverability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product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through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omnichannel</a:t>
            </a:r>
            <a:r>
              <a:rPr sz="1200" spc="-23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approach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</a:t>
            </a:r>
            <a:endParaRPr sz="1200">
              <a:latin typeface="Tahoma"/>
              <a:cs typeface="Tahoma"/>
            </a:endParaRPr>
          </a:p>
          <a:p>
            <a:pPr marL="106045">
              <a:lnSpc>
                <a:spcPts val="1435"/>
              </a:lnSpc>
            </a:pPr>
            <a:r>
              <a:rPr sz="1200" spc="-40" dirty="0">
                <a:latin typeface="Tahoma"/>
                <a:cs typeface="Tahoma"/>
              </a:rPr>
              <a:t>get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right</a:t>
            </a:r>
            <a:r>
              <a:rPr sz="1200" i="1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200" i="1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quantity</a:t>
            </a:r>
            <a:r>
              <a:rPr sz="1200" i="1" u="sng" spc="-229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200" i="1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of</a:t>
            </a:r>
            <a:r>
              <a:rPr sz="1200" i="1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2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product</a:t>
            </a:r>
            <a:r>
              <a:rPr sz="1200" i="1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200" i="1" u="sng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at</a:t>
            </a:r>
            <a:r>
              <a:rPr sz="1200" i="1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200" i="1" u="sng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</a:t>
            </a:r>
            <a:r>
              <a:rPr sz="1200" i="1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2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right</a:t>
            </a:r>
            <a:r>
              <a:rPr sz="1200" i="1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200" i="1" u="sng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time</a:t>
            </a:r>
            <a:r>
              <a:rPr sz="1200" i="1" spc="-13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ahoma"/>
                <a:cs typeface="Tahoma"/>
              </a:rPr>
              <a:t>to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user.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33350" y="609600"/>
            <a:ext cx="190500" cy="2009775"/>
          </a:xfrm>
          <a:custGeom>
            <a:avLst/>
            <a:gdLst/>
            <a:ahLst/>
            <a:cxnLst/>
            <a:rect l="l" t="t" r="r" b="b"/>
            <a:pathLst>
              <a:path w="190500" h="2009775">
                <a:moveTo>
                  <a:pt x="190500" y="0"/>
                </a:moveTo>
                <a:lnTo>
                  <a:pt x="0" y="0"/>
                </a:lnTo>
                <a:lnTo>
                  <a:pt x="0" y="2009775"/>
                </a:lnTo>
                <a:lnTo>
                  <a:pt x="190500" y="2009775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31983" y="1145968"/>
            <a:ext cx="188595" cy="947419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spc="-5" dirty="0">
                <a:solidFill>
                  <a:srgbClr val="FFFFFF"/>
                </a:solidFill>
                <a:latin typeface="Trebuchet MS"/>
                <a:cs typeface="Trebuchet MS"/>
              </a:rPr>
              <a:t>Discoverability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4956" y="1009650"/>
            <a:ext cx="8300893" cy="1543050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8991600" y="4019550"/>
            <a:ext cx="3067050" cy="2724150"/>
            <a:chOff x="8991600" y="4019550"/>
            <a:chExt cx="3067050" cy="2724150"/>
          </a:xfrm>
        </p:grpSpPr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91600" y="4124323"/>
              <a:ext cx="3067050" cy="261937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086850" y="5829300"/>
              <a:ext cx="1333500" cy="619125"/>
            </a:xfrm>
            <a:custGeom>
              <a:avLst/>
              <a:gdLst/>
              <a:ahLst/>
              <a:cxnLst/>
              <a:rect l="l" t="t" r="r" b="b"/>
              <a:pathLst>
                <a:path w="1333500" h="619125">
                  <a:moveTo>
                    <a:pt x="0" y="619125"/>
                  </a:moveTo>
                  <a:lnTo>
                    <a:pt x="1333500" y="619125"/>
                  </a:lnTo>
                  <a:lnTo>
                    <a:pt x="1333500" y="0"/>
                  </a:lnTo>
                  <a:lnTo>
                    <a:pt x="0" y="0"/>
                  </a:lnTo>
                  <a:lnTo>
                    <a:pt x="0" y="619125"/>
                  </a:lnTo>
                  <a:close/>
                </a:path>
              </a:pathLst>
            </a:custGeom>
            <a:ln w="19050">
              <a:solidFill>
                <a:srgbClr val="781F6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486900" y="4029075"/>
              <a:ext cx="2171700" cy="238125"/>
            </a:xfrm>
            <a:custGeom>
              <a:avLst/>
              <a:gdLst/>
              <a:ahLst/>
              <a:cxnLst/>
              <a:rect l="l" t="t" r="r" b="b"/>
              <a:pathLst>
                <a:path w="2171700" h="238125">
                  <a:moveTo>
                    <a:pt x="21717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171700" y="238125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034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486900" y="4029075"/>
              <a:ext cx="2171700" cy="238125"/>
            </a:xfrm>
            <a:custGeom>
              <a:avLst/>
              <a:gdLst/>
              <a:ahLst/>
              <a:cxnLst/>
              <a:rect l="l" t="t" r="r" b="b"/>
              <a:pathLst>
                <a:path w="2171700" h="238125">
                  <a:moveTo>
                    <a:pt x="0" y="238125"/>
                  </a:moveTo>
                  <a:lnTo>
                    <a:pt x="2171700" y="238125"/>
                  </a:lnTo>
                  <a:lnTo>
                    <a:pt x="21717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1950" y="5257800"/>
            <a:ext cx="4295775" cy="1485900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23227" y="5372798"/>
            <a:ext cx="4160520" cy="1278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7851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550" b="1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550" b="1" spc="-9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550" b="1" spc="-6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550" b="1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550" b="1" spc="-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550" b="1" spc="-2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550" b="1" spc="10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550" b="1" spc="-1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550" b="1" spc="-2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55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50" b="1" spc="-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5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550" b="1" spc="-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550" b="1" spc="-15" dirty="0">
                <a:solidFill>
                  <a:srgbClr val="FFFFFF"/>
                </a:solidFill>
                <a:latin typeface="Trebuchet MS"/>
                <a:cs typeface="Trebuchet MS"/>
              </a:rPr>
              <a:t>li</a:t>
            </a:r>
            <a:r>
              <a:rPr sz="1550" b="1" spc="10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550" b="1" spc="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50" b="1" spc="-9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550" b="1" spc="-1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endParaRPr sz="1550">
              <a:latin typeface="Trebuchet MS"/>
              <a:cs typeface="Trebuchet MS"/>
            </a:endParaRPr>
          </a:p>
          <a:p>
            <a:pPr marL="778510">
              <a:lnSpc>
                <a:spcPct val="100000"/>
              </a:lnSpc>
              <a:spcBef>
                <a:spcPts val="20"/>
              </a:spcBef>
            </a:pPr>
            <a:r>
              <a:rPr sz="1550" b="1" i="1" spc="-245" dirty="0">
                <a:solidFill>
                  <a:srgbClr val="FFFF00"/>
                </a:solidFill>
                <a:latin typeface="Trebuchet MS"/>
                <a:cs typeface="Trebuchet MS"/>
              </a:rPr>
              <a:t>T</a:t>
            </a:r>
            <a:r>
              <a:rPr sz="1550" b="1" i="1" spc="25" dirty="0">
                <a:solidFill>
                  <a:srgbClr val="FFFF00"/>
                </a:solidFill>
                <a:latin typeface="Trebuchet MS"/>
                <a:cs typeface="Trebuchet MS"/>
              </a:rPr>
              <a:t>he</a:t>
            </a:r>
            <a:r>
              <a:rPr sz="1550" b="1" i="1" spc="-15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550" b="1" i="1" spc="70" dirty="0">
                <a:solidFill>
                  <a:srgbClr val="FFFF00"/>
                </a:solidFill>
                <a:latin typeface="Trebuchet MS"/>
                <a:cs typeface="Trebuchet MS"/>
              </a:rPr>
              <a:t>G</a:t>
            </a:r>
            <a:r>
              <a:rPr sz="1550" b="1" i="1" spc="35" dirty="0">
                <a:solidFill>
                  <a:srgbClr val="FFFF00"/>
                </a:solidFill>
                <a:latin typeface="Trebuchet MS"/>
                <a:cs typeface="Trebuchet MS"/>
              </a:rPr>
              <a:t>o</a:t>
            </a:r>
            <a:r>
              <a:rPr sz="1550" b="1" i="1" spc="5" dirty="0">
                <a:solidFill>
                  <a:srgbClr val="FFFF00"/>
                </a:solidFill>
                <a:latin typeface="Trebuchet MS"/>
                <a:cs typeface="Trebuchet MS"/>
              </a:rPr>
              <a:t>O</a:t>
            </a:r>
            <a:r>
              <a:rPr sz="1550" b="1" i="1" spc="-55" dirty="0">
                <a:solidFill>
                  <a:srgbClr val="FFFF00"/>
                </a:solidFill>
                <a:latin typeface="Trebuchet MS"/>
                <a:cs typeface="Trebuchet MS"/>
              </a:rPr>
              <a:t>A</a:t>
            </a:r>
            <a:r>
              <a:rPr sz="1550" b="1" i="1" spc="-265" dirty="0">
                <a:solidFill>
                  <a:srgbClr val="FFFF00"/>
                </a:solidFill>
                <a:latin typeface="Trebuchet MS"/>
                <a:cs typeface="Trebuchet MS"/>
              </a:rPr>
              <a:t>T</a:t>
            </a:r>
            <a:r>
              <a:rPr sz="1550" b="1" i="1" spc="1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550" b="1" i="1" spc="70" dirty="0">
                <a:solidFill>
                  <a:srgbClr val="FFFF00"/>
                </a:solidFill>
                <a:latin typeface="Trebuchet MS"/>
                <a:cs typeface="Trebuchet MS"/>
              </a:rPr>
              <a:t>H</a:t>
            </a:r>
            <a:r>
              <a:rPr sz="1550" b="1" i="1" spc="35" dirty="0">
                <a:solidFill>
                  <a:srgbClr val="FFFF00"/>
                </a:solidFill>
                <a:latin typeface="Trebuchet MS"/>
                <a:cs typeface="Trebuchet MS"/>
              </a:rPr>
              <a:t>u</a:t>
            </a:r>
            <a:r>
              <a:rPr sz="1550" b="1" i="1" spc="5" dirty="0">
                <a:solidFill>
                  <a:srgbClr val="FFFF00"/>
                </a:solidFill>
                <a:latin typeface="Trebuchet MS"/>
                <a:cs typeface="Trebuchet MS"/>
              </a:rPr>
              <a:t>b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00800"/>
              </a:lnSpc>
              <a:spcBef>
                <a:spcPts val="295"/>
              </a:spcBef>
            </a:pP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12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platform</a:t>
            </a:r>
            <a:r>
              <a:rPr sz="1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2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serves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hub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health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wellness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information.</a:t>
            </a:r>
            <a:r>
              <a:rPr sz="1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platform</a:t>
            </a:r>
            <a:r>
              <a:rPr sz="1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include</a:t>
            </a:r>
            <a:r>
              <a:rPr sz="1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blog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posts,</a:t>
            </a:r>
            <a:r>
              <a:rPr sz="1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recipe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ideas, </a:t>
            </a:r>
            <a:r>
              <a:rPr sz="1200" spc="-3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live</a:t>
            </a:r>
            <a:r>
              <a:rPr sz="12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sessions</a:t>
            </a:r>
            <a:r>
              <a:rPr sz="1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nutritionists,</a:t>
            </a:r>
            <a:r>
              <a:rPr sz="1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comprehensive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ecosystem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around</a:t>
            </a:r>
            <a:r>
              <a:rPr sz="12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GoOAT.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33350" y="5210173"/>
            <a:ext cx="4328795" cy="1590675"/>
            <a:chOff x="133350" y="5210173"/>
            <a:chExt cx="4328795" cy="1590675"/>
          </a:xfrm>
        </p:grpSpPr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0050" y="5267325"/>
              <a:ext cx="666750" cy="61912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206341" y="5374944"/>
              <a:ext cx="255270" cy="404495"/>
            </a:xfrm>
            <a:custGeom>
              <a:avLst/>
              <a:gdLst/>
              <a:ahLst/>
              <a:cxnLst/>
              <a:rect l="l" t="t" r="r" b="b"/>
              <a:pathLst>
                <a:path w="255270" h="404495">
                  <a:moveTo>
                    <a:pt x="159550" y="375234"/>
                  </a:moveTo>
                  <a:lnTo>
                    <a:pt x="95732" y="375234"/>
                  </a:lnTo>
                  <a:lnTo>
                    <a:pt x="98983" y="386638"/>
                  </a:lnTo>
                  <a:lnTo>
                    <a:pt x="105968" y="395795"/>
                  </a:lnTo>
                  <a:lnTo>
                    <a:pt x="115811" y="401878"/>
                  </a:lnTo>
                  <a:lnTo>
                    <a:pt x="127635" y="404088"/>
                  </a:lnTo>
                  <a:lnTo>
                    <a:pt x="139458" y="401878"/>
                  </a:lnTo>
                  <a:lnTo>
                    <a:pt x="149301" y="395795"/>
                  </a:lnTo>
                  <a:lnTo>
                    <a:pt x="156286" y="386638"/>
                  </a:lnTo>
                  <a:lnTo>
                    <a:pt x="159550" y="375234"/>
                  </a:lnTo>
                  <a:close/>
                </a:path>
                <a:path w="255270" h="404495">
                  <a:moveTo>
                    <a:pt x="191452" y="333375"/>
                  </a:moveTo>
                  <a:lnTo>
                    <a:pt x="185077" y="327126"/>
                  </a:lnTo>
                  <a:lnTo>
                    <a:pt x="78549" y="327126"/>
                  </a:lnTo>
                  <a:lnTo>
                    <a:pt x="70205" y="327126"/>
                  </a:lnTo>
                  <a:lnTo>
                    <a:pt x="63817" y="333375"/>
                  </a:lnTo>
                  <a:lnTo>
                    <a:pt x="63817" y="349732"/>
                  </a:lnTo>
                  <a:lnTo>
                    <a:pt x="70205" y="355981"/>
                  </a:lnTo>
                  <a:lnTo>
                    <a:pt x="185077" y="355981"/>
                  </a:lnTo>
                  <a:lnTo>
                    <a:pt x="191452" y="349732"/>
                  </a:lnTo>
                  <a:lnTo>
                    <a:pt x="191452" y="333375"/>
                  </a:lnTo>
                  <a:close/>
                </a:path>
                <a:path w="255270" h="404495">
                  <a:moveTo>
                    <a:pt x="191452" y="285267"/>
                  </a:moveTo>
                  <a:lnTo>
                    <a:pt x="185077" y="279019"/>
                  </a:lnTo>
                  <a:lnTo>
                    <a:pt x="78549" y="279019"/>
                  </a:lnTo>
                  <a:lnTo>
                    <a:pt x="70205" y="279019"/>
                  </a:lnTo>
                  <a:lnTo>
                    <a:pt x="63817" y="285267"/>
                  </a:lnTo>
                  <a:lnTo>
                    <a:pt x="63817" y="301625"/>
                  </a:lnTo>
                  <a:lnTo>
                    <a:pt x="70205" y="307873"/>
                  </a:lnTo>
                  <a:lnTo>
                    <a:pt x="185077" y="307873"/>
                  </a:lnTo>
                  <a:lnTo>
                    <a:pt x="191452" y="301625"/>
                  </a:lnTo>
                  <a:lnTo>
                    <a:pt x="191452" y="285267"/>
                  </a:lnTo>
                  <a:close/>
                </a:path>
                <a:path w="255270" h="404495">
                  <a:moveTo>
                    <a:pt x="255270" y="123634"/>
                  </a:moveTo>
                  <a:lnTo>
                    <a:pt x="244513" y="75565"/>
                  </a:lnTo>
                  <a:lnTo>
                    <a:pt x="226301" y="49593"/>
                  </a:lnTo>
                  <a:lnTo>
                    <a:pt x="226301" y="123634"/>
                  </a:lnTo>
                  <a:lnTo>
                    <a:pt x="226301" y="127482"/>
                  </a:lnTo>
                  <a:lnTo>
                    <a:pt x="225818" y="127482"/>
                  </a:lnTo>
                  <a:lnTo>
                    <a:pt x="225082" y="136118"/>
                  </a:lnTo>
                  <a:lnTo>
                    <a:pt x="223672" y="144678"/>
                  </a:lnTo>
                  <a:lnTo>
                    <a:pt x="207416" y="181584"/>
                  </a:lnTo>
                  <a:lnTo>
                    <a:pt x="202247" y="187617"/>
                  </a:lnTo>
                  <a:lnTo>
                    <a:pt x="194081" y="197891"/>
                  </a:lnTo>
                  <a:lnTo>
                    <a:pt x="186550" y="208534"/>
                  </a:lnTo>
                  <a:lnTo>
                    <a:pt x="179743" y="219544"/>
                  </a:lnTo>
                  <a:lnTo>
                    <a:pt x="173786" y="230911"/>
                  </a:lnTo>
                  <a:lnTo>
                    <a:pt x="81978" y="230911"/>
                  </a:lnTo>
                  <a:lnTo>
                    <a:pt x="61404" y="197891"/>
                  </a:lnTo>
                  <a:lnTo>
                    <a:pt x="48552" y="181584"/>
                  </a:lnTo>
                  <a:lnTo>
                    <a:pt x="44056" y="175107"/>
                  </a:lnTo>
                  <a:lnTo>
                    <a:pt x="30607" y="136118"/>
                  </a:lnTo>
                  <a:lnTo>
                    <a:pt x="29946" y="123634"/>
                  </a:lnTo>
                  <a:lnTo>
                    <a:pt x="38176" y="86690"/>
                  </a:lnTo>
                  <a:lnTo>
                    <a:pt x="59334" y="56515"/>
                  </a:lnTo>
                  <a:lnTo>
                    <a:pt x="90347" y="36093"/>
                  </a:lnTo>
                  <a:lnTo>
                    <a:pt x="128130" y="28371"/>
                  </a:lnTo>
                  <a:lnTo>
                    <a:pt x="165900" y="36017"/>
                  </a:lnTo>
                  <a:lnTo>
                    <a:pt x="196913" y="56337"/>
                  </a:lnTo>
                  <a:lnTo>
                    <a:pt x="218071" y="86487"/>
                  </a:lnTo>
                  <a:lnTo>
                    <a:pt x="226301" y="123634"/>
                  </a:lnTo>
                  <a:lnTo>
                    <a:pt x="226301" y="49593"/>
                  </a:lnTo>
                  <a:lnTo>
                    <a:pt x="217043" y="36372"/>
                  </a:lnTo>
                  <a:lnTo>
                    <a:pt x="204876" y="28371"/>
                  </a:lnTo>
                  <a:lnTo>
                    <a:pt x="176784" y="9906"/>
                  </a:lnTo>
                  <a:lnTo>
                    <a:pt x="127635" y="0"/>
                  </a:lnTo>
                  <a:lnTo>
                    <a:pt x="78486" y="9906"/>
                  </a:lnTo>
                  <a:lnTo>
                    <a:pt x="38227" y="36372"/>
                  </a:lnTo>
                  <a:lnTo>
                    <a:pt x="10756" y="75565"/>
                  </a:lnTo>
                  <a:lnTo>
                    <a:pt x="0" y="123634"/>
                  </a:lnTo>
                  <a:lnTo>
                    <a:pt x="0" y="127965"/>
                  </a:lnTo>
                  <a:lnTo>
                    <a:pt x="8839" y="171259"/>
                  </a:lnTo>
                  <a:lnTo>
                    <a:pt x="30924" y="206857"/>
                  </a:lnTo>
                  <a:lnTo>
                    <a:pt x="39814" y="218084"/>
                  </a:lnTo>
                  <a:lnTo>
                    <a:pt x="48298" y="231394"/>
                  </a:lnTo>
                  <a:lnTo>
                    <a:pt x="55575" y="244335"/>
                  </a:lnTo>
                  <a:lnTo>
                    <a:pt x="60871" y="254482"/>
                  </a:lnTo>
                  <a:lnTo>
                    <a:pt x="62344" y="257848"/>
                  </a:lnTo>
                  <a:lnTo>
                    <a:pt x="65786" y="259778"/>
                  </a:lnTo>
                  <a:lnTo>
                    <a:pt x="189484" y="259778"/>
                  </a:lnTo>
                  <a:lnTo>
                    <a:pt x="192925" y="257848"/>
                  </a:lnTo>
                  <a:lnTo>
                    <a:pt x="194398" y="254482"/>
                  </a:lnTo>
                  <a:lnTo>
                    <a:pt x="199694" y="244335"/>
                  </a:lnTo>
                  <a:lnTo>
                    <a:pt x="224345" y="206857"/>
                  </a:lnTo>
                  <a:lnTo>
                    <a:pt x="231038" y="198653"/>
                  </a:lnTo>
                  <a:lnTo>
                    <a:pt x="237045" y="189953"/>
                  </a:lnTo>
                  <a:lnTo>
                    <a:pt x="252691" y="149974"/>
                  </a:lnTo>
                  <a:lnTo>
                    <a:pt x="255270" y="127965"/>
                  </a:lnTo>
                  <a:lnTo>
                    <a:pt x="255270" y="12363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3350" y="5210173"/>
              <a:ext cx="190500" cy="1590675"/>
            </a:xfrm>
            <a:custGeom>
              <a:avLst/>
              <a:gdLst/>
              <a:ahLst/>
              <a:cxnLst/>
              <a:rect l="l" t="t" r="r" b="b"/>
              <a:pathLst>
                <a:path w="190500" h="1590675">
                  <a:moveTo>
                    <a:pt x="190500" y="0"/>
                  </a:moveTo>
                  <a:lnTo>
                    <a:pt x="0" y="0"/>
                  </a:lnTo>
                  <a:lnTo>
                    <a:pt x="0" y="1590674"/>
                  </a:lnTo>
                  <a:lnTo>
                    <a:pt x="190500" y="159067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33234" y="5701747"/>
            <a:ext cx="188595" cy="62611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spc="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b="1" spc="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b="1" spc="-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b="1" spc="1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b="1" spc="-1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b="1" spc="-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b="1" spc="1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050" b="1" spc="-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486900" y="4029075"/>
            <a:ext cx="2171700" cy="23812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29895">
              <a:lnSpc>
                <a:spcPct val="100000"/>
              </a:lnSpc>
              <a:spcBef>
                <a:spcPts val="330"/>
              </a:spcBef>
            </a:pPr>
            <a:r>
              <a:rPr sz="950" b="1" spc="8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950" b="1" spc="3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950" b="1" spc="10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950" b="1" spc="-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950" b="1" spc="-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5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50" b="1" spc="-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50" b="1" spc="-4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95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b="1" spc="-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950" b="1" spc="-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50" b="1" spc="10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950" b="1" spc="-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950" b="1" spc="-6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95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50" b="1" spc="-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50" b="1" spc="3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950" b="1" spc="-6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950" b="1" spc="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50" b="1" spc="1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5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066019" y="5063490"/>
            <a:ext cx="72834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i="1" spc="45" dirty="0">
                <a:latin typeface="Trebuchet MS"/>
                <a:cs typeface="Trebuchet MS"/>
              </a:rPr>
              <a:t>R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spc="-70" dirty="0">
                <a:latin typeface="Trebuchet MS"/>
                <a:cs typeface="Trebuchet MS"/>
              </a:rPr>
              <a:t>v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dirty="0">
                <a:latin typeface="Trebuchet MS"/>
                <a:cs typeface="Trebuchet MS"/>
              </a:rPr>
              <a:t>w</a:t>
            </a:r>
            <a:r>
              <a:rPr sz="1200" i="1" spc="95" dirty="0">
                <a:latin typeface="Trebuchet MS"/>
                <a:cs typeface="Trebuchet MS"/>
              </a:rPr>
              <a:t>s</a:t>
            </a:r>
            <a:r>
              <a:rPr sz="1200" i="1" spc="-120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to</a:t>
            </a:r>
            <a:endParaRPr sz="1200">
              <a:latin typeface="Trebuchet MS"/>
              <a:cs typeface="Trebuchet MS"/>
            </a:endParaRPr>
          </a:p>
          <a:p>
            <a:pPr marL="31750">
              <a:lnSpc>
                <a:spcPts val="1435"/>
              </a:lnSpc>
            </a:pP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i="1" spc="10" dirty="0">
                <a:latin typeface="Trebuchet MS"/>
                <a:cs typeface="Trebuchet MS"/>
              </a:rPr>
              <a:t>u</a:t>
            </a:r>
            <a:r>
              <a:rPr sz="1200" i="1" spc="-75" dirty="0">
                <a:latin typeface="Trebuchet MS"/>
                <a:cs typeface="Trebuchet MS"/>
              </a:rPr>
              <a:t>i</a:t>
            </a:r>
            <a:r>
              <a:rPr sz="1200" i="1" spc="-90" dirty="0">
                <a:latin typeface="Trebuchet MS"/>
                <a:cs typeface="Trebuchet MS"/>
              </a:rPr>
              <a:t>l</a:t>
            </a:r>
            <a:r>
              <a:rPr sz="1200" i="1" spc="5" dirty="0">
                <a:latin typeface="Trebuchet MS"/>
                <a:cs typeface="Trebuchet MS"/>
              </a:rPr>
              <a:t>d</a:t>
            </a:r>
            <a:r>
              <a:rPr sz="1200" i="1" spc="-140" dirty="0">
                <a:latin typeface="Trebuchet MS"/>
                <a:cs typeface="Trebuchet MS"/>
              </a:rPr>
              <a:t> </a:t>
            </a:r>
            <a:r>
              <a:rPr sz="1200" i="1" spc="-120" dirty="0">
                <a:latin typeface="Trebuchet MS"/>
                <a:cs typeface="Trebuchet MS"/>
              </a:rPr>
              <a:t>t</a:t>
            </a:r>
            <a:r>
              <a:rPr sz="1200" i="1" spc="-145" dirty="0">
                <a:latin typeface="Trebuchet MS"/>
                <a:cs typeface="Trebuchet MS"/>
              </a:rPr>
              <a:t>r</a:t>
            </a:r>
            <a:r>
              <a:rPr sz="1200" i="1" dirty="0">
                <a:latin typeface="Trebuchet MS"/>
                <a:cs typeface="Trebuchet MS"/>
              </a:rPr>
              <a:t>u</a:t>
            </a:r>
            <a:r>
              <a:rPr sz="1200" i="1" spc="110" dirty="0">
                <a:latin typeface="Trebuchet MS"/>
                <a:cs typeface="Trebuchet MS"/>
              </a:rPr>
              <a:t>s</a:t>
            </a:r>
            <a:r>
              <a:rPr sz="1200" i="1" spc="-130" dirty="0">
                <a:latin typeface="Trebuchet MS"/>
                <a:cs typeface="Trebuchet MS"/>
              </a:rPr>
              <a:t>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9691751" y="5527040"/>
            <a:ext cx="742950" cy="316865"/>
          </a:xfrm>
          <a:custGeom>
            <a:avLst/>
            <a:gdLst/>
            <a:ahLst/>
            <a:cxnLst/>
            <a:rect l="l" t="t" r="r" b="b"/>
            <a:pathLst>
              <a:path w="742950" h="316864">
                <a:moveTo>
                  <a:pt x="56260" y="245999"/>
                </a:moveTo>
                <a:lnTo>
                  <a:pt x="0" y="309867"/>
                </a:lnTo>
                <a:lnTo>
                  <a:pt x="84835" y="316661"/>
                </a:lnTo>
                <a:lnTo>
                  <a:pt x="77235" y="297865"/>
                </a:lnTo>
                <a:lnTo>
                  <a:pt x="63626" y="297865"/>
                </a:lnTo>
                <a:lnTo>
                  <a:pt x="54101" y="274307"/>
                </a:lnTo>
                <a:lnTo>
                  <a:pt x="65797" y="269582"/>
                </a:lnTo>
                <a:lnTo>
                  <a:pt x="56260" y="245999"/>
                </a:lnTo>
                <a:close/>
              </a:path>
              <a:path w="742950" h="316864">
                <a:moveTo>
                  <a:pt x="65797" y="269582"/>
                </a:moveTo>
                <a:lnTo>
                  <a:pt x="54101" y="274307"/>
                </a:lnTo>
                <a:lnTo>
                  <a:pt x="63626" y="297865"/>
                </a:lnTo>
                <a:lnTo>
                  <a:pt x="75324" y="293139"/>
                </a:lnTo>
                <a:lnTo>
                  <a:pt x="65797" y="269582"/>
                </a:lnTo>
                <a:close/>
              </a:path>
              <a:path w="742950" h="316864">
                <a:moveTo>
                  <a:pt x="75324" y="293139"/>
                </a:moveTo>
                <a:lnTo>
                  <a:pt x="63626" y="297865"/>
                </a:lnTo>
                <a:lnTo>
                  <a:pt x="77235" y="297865"/>
                </a:lnTo>
                <a:lnTo>
                  <a:pt x="75324" y="293139"/>
                </a:lnTo>
                <a:close/>
              </a:path>
              <a:path w="742950" h="316864">
                <a:moveTo>
                  <a:pt x="733171" y="0"/>
                </a:moveTo>
                <a:lnTo>
                  <a:pt x="65797" y="269582"/>
                </a:lnTo>
                <a:lnTo>
                  <a:pt x="75324" y="293139"/>
                </a:lnTo>
                <a:lnTo>
                  <a:pt x="742696" y="23495"/>
                </a:lnTo>
                <a:lnTo>
                  <a:pt x="733171" y="0"/>
                </a:lnTo>
                <a:close/>
              </a:path>
            </a:pathLst>
          </a:custGeom>
          <a:solidFill>
            <a:srgbClr val="9F2B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4648200" y="5181600"/>
            <a:ext cx="4238625" cy="1571625"/>
            <a:chOff x="4648200" y="5181600"/>
            <a:chExt cx="4238625" cy="1571625"/>
          </a:xfrm>
        </p:grpSpPr>
        <p:sp>
          <p:nvSpPr>
            <p:cNvPr id="60" name="object 60"/>
            <p:cNvSpPr/>
            <p:nvPr/>
          </p:nvSpPr>
          <p:spPr>
            <a:xfrm>
              <a:off x="4752975" y="5343525"/>
              <a:ext cx="4124325" cy="1400175"/>
            </a:xfrm>
            <a:custGeom>
              <a:avLst/>
              <a:gdLst/>
              <a:ahLst/>
              <a:cxnLst/>
              <a:rect l="l" t="t" r="r" b="b"/>
              <a:pathLst>
                <a:path w="4124325" h="1400175">
                  <a:moveTo>
                    <a:pt x="0" y="1400175"/>
                  </a:moveTo>
                  <a:lnTo>
                    <a:pt x="4124325" y="1400175"/>
                  </a:lnTo>
                  <a:lnTo>
                    <a:pt x="4124325" y="0"/>
                  </a:lnTo>
                  <a:lnTo>
                    <a:pt x="0" y="0"/>
                  </a:lnTo>
                  <a:lnTo>
                    <a:pt x="0" y="1400175"/>
                  </a:lnTo>
                  <a:close/>
                </a:path>
              </a:pathLst>
            </a:custGeom>
            <a:ln w="19050">
              <a:solidFill>
                <a:srgbClr val="0A2F4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48200" y="5200713"/>
              <a:ext cx="2586101" cy="35718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33925" y="5181600"/>
              <a:ext cx="2405126" cy="44291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695825" y="5248275"/>
              <a:ext cx="2438400" cy="209550"/>
            </a:xfrm>
            <a:custGeom>
              <a:avLst/>
              <a:gdLst/>
              <a:ahLst/>
              <a:cxnLst/>
              <a:rect l="l" t="t" r="r" b="b"/>
              <a:pathLst>
                <a:path w="2438400" h="209550">
                  <a:moveTo>
                    <a:pt x="2403475" y="0"/>
                  </a:moveTo>
                  <a:lnTo>
                    <a:pt x="34925" y="0"/>
                  </a:lnTo>
                  <a:lnTo>
                    <a:pt x="21324" y="2742"/>
                  </a:lnTo>
                  <a:lnTo>
                    <a:pt x="10223" y="10223"/>
                  </a:lnTo>
                  <a:lnTo>
                    <a:pt x="2742" y="21324"/>
                  </a:lnTo>
                  <a:lnTo>
                    <a:pt x="0" y="34925"/>
                  </a:lnTo>
                  <a:lnTo>
                    <a:pt x="0" y="174625"/>
                  </a:lnTo>
                  <a:lnTo>
                    <a:pt x="2742" y="188225"/>
                  </a:lnTo>
                  <a:lnTo>
                    <a:pt x="10223" y="199326"/>
                  </a:lnTo>
                  <a:lnTo>
                    <a:pt x="21324" y="206807"/>
                  </a:lnTo>
                  <a:lnTo>
                    <a:pt x="34925" y="209550"/>
                  </a:lnTo>
                  <a:lnTo>
                    <a:pt x="2403475" y="209550"/>
                  </a:lnTo>
                  <a:lnTo>
                    <a:pt x="2417075" y="206807"/>
                  </a:lnTo>
                  <a:lnTo>
                    <a:pt x="2428176" y="199326"/>
                  </a:lnTo>
                  <a:lnTo>
                    <a:pt x="2435657" y="188225"/>
                  </a:lnTo>
                  <a:lnTo>
                    <a:pt x="2438400" y="174625"/>
                  </a:lnTo>
                  <a:lnTo>
                    <a:pt x="2438400" y="34925"/>
                  </a:lnTo>
                  <a:lnTo>
                    <a:pt x="2435657" y="21324"/>
                  </a:lnTo>
                  <a:lnTo>
                    <a:pt x="2428176" y="10223"/>
                  </a:lnTo>
                  <a:lnTo>
                    <a:pt x="2417075" y="2742"/>
                  </a:lnTo>
                  <a:lnTo>
                    <a:pt x="240347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95825" y="5248275"/>
              <a:ext cx="2438400" cy="209550"/>
            </a:xfrm>
            <a:custGeom>
              <a:avLst/>
              <a:gdLst/>
              <a:ahLst/>
              <a:cxnLst/>
              <a:rect l="l" t="t" r="r" b="b"/>
              <a:pathLst>
                <a:path w="2438400" h="209550">
                  <a:moveTo>
                    <a:pt x="0" y="34925"/>
                  </a:moveTo>
                  <a:lnTo>
                    <a:pt x="2742" y="21324"/>
                  </a:lnTo>
                  <a:lnTo>
                    <a:pt x="10223" y="10223"/>
                  </a:lnTo>
                  <a:lnTo>
                    <a:pt x="21324" y="2742"/>
                  </a:lnTo>
                  <a:lnTo>
                    <a:pt x="34925" y="0"/>
                  </a:lnTo>
                  <a:lnTo>
                    <a:pt x="2403475" y="0"/>
                  </a:lnTo>
                  <a:lnTo>
                    <a:pt x="2417075" y="2742"/>
                  </a:lnTo>
                  <a:lnTo>
                    <a:pt x="2428176" y="10223"/>
                  </a:lnTo>
                  <a:lnTo>
                    <a:pt x="2435657" y="21324"/>
                  </a:lnTo>
                  <a:lnTo>
                    <a:pt x="2438400" y="34925"/>
                  </a:lnTo>
                  <a:lnTo>
                    <a:pt x="2438400" y="174625"/>
                  </a:lnTo>
                  <a:lnTo>
                    <a:pt x="2435657" y="188225"/>
                  </a:lnTo>
                  <a:lnTo>
                    <a:pt x="2428176" y="199326"/>
                  </a:lnTo>
                  <a:lnTo>
                    <a:pt x="2417075" y="206807"/>
                  </a:lnTo>
                  <a:lnTo>
                    <a:pt x="2403475" y="209550"/>
                  </a:lnTo>
                  <a:lnTo>
                    <a:pt x="34925" y="209550"/>
                  </a:lnTo>
                  <a:lnTo>
                    <a:pt x="21324" y="206807"/>
                  </a:lnTo>
                  <a:lnTo>
                    <a:pt x="10223" y="199326"/>
                  </a:lnTo>
                  <a:lnTo>
                    <a:pt x="2742" y="188225"/>
                  </a:lnTo>
                  <a:lnTo>
                    <a:pt x="0" y="174625"/>
                  </a:lnTo>
                  <a:lnTo>
                    <a:pt x="0" y="3492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857496" y="5244147"/>
            <a:ext cx="21209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di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bi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825619" y="5919165"/>
            <a:ext cx="428625" cy="190500"/>
          </a:xfrm>
          <a:custGeom>
            <a:avLst/>
            <a:gdLst/>
            <a:ahLst/>
            <a:cxnLst/>
            <a:rect l="l" t="t" r="r" b="b"/>
            <a:pathLst>
              <a:path w="428625" h="190500">
                <a:moveTo>
                  <a:pt x="428625" y="0"/>
                </a:moveTo>
                <a:lnTo>
                  <a:pt x="0" y="0"/>
                </a:lnTo>
                <a:lnTo>
                  <a:pt x="0" y="190499"/>
                </a:lnTo>
                <a:lnTo>
                  <a:pt x="428625" y="190499"/>
                </a:lnTo>
                <a:lnTo>
                  <a:pt x="428625" y="0"/>
                </a:lnTo>
                <a:close/>
              </a:path>
            </a:pathLst>
          </a:custGeom>
          <a:solidFill>
            <a:srgbClr val="FDD2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816728" y="5542597"/>
            <a:ext cx="28733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he</a:t>
            </a:r>
            <a:r>
              <a:rPr sz="1200" spc="-18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b</a:t>
            </a:r>
            <a:r>
              <a:rPr sz="1200" spc="-30" dirty="0">
                <a:latin typeface="Tahoma"/>
                <a:cs typeface="Tahoma"/>
              </a:rPr>
              <a:t>e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p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55" dirty="0">
                <a:latin typeface="Tahoma"/>
                <a:cs typeface="Tahoma"/>
              </a:rPr>
              <a:t>s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10" dirty="0">
                <a:latin typeface="Tahoma"/>
                <a:cs typeface="Tahoma"/>
              </a:rPr>
              <a:t>d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n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“</a:t>
            </a:r>
            <a:r>
              <a:rPr sz="1200" i="1" spc="85" dirty="0">
                <a:latin typeface="Trebuchet MS"/>
                <a:cs typeface="Trebuchet MS"/>
              </a:rPr>
              <a:t>O</a:t>
            </a:r>
            <a:r>
              <a:rPr sz="1200" i="1" spc="5" dirty="0">
                <a:latin typeface="Trebuchet MS"/>
                <a:cs typeface="Trebuchet MS"/>
              </a:rPr>
              <a:t>n</a:t>
            </a:r>
            <a:r>
              <a:rPr sz="1200" i="1" spc="-130" dirty="0">
                <a:latin typeface="Trebuchet MS"/>
                <a:cs typeface="Trebuchet MS"/>
              </a:rPr>
              <a:t> </a:t>
            </a:r>
            <a:r>
              <a:rPr sz="1200" i="1" spc="-105" dirty="0">
                <a:latin typeface="Trebuchet MS"/>
                <a:cs typeface="Trebuchet MS"/>
              </a:rPr>
              <a:t>T</a:t>
            </a:r>
            <a:r>
              <a:rPr sz="1200" i="1" dirty="0">
                <a:latin typeface="Trebuchet MS"/>
                <a:cs typeface="Trebuchet MS"/>
              </a:rPr>
              <a:t>h</a:t>
            </a:r>
            <a:r>
              <a:rPr sz="1200" i="1" spc="-10" dirty="0">
                <a:latin typeface="Trebuchet MS"/>
                <a:cs typeface="Trebuchet MS"/>
              </a:rPr>
              <a:t>e</a:t>
            </a:r>
            <a:r>
              <a:rPr sz="1200" i="1" spc="-175" dirty="0">
                <a:latin typeface="Trebuchet MS"/>
                <a:cs typeface="Trebuchet MS"/>
              </a:rPr>
              <a:t> </a:t>
            </a:r>
            <a:r>
              <a:rPr sz="1200" i="1" spc="5" dirty="0">
                <a:latin typeface="Trebuchet MS"/>
                <a:cs typeface="Trebuchet MS"/>
              </a:rPr>
              <a:t>G</a:t>
            </a:r>
            <a:r>
              <a:rPr sz="1200" i="1" spc="15" dirty="0">
                <a:latin typeface="Trebuchet MS"/>
                <a:cs typeface="Trebuchet MS"/>
              </a:rPr>
              <a:t>o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816728" y="5724207"/>
            <a:ext cx="9474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5" dirty="0">
                <a:latin typeface="Trebuchet MS"/>
                <a:cs typeface="Trebuchet MS"/>
              </a:rPr>
              <a:t>b</a:t>
            </a:r>
            <a:r>
              <a:rPr sz="1200" i="1" spc="-70" dirty="0">
                <a:latin typeface="Trebuchet MS"/>
                <a:cs typeface="Trebuchet MS"/>
              </a:rPr>
              <a:t>r</a:t>
            </a:r>
            <a:r>
              <a:rPr sz="1200" i="1" spc="-50" dirty="0">
                <a:latin typeface="Trebuchet MS"/>
                <a:cs typeface="Trebuchet MS"/>
              </a:rPr>
              <a:t>e</a:t>
            </a:r>
            <a:r>
              <a:rPr sz="1200" i="1" spc="40" dirty="0">
                <a:latin typeface="Trebuchet MS"/>
                <a:cs typeface="Trebuchet MS"/>
              </a:rPr>
              <a:t>a</a:t>
            </a:r>
            <a:r>
              <a:rPr sz="1200" i="1" spc="-10" dirty="0">
                <a:latin typeface="Trebuchet MS"/>
                <a:cs typeface="Trebuchet MS"/>
              </a:rPr>
              <a:t>k</a:t>
            </a:r>
            <a:r>
              <a:rPr sz="1200" i="1" spc="-114" dirty="0">
                <a:latin typeface="Trebuchet MS"/>
                <a:cs typeface="Trebuchet MS"/>
              </a:rPr>
              <a:t>f</a:t>
            </a:r>
            <a:r>
              <a:rPr sz="1200" i="1" spc="40" dirty="0">
                <a:latin typeface="Trebuchet MS"/>
                <a:cs typeface="Trebuchet MS"/>
              </a:rPr>
              <a:t>a</a:t>
            </a:r>
            <a:r>
              <a:rPr sz="1200" i="1" spc="110" dirty="0">
                <a:latin typeface="Trebuchet MS"/>
                <a:cs typeface="Trebuchet MS"/>
              </a:rPr>
              <a:t>s</a:t>
            </a:r>
            <a:r>
              <a:rPr sz="1200" i="1" spc="-105" dirty="0">
                <a:latin typeface="Trebuchet MS"/>
                <a:cs typeface="Trebuchet MS"/>
              </a:rPr>
              <a:t>t</a:t>
            </a:r>
            <a:r>
              <a:rPr sz="1200" i="1" spc="-130" dirty="0">
                <a:latin typeface="Trebuchet MS"/>
                <a:cs typeface="Trebuchet MS"/>
              </a:rPr>
              <a:t>”</a:t>
            </a:r>
            <a:r>
              <a:rPr sz="1200" spc="-25" dirty="0">
                <a:latin typeface="Tahoma"/>
                <a:cs typeface="Tahoma"/>
              </a:rPr>
              <a:t>.</a:t>
            </a:r>
            <a:r>
              <a:rPr sz="1200" spc="-19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</a:t>
            </a:r>
            <a:r>
              <a:rPr sz="1200" spc="45" dirty="0"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778119" y="5738190"/>
            <a:ext cx="1809750" cy="190500"/>
          </a:xfrm>
          <a:prstGeom prst="rect">
            <a:avLst/>
          </a:prstGeom>
          <a:solidFill>
            <a:srgbClr val="FDD21B"/>
          </a:solidFill>
        </p:spPr>
        <p:txBody>
          <a:bodyPr vert="horz" wrap="square" lIns="0" tIns="0" rIns="0" bIns="0" rtlCol="0">
            <a:spAutoFit/>
          </a:bodyPr>
          <a:lstStyle/>
          <a:p>
            <a:pPr marL="4445">
              <a:lnSpc>
                <a:spcPts val="1430"/>
              </a:lnSpc>
            </a:pPr>
            <a:r>
              <a:rPr sz="1200" dirty="0">
                <a:latin typeface="Tahoma"/>
                <a:cs typeface="Tahoma"/>
              </a:rPr>
              <a:t>w</a:t>
            </a:r>
            <a:r>
              <a:rPr sz="1200" spc="20" dirty="0">
                <a:latin typeface="Tahoma"/>
                <a:cs typeface="Tahoma"/>
              </a:rPr>
              <a:t>o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l</a:t>
            </a:r>
            <a:r>
              <a:rPr sz="1200" spc="5" dirty="0">
                <a:latin typeface="Tahoma"/>
                <a:cs typeface="Tahoma"/>
              </a:rPr>
              <a:t>d</a:t>
            </a:r>
            <a:r>
              <a:rPr sz="1200" spc="-25" dirty="0">
                <a:latin typeface="Tahoma"/>
                <a:cs typeface="Tahoma"/>
              </a:rPr>
              <a:t>'</a:t>
            </a:r>
            <a:r>
              <a:rPr sz="1200" spc="45" dirty="0">
                <a:latin typeface="Tahoma"/>
                <a:cs typeface="Tahoma"/>
              </a:rPr>
              <a:t>s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l</a:t>
            </a:r>
            <a:r>
              <a:rPr sz="1200" spc="4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15" dirty="0">
                <a:latin typeface="Tahoma"/>
                <a:cs typeface="Tahoma"/>
              </a:rPr>
              <a:t>t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-</a:t>
            </a:r>
            <a:r>
              <a:rPr sz="1200" spc="-15" dirty="0">
                <a:latin typeface="Tahoma"/>
                <a:cs typeface="Tahoma"/>
              </a:rPr>
              <a:t>d</a:t>
            </a:r>
            <a:r>
              <a:rPr sz="1200" spc="-35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5" dirty="0">
                <a:latin typeface="Tahoma"/>
                <a:cs typeface="Tahoma"/>
              </a:rPr>
              <a:t>k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816728" y="5904865"/>
            <a:ext cx="28778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latin typeface="Tahoma"/>
                <a:cs typeface="Tahoma"/>
              </a:rPr>
              <a:t>nation,</a:t>
            </a:r>
            <a:r>
              <a:rPr sz="1200" spc="-19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Indians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have</a:t>
            </a:r>
            <a:r>
              <a:rPr sz="1200" spc="-18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an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inclination</a:t>
            </a:r>
            <a:r>
              <a:rPr sz="1200" spc="-2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for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tea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816728" y="6086157"/>
            <a:ext cx="2917825" cy="5810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sz="1200" spc="-30" dirty="0">
                <a:latin typeface="Tahoma"/>
                <a:cs typeface="Tahoma"/>
              </a:rPr>
              <a:t>t</a:t>
            </a:r>
            <a:r>
              <a:rPr sz="1200" dirty="0">
                <a:latin typeface="Tahoma"/>
                <a:cs typeface="Tahoma"/>
              </a:rPr>
              <a:t>he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m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70" dirty="0">
                <a:latin typeface="Tahoma"/>
                <a:cs typeface="Tahoma"/>
              </a:rPr>
              <a:t>g</a:t>
            </a:r>
            <a:r>
              <a:rPr sz="1200" spc="-20" dirty="0">
                <a:latin typeface="Tahoma"/>
                <a:cs typeface="Tahoma"/>
              </a:rPr>
              <a:t>.</a:t>
            </a:r>
            <a:r>
              <a:rPr sz="1200" spc="-19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H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40" dirty="0">
                <a:latin typeface="Tahoma"/>
                <a:cs typeface="Tahoma"/>
              </a:rPr>
              <a:t>c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20" dirty="0">
                <a:latin typeface="Tahoma"/>
                <a:cs typeface="Tahoma"/>
              </a:rPr>
              <a:t>,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b="1" spc="-105" dirty="0">
                <a:solidFill>
                  <a:srgbClr val="80350D"/>
                </a:solidFill>
                <a:latin typeface="Trebuchet MS"/>
                <a:cs typeface="Trebuchet MS"/>
              </a:rPr>
              <a:t>“</a:t>
            </a:r>
            <a:r>
              <a:rPr sz="1200" b="1" spc="90" dirty="0">
                <a:solidFill>
                  <a:srgbClr val="80350D"/>
                </a:solidFill>
                <a:latin typeface="Trebuchet MS"/>
                <a:cs typeface="Trebuchet MS"/>
              </a:rPr>
              <a:t>C</a:t>
            </a:r>
            <a:r>
              <a:rPr sz="1200" b="1" spc="-40" dirty="0">
                <a:solidFill>
                  <a:srgbClr val="80350D"/>
                </a:solidFill>
                <a:latin typeface="Trebuchet MS"/>
                <a:cs typeface="Trebuchet MS"/>
              </a:rPr>
              <a:t>h</a:t>
            </a:r>
            <a:r>
              <a:rPr sz="1200" b="1" spc="25" dirty="0">
                <a:solidFill>
                  <a:srgbClr val="80350D"/>
                </a:solidFill>
                <a:latin typeface="Trebuchet MS"/>
                <a:cs typeface="Trebuchet MS"/>
              </a:rPr>
              <a:t>a</a:t>
            </a:r>
            <a:r>
              <a:rPr sz="1200" b="1" spc="-40" dirty="0">
                <a:solidFill>
                  <a:srgbClr val="80350D"/>
                </a:solidFill>
                <a:latin typeface="Trebuchet MS"/>
                <a:cs typeface="Trebuchet MS"/>
              </a:rPr>
              <a:t>i</a:t>
            </a:r>
            <a:r>
              <a:rPr sz="1200" b="1" spc="-90" dirty="0">
                <a:solidFill>
                  <a:srgbClr val="80350D"/>
                </a:solidFill>
                <a:latin typeface="Trebuchet MS"/>
                <a:cs typeface="Trebuchet MS"/>
              </a:rPr>
              <a:t> </a:t>
            </a:r>
            <a:r>
              <a:rPr sz="1200" b="1" spc="130" dirty="0">
                <a:solidFill>
                  <a:srgbClr val="80350D"/>
                </a:solidFill>
                <a:latin typeface="Trebuchet MS"/>
                <a:cs typeface="Trebuchet MS"/>
              </a:rPr>
              <a:t>S</a:t>
            </a:r>
            <a:r>
              <a:rPr sz="1200" b="1" spc="-40" dirty="0">
                <a:solidFill>
                  <a:srgbClr val="80350D"/>
                </a:solidFill>
                <a:latin typeface="Trebuchet MS"/>
                <a:cs typeface="Trebuchet MS"/>
              </a:rPr>
              <a:t>h</a:t>
            </a:r>
            <a:r>
              <a:rPr sz="1200" b="1" spc="25" dirty="0">
                <a:solidFill>
                  <a:srgbClr val="80350D"/>
                </a:solidFill>
                <a:latin typeface="Trebuchet MS"/>
                <a:cs typeface="Trebuchet MS"/>
              </a:rPr>
              <a:t>a</a:t>
            </a:r>
            <a:r>
              <a:rPr sz="1200" b="1" spc="10" dirty="0">
                <a:solidFill>
                  <a:srgbClr val="80350D"/>
                </a:solidFill>
                <a:latin typeface="Trebuchet MS"/>
                <a:cs typeface="Trebuchet MS"/>
              </a:rPr>
              <a:t>k</a:t>
            </a:r>
            <a:r>
              <a:rPr sz="1200" b="1" spc="-30" dirty="0">
                <a:solidFill>
                  <a:srgbClr val="80350D"/>
                </a:solidFill>
                <a:latin typeface="Trebuchet MS"/>
                <a:cs typeface="Trebuchet MS"/>
              </a:rPr>
              <a:t>t</a:t>
            </a:r>
            <a:r>
              <a:rPr sz="1200" b="1" spc="-65" dirty="0">
                <a:solidFill>
                  <a:srgbClr val="80350D"/>
                </a:solidFill>
                <a:latin typeface="Trebuchet MS"/>
                <a:cs typeface="Trebuchet MS"/>
              </a:rPr>
              <a:t>i</a:t>
            </a:r>
            <a:r>
              <a:rPr sz="1200" b="1" spc="-80" dirty="0">
                <a:solidFill>
                  <a:srgbClr val="80350D"/>
                </a:solidFill>
                <a:latin typeface="Trebuchet MS"/>
                <a:cs typeface="Trebuchet MS"/>
              </a:rPr>
              <a:t>”</a:t>
            </a:r>
            <a:r>
              <a:rPr sz="1200" b="1" spc="-225" dirty="0">
                <a:solidFill>
                  <a:srgbClr val="80350D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latin typeface="Tahoma"/>
                <a:cs typeface="Tahoma"/>
              </a:rPr>
              <a:t>c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n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be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a  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35" dirty="0">
                <a:latin typeface="Tahoma"/>
                <a:cs typeface="Tahoma"/>
              </a:rPr>
              <a:t>e</a:t>
            </a:r>
            <a:r>
              <a:rPr sz="1200" spc="-25" dirty="0">
                <a:latin typeface="Tahoma"/>
                <a:cs typeface="Tahoma"/>
              </a:rPr>
              <a:t>w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</a:t>
            </a:r>
            <a:r>
              <a:rPr sz="1200" spc="2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75" dirty="0">
                <a:latin typeface="Tahoma"/>
                <a:cs typeface="Tahoma"/>
              </a:rPr>
              <a:t>v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15" dirty="0">
                <a:latin typeface="Tahoma"/>
                <a:cs typeface="Tahoma"/>
              </a:rPr>
              <a:t>ur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v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2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t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10" dirty="0">
                <a:latin typeface="Tahoma"/>
                <a:cs typeface="Tahoma"/>
              </a:rPr>
              <a:t>o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tt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40" dirty="0">
                <a:latin typeface="Tahoma"/>
                <a:cs typeface="Tahoma"/>
              </a:rPr>
              <a:t>c</a:t>
            </a:r>
            <a:r>
              <a:rPr sz="1200" spc="-15" dirty="0">
                <a:latin typeface="Tahoma"/>
                <a:cs typeface="Tahoma"/>
              </a:rPr>
              <a:t>t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m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65" dirty="0">
                <a:latin typeface="Tahoma"/>
                <a:cs typeface="Tahoma"/>
              </a:rPr>
              <a:t>r</a:t>
            </a:r>
            <a:r>
              <a:rPr sz="1200" dirty="0">
                <a:latin typeface="Tahoma"/>
                <a:cs typeface="Tahoma"/>
              </a:rPr>
              <a:t>e  </a:t>
            </a:r>
            <a:r>
              <a:rPr sz="1200" spc="5" dirty="0">
                <a:latin typeface="Tahoma"/>
                <a:cs typeface="Tahoma"/>
              </a:rPr>
              <a:t>customers.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29575" y="5753100"/>
            <a:ext cx="723900" cy="723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1292</Words>
  <Application>Microsoft Office PowerPoint</Application>
  <PresentationFormat>Widescreen</PresentationFormat>
  <Paragraphs>174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 MT</vt:lpstr>
      <vt:lpstr>Calibri</vt:lpstr>
      <vt:lpstr>Tahoma</vt:lpstr>
      <vt:lpstr>Times New Roman</vt:lpstr>
      <vt:lpstr>Trebuchet MS</vt:lpstr>
      <vt:lpstr>Office Theme</vt:lpstr>
      <vt:lpstr>Product &amp; Branding</vt:lpstr>
      <vt:lpstr>Product &amp; Branding</vt:lpstr>
      <vt:lpstr>Product &amp; Branding Developing Engaging Product Journey Marketing &amp; Community Building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sayalee samant</cp:lastModifiedBy>
  <cp:revision>1</cp:revision>
  <dcterms:created xsi:type="dcterms:W3CDTF">2024-10-22T12:42:56Z</dcterms:created>
  <dcterms:modified xsi:type="dcterms:W3CDTF">2024-10-22T12:46:21Z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2024-02-05T00:00:00Z</vt:filetime>
  </property>
  <property fmtid="{D5CDD505-2E9C-101B-9397-08002B2CF9AE}" pid="3" name="LastSaved">
    <vt:filetime>2024-10-22T00:00:00Z</vt:filetime>
  </property>
</Properties>
</file>